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8" r:id="rId1"/>
    <p:sldMasterId id="2147483789" r:id="rId2"/>
  </p:sldMasterIdLst>
  <p:notesMasterIdLst>
    <p:notesMasterId r:id="rId84"/>
  </p:notesMasterIdLst>
  <p:sldIdLst>
    <p:sldId id="256" r:id="rId3"/>
    <p:sldId id="257" r:id="rId4"/>
    <p:sldId id="258" r:id="rId5"/>
    <p:sldId id="262" r:id="rId6"/>
    <p:sldId id="261" r:id="rId7"/>
    <p:sldId id="263" r:id="rId8"/>
    <p:sldId id="264" r:id="rId9"/>
    <p:sldId id="265" r:id="rId10"/>
    <p:sldId id="266" r:id="rId11"/>
    <p:sldId id="267" r:id="rId12"/>
    <p:sldId id="269" r:id="rId13"/>
    <p:sldId id="271" r:id="rId14"/>
    <p:sldId id="270" r:id="rId15"/>
    <p:sldId id="272" r:id="rId16"/>
    <p:sldId id="274" r:id="rId17"/>
    <p:sldId id="275" r:id="rId18"/>
    <p:sldId id="276" r:id="rId19"/>
    <p:sldId id="277" r:id="rId20"/>
    <p:sldId id="278" r:id="rId21"/>
    <p:sldId id="279" r:id="rId22"/>
    <p:sldId id="259" r:id="rId23"/>
    <p:sldId id="260" r:id="rId24"/>
    <p:sldId id="280" r:id="rId25"/>
    <p:sldId id="281" r:id="rId26"/>
    <p:sldId id="589" r:id="rId27"/>
    <p:sldId id="590"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8" r:id="rId43"/>
    <p:sldId id="297"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282" r:id="rId61"/>
    <p:sldId id="591" r:id="rId62"/>
    <p:sldId id="592" r:id="rId63"/>
    <p:sldId id="593" r:id="rId64"/>
    <p:sldId id="594" r:id="rId65"/>
    <p:sldId id="595" r:id="rId66"/>
    <p:sldId id="596" r:id="rId67"/>
    <p:sldId id="603" r:id="rId68"/>
    <p:sldId id="588" r:id="rId69"/>
    <p:sldId id="602" r:id="rId70"/>
    <p:sldId id="607" r:id="rId71"/>
    <p:sldId id="597" r:id="rId72"/>
    <p:sldId id="604" r:id="rId73"/>
    <p:sldId id="605" r:id="rId74"/>
    <p:sldId id="606" r:id="rId75"/>
    <p:sldId id="598" r:id="rId76"/>
    <p:sldId id="608" r:id="rId77"/>
    <p:sldId id="609" r:id="rId78"/>
    <p:sldId id="599" r:id="rId79"/>
    <p:sldId id="610" r:id="rId80"/>
    <p:sldId id="600" r:id="rId81"/>
    <p:sldId id="611" r:id="rId82"/>
    <p:sldId id="601"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B80F2B-2613-47C5-94B1-2BE539D08459}"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F212B8-F2AD-41AA-8AC7-C81A2A5C6606}" type="slidenum">
              <a:rPr lang="en-US" smtClean="0"/>
              <a:t>‹#›</a:t>
            </a:fld>
            <a:endParaRPr lang="en-US"/>
          </a:p>
        </p:txBody>
      </p:sp>
    </p:spTree>
    <p:extLst>
      <p:ext uri="{BB962C8B-B14F-4D97-AF65-F5344CB8AC3E}">
        <p14:creationId xmlns:p14="http://schemas.microsoft.com/office/powerpoint/2010/main" val="3690415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F212B8-F2AD-41AA-8AC7-C81A2A5C6606}" type="slidenum">
              <a:rPr lang="en-US" smtClean="0"/>
              <a:t>59</a:t>
            </a:fld>
            <a:endParaRPr lang="en-US"/>
          </a:p>
        </p:txBody>
      </p:sp>
    </p:spTree>
    <p:extLst>
      <p:ext uri="{BB962C8B-B14F-4D97-AF65-F5344CB8AC3E}">
        <p14:creationId xmlns:p14="http://schemas.microsoft.com/office/powerpoint/2010/main" val="2666786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3DA4A-A26D-1E92-B956-EEB23ED46DE1}"/>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27A81B28-6101-03EF-1DBC-1A1705E63E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66</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B738A809-2D14-2F28-A06F-B653B9178723}"/>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954533FA-E837-6C74-DC1B-9D4E15025A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615685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641B63C5-4607-4646-8F6C-3215FA490E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67</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1C04C9E8-6058-4372-B405-7BB83F8C2ECF}"/>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D2BC6648-47C1-4D40-85FF-C6F9A5CCF6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AC837-32BB-38BA-7E1D-55CA03146908}"/>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30CCB7EA-5A5F-1EED-6579-8F091F756C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68</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D23044EA-3BA7-371F-5BC2-7D1EDFA5F9E4}"/>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A7509129-4189-9239-19E2-E7F2F42FB0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4210998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99DCA-BF23-2C2B-8AA8-0796D75599A2}"/>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3265710B-DC72-CEA6-5358-A22A3F7A6B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69</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ED4C3352-8240-C0BA-3901-4CB4B0D0D44A}"/>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D01A007-EEA7-BB45-294B-814E8A0A3A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2998865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9D333-D4AB-614D-9630-27555FBB9755}"/>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740DC38B-5AEB-80E6-92CC-704C6FECA5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70</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2A3E0335-C66A-AD1D-2407-4A8ECE1BCB7C}"/>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F12C01E2-1335-BE2D-E50E-9D3686E180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707776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4DB7-8F78-F1EF-551C-781E176F0FF2}"/>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781EAEC4-468F-F23F-4312-3A480F635A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71</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B007C597-266D-20EB-4592-0A3394D09985}"/>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57ACE6B5-AD7F-9508-245A-151C6D418F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2338815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5AB82-5ABB-B7DC-E66A-E2A04F831BA4}"/>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7FAE605C-DE49-D158-E245-15B27BF304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72</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E94C8ECA-A64E-0235-03C0-530B50B0E79A}"/>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2C0AC831-A633-5F25-8817-8DD59D6628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3227784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CA9FF-4DAD-EB20-C86E-67E609B88587}"/>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6C58A339-EAB1-0B11-6F9F-F4FB186A3C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73</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4D19E3DB-1BF9-2EB8-B9EB-1D9AA66F9848}"/>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310E95E9-21DD-1ECF-629F-350CB133F2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177624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EA3EE-9EC0-F13A-5E42-A6CD73235DA9}"/>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FA0191D8-7F91-3D29-46B6-6641881717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74</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C22D94BC-3213-BE57-3454-6B763E357303}"/>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3B018992-EBE0-0B15-B624-646A876C61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3034293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5754B-AD00-659B-DAB1-0395226CAD04}"/>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2BC7FDB6-50E2-5C16-B203-E2BFCDC91C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75</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28F58DFB-B39A-6A57-6E5D-C9765C62E469}"/>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CB4869DB-E929-1864-9416-D73AF7785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1697877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689DD-6DF8-5E63-81B2-8ECC1A7FF1C3}"/>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EADCF9A5-C80E-6F17-5B6C-36717573EA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76</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77B75433-E805-8F5B-3635-6C07E2C8115F}"/>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C463331E-7DA3-BDEC-5FFC-9BFE050C77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3482546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A73EC-6711-49F4-90A8-5ABC367E40C7}"/>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F6F91B3B-48B2-F46C-C76A-B03795A944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77</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77E8044D-ED3A-2308-6905-68A8AC050BFD}"/>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EE660F6-319F-C8C4-6964-84473F868B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3913710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F1EAD-FE4D-555D-3F84-5C21ECBCEF5E}"/>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032DD8C2-66FF-891A-3F05-43685642EB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78</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2C39B267-A8FD-2292-41B8-602579C8E6FF}"/>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10F6E53D-47D9-D1FE-5232-47F184498F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1591425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55501-7805-E731-3382-0AE9FFB9FB35}"/>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88782677-D806-A760-E7DA-894F8494B1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79</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F5E481A8-D507-4704-48EA-D3A9FAD21C3C}"/>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06E90F04-5AB5-A8EB-F625-6CE2BD8722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2919560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8298A-C99E-1F04-E28F-5DAAE4961EFA}"/>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D1CBEE62-5531-DA12-AA3B-903DF763F0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80</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A5040823-84A1-93F8-ED09-E4CE69E30C0F}"/>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DF424BAA-8C6D-93EB-CB21-54DF2A1EC2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3741638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B90E7-2B4C-F3FD-0260-07D9294065A6}"/>
            </a:ext>
          </a:extLst>
        </p:cNvPr>
        <p:cNvGrpSpPr/>
        <p:nvPr/>
      </p:nvGrpSpPr>
      <p:grpSpPr>
        <a:xfrm>
          <a:off x="0" y="0"/>
          <a:ext cx="0" cy="0"/>
          <a:chOff x="0" y="0"/>
          <a:chExt cx="0" cy="0"/>
        </a:xfrm>
      </p:grpSpPr>
      <p:sp>
        <p:nvSpPr>
          <p:cNvPr id="57346" name="Rectangle 7">
            <a:extLst>
              <a:ext uri="{FF2B5EF4-FFF2-40B4-BE49-F238E27FC236}">
                <a16:creationId xmlns:a16="http://schemas.microsoft.com/office/drawing/2014/main" id="{A5F95AF5-A48D-58A9-5666-ABD9A89BE9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Times New Roman" panose="02020603050405020304" pitchFamily="18" charset="0"/>
                <a:cs typeface="Times New Roman" panose="02020603050405020304" pitchFamily="18" charset="0"/>
              </a:defRPr>
            </a:lvl1pPr>
            <a:lvl2pPr marL="742950" indent="-285750" algn="r" rtl="1">
              <a:spcBef>
                <a:spcPct val="30000"/>
              </a:spcBef>
              <a:defRPr sz="1200">
                <a:solidFill>
                  <a:schemeClr val="tx1"/>
                </a:solidFill>
                <a:latin typeface="Times New Roman" panose="02020603050405020304" pitchFamily="18" charset="0"/>
                <a:cs typeface="Times New Roman" panose="02020603050405020304" pitchFamily="18" charset="0"/>
              </a:defRPr>
            </a:lvl2pPr>
            <a:lvl3pPr marL="11430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3pPr>
            <a:lvl4pPr marL="16002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4pPr>
            <a:lvl5pPr marL="2057400" indent="-228600" algn="r" rtl="1">
              <a:spcBef>
                <a:spcPct val="30000"/>
              </a:spcBef>
              <a:defRPr sz="1200">
                <a:solidFill>
                  <a:schemeClr val="tx1"/>
                </a:solidFill>
                <a:latin typeface="Times New Roman" panose="02020603050405020304" pitchFamily="18" charset="0"/>
                <a:cs typeface="Times New Roman" panose="02020603050405020304" pitchFamily="18" charset="0"/>
              </a:defRPr>
            </a:lvl5pPr>
            <a:lvl6pPr marL="25146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6pPr>
            <a:lvl7pPr marL="29718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7pPr>
            <a:lvl8pPr marL="34290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8pPr>
            <a:lvl9pPr marL="3886200" indent="-228600" algn="r" rtl="1" eaLnBrk="0" fontAlgn="base" hangingPunct="0">
              <a:spcBef>
                <a:spcPct val="30000"/>
              </a:spcBef>
              <a:spcAft>
                <a:spcPct val="0"/>
              </a:spcAft>
              <a:defRPr sz="1200">
                <a:solidFill>
                  <a:schemeClr val="tx1"/>
                </a:solidFill>
                <a:latin typeface="Times New Roman" panose="02020603050405020304" pitchFamily="18" charset="0"/>
                <a:cs typeface="Times New Roman" panose="02020603050405020304" pitchFamily="18" charset="0"/>
              </a:defRPr>
            </a:lvl9pPr>
          </a:lstStyle>
          <a:p>
            <a:pPr marL="0" marR="0" lvl="0" indent="0" algn="l" defTabSz="914400" rtl="1" eaLnBrk="1" fontAlgn="auto" latinLnBrk="0" hangingPunct="1">
              <a:lnSpc>
                <a:spcPct val="100000"/>
              </a:lnSpc>
              <a:spcBef>
                <a:spcPct val="0"/>
              </a:spcBef>
              <a:spcAft>
                <a:spcPts val="0"/>
              </a:spcAft>
              <a:buClrTx/>
              <a:buSzTx/>
              <a:buFontTx/>
              <a:buNone/>
              <a:tabLst/>
              <a:defRPr/>
            </a:pPr>
            <a:fld id="{E8B39439-5AB6-4056-88B8-E9EC811AB716}" type="slidenum">
              <a:rPr kumimoji="0" lang="ar-SA" altLang="ar-EG"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l" defTabSz="914400" rtl="1" eaLnBrk="1" fontAlgn="auto" latinLnBrk="0" hangingPunct="1">
                <a:lnSpc>
                  <a:spcPct val="100000"/>
                </a:lnSpc>
                <a:spcBef>
                  <a:spcPct val="0"/>
                </a:spcBef>
                <a:spcAft>
                  <a:spcPts val="0"/>
                </a:spcAft>
                <a:buClrTx/>
                <a:buSzTx/>
                <a:buFontTx/>
                <a:buNone/>
                <a:tabLst/>
                <a:defRPr/>
              </a:pPr>
              <a:t>81</a:t>
            </a:fld>
            <a:endParaRPr kumimoji="0" lang="en-US" altLang="ar-EG"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7347" name="Rectangle 2">
            <a:extLst>
              <a:ext uri="{FF2B5EF4-FFF2-40B4-BE49-F238E27FC236}">
                <a16:creationId xmlns:a16="http://schemas.microsoft.com/office/drawing/2014/main" id="{7F049EC9-DA35-C708-3355-23331447E3C7}"/>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3EFF79AD-6483-018B-D85A-E30C7A0638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EG"/>
          </a:p>
        </p:txBody>
      </p:sp>
    </p:spTree>
    <p:extLst>
      <p:ext uri="{BB962C8B-B14F-4D97-AF65-F5344CB8AC3E}">
        <p14:creationId xmlns:p14="http://schemas.microsoft.com/office/powerpoint/2010/main" val="1803516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7/26/2026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29376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7/26/2026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76111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7/26/2026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91393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7/26/2026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3792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7/26/2026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4635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7/26/2026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18381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7/26/2026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17104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7/26/2026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20053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7/26/2026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73265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7/26/2026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6410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7/26/2026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12171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45C098-CFEC-45C5-85FF-1C57E4FE5B0B}"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10522132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5C098-CFEC-45C5-85FF-1C57E4FE5B0B}"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39639170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45C098-CFEC-45C5-85FF-1C57E4FE5B0B}"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26184863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45C098-CFEC-45C5-85FF-1C57E4FE5B0B}"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3014574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45C098-CFEC-45C5-85FF-1C57E4FE5B0B}" type="datetimeFigureOut">
              <a:rPr lang="en-US" smtClean="0"/>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4047340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45C098-CFEC-45C5-85FF-1C57E4FE5B0B}"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8690261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1C45C098-CFEC-45C5-85FF-1C57E4FE5B0B}" type="datetimeFigureOut">
              <a:rPr lang="en-US" smtClean="0"/>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31511352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45C098-CFEC-45C5-85FF-1C57E4FE5B0B}"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40746207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45C098-CFEC-45C5-85FF-1C57E4FE5B0B}"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41718862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45C098-CFEC-45C5-85FF-1C57E4FE5B0B}"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42864782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45C098-CFEC-45C5-85FF-1C57E4FE5B0B}"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12706250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45C098-CFEC-45C5-85FF-1C57E4FE5B0B}"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8EAF54-47B1-499F-BF9F-CFE99DE8FCEC}"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23631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45C098-CFEC-45C5-85FF-1C57E4FE5B0B}"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15469076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45C098-CFEC-45C5-85FF-1C57E4FE5B0B}"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18880524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45C098-CFEC-45C5-85FF-1C57E4FE5B0B}"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42366103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5C098-CFEC-45C5-85FF-1C57E4FE5B0B}"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37063684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5C098-CFEC-45C5-85FF-1C57E4FE5B0B}"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8EAF54-47B1-499F-BF9F-CFE99DE8FCEC}" type="slidenum">
              <a:rPr lang="en-US" smtClean="0"/>
              <a:t>‹#›</a:t>
            </a:fld>
            <a:endParaRPr lang="en-US"/>
          </a:p>
        </p:txBody>
      </p:sp>
    </p:spTree>
    <p:extLst>
      <p:ext uri="{BB962C8B-B14F-4D97-AF65-F5344CB8AC3E}">
        <p14:creationId xmlns:p14="http://schemas.microsoft.com/office/powerpoint/2010/main" val="23236536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Content Placeholder 2"/>
          <p:cNvSpPr>
            <a:spLocks noGrp="1"/>
          </p:cNvSpPr>
          <p:nvPr>
            <p:ph idx="1"/>
          </p:nvPr>
        </p:nvSpPr>
        <p:spPr/>
        <p:txBody>
          <a:bodyPr/>
          <a:lstStyle>
            <a:lvl1pPr algn="l" rtl="0">
              <a:defRPr/>
            </a:lvl1pPr>
            <a:lvl2pPr algn="l" rtl="0">
              <a:defRPr/>
            </a:lvl2pPr>
            <a:lvl3pPr algn="l" rtl="0">
              <a:defRPr/>
            </a:lvl3pPr>
            <a:lvl4pPr algn="l" rtl="0">
              <a:defRPr/>
            </a:lvl4pPr>
            <a:lvl5pPr algn="l"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ar-EG" dirty="0"/>
          </a:p>
        </p:txBody>
      </p:sp>
      <p:sp>
        <p:nvSpPr>
          <p:cNvPr id="4" name="Date Placeholder 3">
            <a:extLst>
              <a:ext uri="{FF2B5EF4-FFF2-40B4-BE49-F238E27FC236}">
                <a16:creationId xmlns:a16="http://schemas.microsoft.com/office/drawing/2014/main" id="{F7F7C397-458C-47A2-A680-B12A22B0138B}"/>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EA4A70C-BFED-4881-AAD1-747929F2429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EECD8E0-F5ED-4ADE-A80F-6F9CCAB07E7D}"/>
              </a:ext>
            </a:extLst>
          </p:cNvPr>
          <p:cNvSpPr>
            <a:spLocks noGrp="1"/>
          </p:cNvSpPr>
          <p:nvPr>
            <p:ph type="sldNum" sz="quarter" idx="12"/>
          </p:nvPr>
        </p:nvSpPr>
        <p:spPr/>
        <p:txBody>
          <a:bodyPr/>
          <a:lstStyle>
            <a:lvl1pPr>
              <a:defRPr/>
            </a:lvl1pPr>
          </a:lstStyle>
          <a:p>
            <a:pPr>
              <a:defRPr/>
            </a:pPr>
            <a:fld id="{01596056-72DD-49B6-8CFC-2E0FB15AD215}" type="slidenum">
              <a:rPr lang="ar-EG"/>
              <a:pPr>
                <a:defRPr/>
              </a:pPr>
              <a:t>‹#›</a:t>
            </a:fld>
            <a:endParaRPr lang="en-US"/>
          </a:p>
        </p:txBody>
      </p:sp>
    </p:spTree>
    <p:extLst>
      <p:ext uri="{BB962C8B-B14F-4D97-AF65-F5344CB8AC3E}">
        <p14:creationId xmlns:p14="http://schemas.microsoft.com/office/powerpoint/2010/main" val="2978158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7/26/2026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60527"/>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1" r:id="rId6"/>
    <p:sldLayoutId id="2147483777" r:id="rId7"/>
    <p:sldLayoutId id="2147483778" r:id="rId8"/>
    <p:sldLayoutId id="2147483779" r:id="rId9"/>
    <p:sldLayoutId id="2147483780" r:id="rId10"/>
    <p:sldLayoutId id="2147483782" r:id="rId11"/>
  </p:sldLayoutIdLst>
  <p:hf sldNum="0" hdr="0" ftr="0" dt="0"/>
  <p:txStyles>
    <p:titleStyle>
      <a:lvl1pPr algn="l" defTabSz="914400" rtl="0" eaLnBrk="1" latinLnBrk="0" hangingPunct="1">
        <a:lnSpc>
          <a:spcPct val="90000"/>
        </a:lnSpc>
        <a:spcBef>
          <a:spcPct val="0"/>
        </a:spcBef>
        <a:buNone/>
        <a:defRPr sz="47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1C45C098-CFEC-45C5-85FF-1C57E4FE5B0B}" type="datetimeFigureOut">
              <a:rPr lang="en-US" smtClean="0"/>
              <a:t>7/26/2026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268EAF54-47B1-499F-BF9F-CFE99DE8FCEC}" type="slidenum">
              <a:rPr lang="en-US" smtClean="0"/>
              <a:t>‹#›</a:t>
            </a:fld>
            <a:endParaRPr lang="en-US"/>
          </a:p>
        </p:txBody>
      </p:sp>
    </p:spTree>
    <p:extLst>
      <p:ext uri="{BB962C8B-B14F-4D97-AF65-F5344CB8AC3E}">
        <p14:creationId xmlns:p14="http://schemas.microsoft.com/office/powerpoint/2010/main" val="3084262032"/>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3428ACC-71EC-4171-9527-10983BA6B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2A511B-5D74-173A-956E-51AA486770C7}"/>
              </a:ext>
            </a:extLst>
          </p:cNvPr>
          <p:cNvSpPr>
            <a:spLocks noGrp="1"/>
          </p:cNvSpPr>
          <p:nvPr>
            <p:ph type="ctrTitle"/>
          </p:nvPr>
        </p:nvSpPr>
        <p:spPr>
          <a:xfrm>
            <a:off x="8141110" y="639098"/>
            <a:ext cx="3401961" cy="3494790"/>
          </a:xfrm>
        </p:spPr>
        <p:txBody>
          <a:bodyPr>
            <a:normAutofit/>
          </a:bodyPr>
          <a:lstStyle/>
          <a:p>
            <a:r>
              <a:rPr lang="en-US" sz="5400">
                <a:latin typeface="Aharoni" panose="02010803020104030203" pitchFamily="2" charset="-79"/>
                <a:cs typeface="Aharoni" panose="02010803020104030203" pitchFamily="2" charset="-79"/>
              </a:rPr>
              <a:t>Sheet 3 : Game Playing</a:t>
            </a:r>
          </a:p>
        </p:txBody>
      </p:sp>
      <p:sp>
        <p:nvSpPr>
          <p:cNvPr id="3" name="Subtitle 2">
            <a:extLst>
              <a:ext uri="{FF2B5EF4-FFF2-40B4-BE49-F238E27FC236}">
                <a16:creationId xmlns:a16="http://schemas.microsoft.com/office/drawing/2014/main" id="{28A2CE1D-E709-A607-7731-08DFD9A750CA}"/>
              </a:ext>
            </a:extLst>
          </p:cNvPr>
          <p:cNvSpPr>
            <a:spLocks noGrp="1"/>
          </p:cNvSpPr>
          <p:nvPr>
            <p:ph type="subTitle" idx="1"/>
          </p:nvPr>
        </p:nvSpPr>
        <p:spPr>
          <a:xfrm>
            <a:off x="8141110" y="4455621"/>
            <a:ext cx="4050890" cy="1238616"/>
          </a:xfrm>
        </p:spPr>
        <p:txBody>
          <a:bodyPr>
            <a:normAutofit/>
          </a:bodyPr>
          <a:lstStyle/>
          <a:p>
            <a:r>
              <a:rPr lang="en-US" sz="1900" dirty="0">
                <a:solidFill>
                  <a:schemeClr val="tx1">
                    <a:lumMod val="85000"/>
                    <a:lumOff val="15000"/>
                  </a:schemeClr>
                </a:solidFill>
              </a:rPr>
              <a:t>Eng. Abdulrahman </a:t>
            </a:r>
            <a:r>
              <a:rPr lang="en-US" sz="1900" dirty="0" err="1">
                <a:solidFill>
                  <a:schemeClr val="tx1">
                    <a:lumMod val="85000"/>
                    <a:lumOff val="15000"/>
                  </a:schemeClr>
                </a:solidFill>
              </a:rPr>
              <a:t>elmadkhoum</a:t>
            </a:r>
            <a:r>
              <a:rPr lang="en-US" sz="1900" dirty="0">
                <a:solidFill>
                  <a:schemeClr val="tx1">
                    <a:lumMod val="85000"/>
                    <a:lumOff val="15000"/>
                  </a:schemeClr>
                </a:solidFill>
              </a:rPr>
              <a:t> </a:t>
            </a:r>
          </a:p>
          <a:p>
            <a:endParaRPr lang="en-US" sz="1900" dirty="0">
              <a:solidFill>
                <a:schemeClr val="tx1">
                  <a:lumMod val="85000"/>
                  <a:lumOff val="15000"/>
                </a:schemeClr>
              </a:solidFill>
            </a:endParaRPr>
          </a:p>
        </p:txBody>
      </p:sp>
      <p:pic>
        <p:nvPicPr>
          <p:cNvPr id="4" name="Picture 3">
            <a:extLst>
              <a:ext uri="{FF2B5EF4-FFF2-40B4-BE49-F238E27FC236}">
                <a16:creationId xmlns:a16="http://schemas.microsoft.com/office/drawing/2014/main" id="{98AF4C18-3CA4-BBBD-BC3C-1F8D8FFC7296}"/>
              </a:ext>
            </a:extLst>
          </p:cNvPr>
          <p:cNvPicPr>
            <a:picLocks noChangeAspect="1"/>
          </p:cNvPicPr>
          <p:nvPr/>
        </p:nvPicPr>
        <p:blipFill>
          <a:blip r:embed="rId2"/>
          <a:srcRect l="23798"/>
          <a:stretch/>
        </p:blipFill>
        <p:spPr>
          <a:xfrm>
            <a:off x="1522528" y="640081"/>
            <a:ext cx="5135158" cy="5054156"/>
          </a:xfrm>
          <a:prstGeom prst="rect">
            <a:avLst/>
          </a:prstGeom>
        </p:spPr>
      </p:pic>
      <p:cxnSp>
        <p:nvCxnSpPr>
          <p:cNvPr id="18" name="Straight Connector 17">
            <a:extLst>
              <a:ext uri="{FF2B5EF4-FFF2-40B4-BE49-F238E27FC236}">
                <a16:creationId xmlns:a16="http://schemas.microsoft.com/office/drawing/2014/main" id="{BA22713B-ABB6-4391-97F9-0449A2B9B6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D4480B4-953D-41FA-9052-09AB3A026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45576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01112-0C2B-C824-4FAE-D60BE1A72A94}"/>
              </a:ext>
            </a:extLst>
          </p:cNvPr>
          <p:cNvSpPr>
            <a:spLocks noGrp="1"/>
          </p:cNvSpPr>
          <p:nvPr>
            <p:ph type="title"/>
          </p:nvPr>
        </p:nvSpPr>
        <p:spPr/>
        <p:txBody>
          <a:bodyPr/>
          <a:lstStyle/>
          <a:p>
            <a:r>
              <a:rPr lang="en-US" dirty="0"/>
              <a:t>1- Min Max Algorithm </a:t>
            </a:r>
          </a:p>
        </p:txBody>
      </p:sp>
      <p:sp>
        <p:nvSpPr>
          <p:cNvPr id="3" name="Content Placeholder 2">
            <a:extLst>
              <a:ext uri="{FF2B5EF4-FFF2-40B4-BE49-F238E27FC236}">
                <a16:creationId xmlns:a16="http://schemas.microsoft.com/office/drawing/2014/main" id="{BD1D0223-67D9-922D-7DDC-CF6958ECA57C}"/>
              </a:ext>
            </a:extLst>
          </p:cNvPr>
          <p:cNvSpPr>
            <a:spLocks noGrp="1"/>
          </p:cNvSpPr>
          <p:nvPr>
            <p:ph idx="1"/>
          </p:nvPr>
        </p:nvSpPr>
        <p:spPr/>
        <p:txBody>
          <a:bodyPr>
            <a:normAutofit/>
          </a:bodyPr>
          <a:lstStyle/>
          <a:p>
            <a:pPr>
              <a:buFont typeface="Arial" panose="020B0604020202020204" pitchFamily="34" charset="0"/>
              <a:buChar char="•"/>
            </a:pPr>
            <a:r>
              <a:rPr lang="en-US" sz="2800" dirty="0">
                <a:latin typeface="Arial" panose="020B0604020202020204" pitchFamily="34" charset="0"/>
                <a:cs typeface="Arial" panose="020B0604020202020204" pitchFamily="34" charset="0"/>
              </a:rPr>
              <a:t>The Minimax algorithm is a decision-making technique commonly used in game theory, specifically for two-player games like chess or tic-tac-toe.</a:t>
            </a:r>
          </a:p>
          <a:p>
            <a:pPr>
              <a:buFont typeface="Arial" panose="020B0604020202020204" pitchFamily="34" charset="0"/>
              <a:buChar char="•"/>
            </a:pPr>
            <a:r>
              <a:rPr lang="en-US" sz="2800" dirty="0">
                <a:latin typeface="Arial" panose="020B0604020202020204" pitchFamily="34" charset="0"/>
                <a:cs typeface="Arial" panose="020B0604020202020204" pitchFamily="34" charset="0"/>
              </a:rPr>
              <a:t> It involves a tree structure that represents all possible moves</a:t>
            </a:r>
            <a:r>
              <a:rPr lang="en-US" sz="2800" dirty="0"/>
              <a:t>. </a:t>
            </a:r>
          </a:p>
        </p:txBody>
      </p:sp>
    </p:spTree>
    <p:extLst>
      <p:ext uri="{BB962C8B-B14F-4D97-AF65-F5344CB8AC3E}">
        <p14:creationId xmlns:p14="http://schemas.microsoft.com/office/powerpoint/2010/main" val="973611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4DF53-F0CA-317E-B343-5050C4338617}"/>
              </a:ext>
            </a:extLst>
          </p:cNvPr>
          <p:cNvSpPr>
            <a:spLocks noGrp="1"/>
          </p:cNvSpPr>
          <p:nvPr>
            <p:ph type="title"/>
          </p:nvPr>
        </p:nvSpPr>
        <p:spPr/>
        <p:txBody>
          <a:bodyPr/>
          <a:lstStyle/>
          <a:p>
            <a:r>
              <a:rPr lang="en-US" dirty="0"/>
              <a:t>1- Min Max Algorithm </a:t>
            </a:r>
          </a:p>
        </p:txBody>
      </p:sp>
      <p:sp>
        <p:nvSpPr>
          <p:cNvPr id="3" name="Content Placeholder 2">
            <a:extLst>
              <a:ext uri="{FF2B5EF4-FFF2-40B4-BE49-F238E27FC236}">
                <a16:creationId xmlns:a16="http://schemas.microsoft.com/office/drawing/2014/main" id="{1D15A24A-A9EB-89BE-F949-B99BAE287CDC}"/>
              </a:ext>
            </a:extLst>
          </p:cNvPr>
          <p:cNvSpPr>
            <a:spLocks noGrp="1"/>
          </p:cNvSpPr>
          <p:nvPr>
            <p:ph idx="1"/>
          </p:nvPr>
        </p:nvSpPr>
        <p:spPr/>
        <p:txBody>
          <a:bodyPr/>
          <a:lstStyle/>
          <a:p>
            <a:pPr>
              <a:buFont typeface="Arial" panose="020B0604020202020204" pitchFamily="34" charset="0"/>
              <a:buChar char="•"/>
            </a:pPr>
            <a:r>
              <a:rPr lang="en-US" sz="2400" dirty="0">
                <a:latin typeface="Arial" panose="020B0604020202020204" pitchFamily="34" charset="0"/>
                <a:cs typeface="Arial" panose="020B0604020202020204" pitchFamily="34" charset="0"/>
              </a:rPr>
              <a:t>In Minimax, one player is designated the "maximizer" aiming to get the highest possible score, while the other is the "minimizer," who seeks to lower the maximizer's score. </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The algorithm recursively explores possible game states down the tree, evaluating each position's score and backtracking to determine the optimal move. Minimax assumes both players are making the best possible moves.</a:t>
            </a:r>
            <a:endParaRPr lang="en-US" dirty="0"/>
          </a:p>
        </p:txBody>
      </p:sp>
    </p:spTree>
    <p:extLst>
      <p:ext uri="{BB962C8B-B14F-4D97-AF65-F5344CB8AC3E}">
        <p14:creationId xmlns:p14="http://schemas.microsoft.com/office/powerpoint/2010/main" val="650578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8D34E-9733-8921-8061-82680894B22F}"/>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Example : Get the Value of A after applying min max algorithm</a:t>
            </a:r>
          </a:p>
        </p:txBody>
      </p:sp>
      <p:pic>
        <p:nvPicPr>
          <p:cNvPr id="4" name="Content Placeholder 3" descr="A diagram of a diagram&#10;&#10;Description automatically generated">
            <a:extLst>
              <a:ext uri="{FF2B5EF4-FFF2-40B4-BE49-F238E27FC236}">
                <a16:creationId xmlns:a16="http://schemas.microsoft.com/office/drawing/2014/main" id="{FFD84201-A636-8F1F-8776-38C37E8920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6123" y="2108200"/>
            <a:ext cx="7840079" cy="3760788"/>
          </a:xfrm>
          <a:prstGeom prst="rect">
            <a:avLst/>
          </a:prstGeom>
        </p:spPr>
      </p:pic>
    </p:spTree>
    <p:extLst>
      <p:ext uri="{BB962C8B-B14F-4D97-AF65-F5344CB8AC3E}">
        <p14:creationId xmlns:p14="http://schemas.microsoft.com/office/powerpoint/2010/main" val="1235211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8E9C91B-7EAD-4562-AB0E-DFB9663AE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diagram&#10;&#10;Description automatically generated">
            <a:extLst>
              <a:ext uri="{FF2B5EF4-FFF2-40B4-BE49-F238E27FC236}">
                <a16:creationId xmlns:a16="http://schemas.microsoft.com/office/drawing/2014/main" id="{FD564FC5-02DE-CAC3-85D0-FAA98522FB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3356" y="944847"/>
            <a:ext cx="10337292" cy="4961900"/>
          </a:xfrm>
          <a:prstGeom prst="rect">
            <a:avLst/>
          </a:prstGeom>
        </p:spPr>
      </p:pic>
    </p:spTree>
    <p:extLst>
      <p:ext uri="{BB962C8B-B14F-4D97-AF65-F5344CB8AC3E}">
        <p14:creationId xmlns:p14="http://schemas.microsoft.com/office/powerpoint/2010/main" val="4007450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3D4F77-4D4A-9F7E-FB42-E7F117A3CCD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8A09AC9-3FFD-CF66-8973-F6C1CFAB5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4BAE9B81-CD68-CB75-913C-E70AE7603E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24E6632-B95E-31BA-ACD4-5A71849AD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18E4C74-CDB1-B126-E585-EC626ED6A7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diagram&#10;&#10;Description automatically generated">
            <a:extLst>
              <a:ext uri="{FF2B5EF4-FFF2-40B4-BE49-F238E27FC236}">
                <a16:creationId xmlns:a16="http://schemas.microsoft.com/office/drawing/2014/main" id="{69E2F22B-CE90-BA3F-DF79-D1FBAB38B9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3356" y="944847"/>
            <a:ext cx="10337292" cy="4961900"/>
          </a:xfrm>
          <a:prstGeom prst="rect">
            <a:avLst/>
          </a:prstGeom>
        </p:spPr>
      </p:pic>
      <p:sp>
        <p:nvSpPr>
          <p:cNvPr id="7" name="Rectangle 6">
            <a:extLst>
              <a:ext uri="{FF2B5EF4-FFF2-40B4-BE49-F238E27FC236}">
                <a16:creationId xmlns:a16="http://schemas.microsoft.com/office/drawing/2014/main" id="{D269C019-1949-D8D7-5EEF-D53E6F478290}"/>
              </a:ext>
            </a:extLst>
          </p:cNvPr>
          <p:cNvSpPr/>
          <p:nvPr/>
        </p:nvSpPr>
        <p:spPr>
          <a:xfrm>
            <a:off x="1590219" y="3342968"/>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99</a:t>
            </a:r>
          </a:p>
        </p:txBody>
      </p:sp>
      <p:sp>
        <p:nvSpPr>
          <p:cNvPr id="3" name="Rectangle 2">
            <a:extLst>
              <a:ext uri="{FF2B5EF4-FFF2-40B4-BE49-F238E27FC236}">
                <a16:creationId xmlns:a16="http://schemas.microsoft.com/office/drawing/2014/main" id="{745B1C41-0431-6517-B4BF-833124B7F599}"/>
              </a:ext>
            </a:extLst>
          </p:cNvPr>
          <p:cNvSpPr/>
          <p:nvPr/>
        </p:nvSpPr>
        <p:spPr>
          <a:xfrm>
            <a:off x="3768064" y="3342968"/>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22</a:t>
            </a:r>
          </a:p>
        </p:txBody>
      </p:sp>
      <p:sp>
        <p:nvSpPr>
          <p:cNvPr id="5" name="Rectangle 4">
            <a:extLst>
              <a:ext uri="{FF2B5EF4-FFF2-40B4-BE49-F238E27FC236}">
                <a16:creationId xmlns:a16="http://schemas.microsoft.com/office/drawing/2014/main" id="{17279F61-DBCC-1642-5CF7-60540890EDF4}"/>
              </a:ext>
            </a:extLst>
          </p:cNvPr>
          <p:cNvSpPr/>
          <p:nvPr/>
        </p:nvSpPr>
        <p:spPr>
          <a:xfrm>
            <a:off x="6255626" y="3342967"/>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99</a:t>
            </a:r>
          </a:p>
        </p:txBody>
      </p:sp>
      <p:sp>
        <p:nvSpPr>
          <p:cNvPr id="8" name="Rectangle 7">
            <a:extLst>
              <a:ext uri="{FF2B5EF4-FFF2-40B4-BE49-F238E27FC236}">
                <a16:creationId xmlns:a16="http://schemas.microsoft.com/office/drawing/2014/main" id="{A5BF95A7-276F-65BA-97DC-D86B76BCBD5F}"/>
              </a:ext>
            </a:extLst>
          </p:cNvPr>
          <p:cNvSpPr/>
          <p:nvPr/>
        </p:nvSpPr>
        <p:spPr>
          <a:xfrm>
            <a:off x="8300735" y="3342967"/>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88</a:t>
            </a:r>
          </a:p>
        </p:txBody>
      </p:sp>
      <p:sp>
        <p:nvSpPr>
          <p:cNvPr id="10" name="Rectangle 9">
            <a:extLst>
              <a:ext uri="{FF2B5EF4-FFF2-40B4-BE49-F238E27FC236}">
                <a16:creationId xmlns:a16="http://schemas.microsoft.com/office/drawing/2014/main" id="{C6688FBC-D510-D28B-F5BF-80BAA1708C08}"/>
              </a:ext>
            </a:extLst>
          </p:cNvPr>
          <p:cNvSpPr/>
          <p:nvPr/>
        </p:nvSpPr>
        <p:spPr>
          <a:xfrm>
            <a:off x="522732" y="521208"/>
            <a:ext cx="3684787" cy="111596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It is max player’s turn so he will try to choose the highest score possible </a:t>
            </a:r>
          </a:p>
        </p:txBody>
      </p:sp>
      <p:cxnSp>
        <p:nvCxnSpPr>
          <p:cNvPr id="14" name="Connector: Curved 13">
            <a:extLst>
              <a:ext uri="{FF2B5EF4-FFF2-40B4-BE49-F238E27FC236}">
                <a16:creationId xmlns:a16="http://schemas.microsoft.com/office/drawing/2014/main" id="{643A5DBD-E2E9-FFCE-BC69-03549999C9DD}"/>
              </a:ext>
            </a:extLst>
          </p:cNvPr>
          <p:cNvCxnSpPr>
            <a:cxnSpLocks/>
            <a:stCxn id="10" idx="3"/>
          </p:cNvCxnSpPr>
          <p:nvPr/>
        </p:nvCxnSpPr>
        <p:spPr>
          <a:xfrm>
            <a:off x="4207519" y="1079189"/>
            <a:ext cx="6018029" cy="322734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4350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6397C4-9D68-400C-3EFD-B63E0B913B1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93B6C12-BD7B-CC1A-086A-638B9792EF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F54DF756-AB27-CC29-EFB0-659194E6C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203BE02-59A4-9114-DBF6-53585AD72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CD6C829-DE90-C0BA-30B3-0964988936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diagram&#10;&#10;Description automatically generated">
            <a:extLst>
              <a:ext uri="{FF2B5EF4-FFF2-40B4-BE49-F238E27FC236}">
                <a16:creationId xmlns:a16="http://schemas.microsoft.com/office/drawing/2014/main" id="{D0BFED1F-9BF7-BF12-E319-0794955B98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3356" y="944847"/>
            <a:ext cx="10337292" cy="4961900"/>
          </a:xfrm>
          <a:prstGeom prst="rect">
            <a:avLst/>
          </a:prstGeom>
        </p:spPr>
      </p:pic>
      <p:sp>
        <p:nvSpPr>
          <p:cNvPr id="7" name="Rectangle 6">
            <a:extLst>
              <a:ext uri="{FF2B5EF4-FFF2-40B4-BE49-F238E27FC236}">
                <a16:creationId xmlns:a16="http://schemas.microsoft.com/office/drawing/2014/main" id="{AF0B09E1-1C14-32A4-AA78-2D86A3C524A0}"/>
              </a:ext>
            </a:extLst>
          </p:cNvPr>
          <p:cNvSpPr/>
          <p:nvPr/>
        </p:nvSpPr>
        <p:spPr>
          <a:xfrm>
            <a:off x="1590219" y="3342968"/>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99</a:t>
            </a:r>
          </a:p>
        </p:txBody>
      </p:sp>
      <p:sp>
        <p:nvSpPr>
          <p:cNvPr id="3" name="Rectangle 2">
            <a:extLst>
              <a:ext uri="{FF2B5EF4-FFF2-40B4-BE49-F238E27FC236}">
                <a16:creationId xmlns:a16="http://schemas.microsoft.com/office/drawing/2014/main" id="{2FF7E496-8AE3-B9DE-47EF-4B6502760FF9}"/>
              </a:ext>
            </a:extLst>
          </p:cNvPr>
          <p:cNvSpPr/>
          <p:nvPr/>
        </p:nvSpPr>
        <p:spPr>
          <a:xfrm>
            <a:off x="3768064" y="3342968"/>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22</a:t>
            </a:r>
          </a:p>
        </p:txBody>
      </p:sp>
      <p:sp>
        <p:nvSpPr>
          <p:cNvPr id="5" name="Rectangle 4">
            <a:extLst>
              <a:ext uri="{FF2B5EF4-FFF2-40B4-BE49-F238E27FC236}">
                <a16:creationId xmlns:a16="http://schemas.microsoft.com/office/drawing/2014/main" id="{48DD3AED-11F6-73D0-88FE-5A4EAA3EEED2}"/>
              </a:ext>
            </a:extLst>
          </p:cNvPr>
          <p:cNvSpPr/>
          <p:nvPr/>
        </p:nvSpPr>
        <p:spPr>
          <a:xfrm>
            <a:off x="6255626" y="3342967"/>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99</a:t>
            </a:r>
          </a:p>
        </p:txBody>
      </p:sp>
      <p:sp>
        <p:nvSpPr>
          <p:cNvPr id="8" name="Rectangle 7">
            <a:extLst>
              <a:ext uri="{FF2B5EF4-FFF2-40B4-BE49-F238E27FC236}">
                <a16:creationId xmlns:a16="http://schemas.microsoft.com/office/drawing/2014/main" id="{33CA87ED-29C9-C742-E92A-265F08397C23}"/>
              </a:ext>
            </a:extLst>
          </p:cNvPr>
          <p:cNvSpPr/>
          <p:nvPr/>
        </p:nvSpPr>
        <p:spPr>
          <a:xfrm>
            <a:off x="8300735" y="3342967"/>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88</a:t>
            </a:r>
          </a:p>
        </p:txBody>
      </p:sp>
      <p:sp>
        <p:nvSpPr>
          <p:cNvPr id="10" name="Rectangle 9">
            <a:extLst>
              <a:ext uri="{FF2B5EF4-FFF2-40B4-BE49-F238E27FC236}">
                <a16:creationId xmlns:a16="http://schemas.microsoft.com/office/drawing/2014/main" id="{2908411A-A8CF-A5BD-6E62-FDC99FDBA267}"/>
              </a:ext>
            </a:extLst>
          </p:cNvPr>
          <p:cNvSpPr/>
          <p:nvPr/>
        </p:nvSpPr>
        <p:spPr>
          <a:xfrm>
            <a:off x="522732" y="521208"/>
            <a:ext cx="3684787" cy="111596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Now it ‘s Min player’s turn so he will try to minimize Max’s Score</a:t>
            </a:r>
          </a:p>
        </p:txBody>
      </p:sp>
      <p:cxnSp>
        <p:nvCxnSpPr>
          <p:cNvPr id="14" name="Connector: Curved 13">
            <a:extLst>
              <a:ext uri="{FF2B5EF4-FFF2-40B4-BE49-F238E27FC236}">
                <a16:creationId xmlns:a16="http://schemas.microsoft.com/office/drawing/2014/main" id="{26233E35-D4F0-7063-7C75-F820490E22EB}"/>
              </a:ext>
            </a:extLst>
          </p:cNvPr>
          <p:cNvCxnSpPr>
            <a:cxnSpLocks/>
            <a:stCxn id="10" idx="3"/>
          </p:cNvCxnSpPr>
          <p:nvPr/>
        </p:nvCxnSpPr>
        <p:spPr>
          <a:xfrm>
            <a:off x="4207519" y="1079189"/>
            <a:ext cx="5801720" cy="182132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0DE7219-6A23-615D-8226-1A2D79572A47}"/>
              </a:ext>
            </a:extLst>
          </p:cNvPr>
          <p:cNvSpPr/>
          <p:nvPr/>
        </p:nvSpPr>
        <p:spPr>
          <a:xfrm>
            <a:off x="2499703" y="2227006"/>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22</a:t>
            </a:r>
          </a:p>
        </p:txBody>
      </p:sp>
      <p:sp>
        <p:nvSpPr>
          <p:cNvPr id="12" name="Rectangle 11">
            <a:extLst>
              <a:ext uri="{FF2B5EF4-FFF2-40B4-BE49-F238E27FC236}">
                <a16:creationId xmlns:a16="http://schemas.microsoft.com/office/drawing/2014/main" id="{82B8C000-A334-2C2B-0E09-EACD0F0AF331}"/>
              </a:ext>
            </a:extLst>
          </p:cNvPr>
          <p:cNvSpPr/>
          <p:nvPr/>
        </p:nvSpPr>
        <p:spPr>
          <a:xfrm>
            <a:off x="6570528" y="2227006"/>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88</a:t>
            </a:r>
          </a:p>
        </p:txBody>
      </p:sp>
    </p:spTree>
    <p:extLst>
      <p:ext uri="{BB962C8B-B14F-4D97-AF65-F5344CB8AC3E}">
        <p14:creationId xmlns:p14="http://schemas.microsoft.com/office/powerpoint/2010/main" val="289827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5A09C0-8521-E5C7-DE93-5FE764D3CDA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AF48E8A-FAF2-61DD-794D-00676891B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43F94511-86EA-39FE-2E15-572EF1106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81FC937-726F-3680-8EED-0AC46370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504740D-BD75-05B4-3377-3EB98F9D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diagram&#10;&#10;Description automatically generated">
            <a:extLst>
              <a:ext uri="{FF2B5EF4-FFF2-40B4-BE49-F238E27FC236}">
                <a16:creationId xmlns:a16="http://schemas.microsoft.com/office/drawing/2014/main" id="{2895377D-D82E-B04D-6160-62C300C505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3356" y="944847"/>
            <a:ext cx="10337292" cy="4961900"/>
          </a:xfrm>
          <a:prstGeom prst="rect">
            <a:avLst/>
          </a:prstGeom>
        </p:spPr>
      </p:pic>
      <p:sp>
        <p:nvSpPr>
          <p:cNvPr id="7" name="Rectangle 6">
            <a:extLst>
              <a:ext uri="{FF2B5EF4-FFF2-40B4-BE49-F238E27FC236}">
                <a16:creationId xmlns:a16="http://schemas.microsoft.com/office/drawing/2014/main" id="{6F6B6998-3031-3BDE-72A7-7D8A929489F9}"/>
              </a:ext>
            </a:extLst>
          </p:cNvPr>
          <p:cNvSpPr/>
          <p:nvPr/>
        </p:nvSpPr>
        <p:spPr>
          <a:xfrm>
            <a:off x="1590219" y="3342968"/>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99</a:t>
            </a:r>
          </a:p>
        </p:txBody>
      </p:sp>
      <p:sp>
        <p:nvSpPr>
          <p:cNvPr id="3" name="Rectangle 2">
            <a:extLst>
              <a:ext uri="{FF2B5EF4-FFF2-40B4-BE49-F238E27FC236}">
                <a16:creationId xmlns:a16="http://schemas.microsoft.com/office/drawing/2014/main" id="{4AE41492-B64E-5056-AE73-BB06153C9F1B}"/>
              </a:ext>
            </a:extLst>
          </p:cNvPr>
          <p:cNvSpPr/>
          <p:nvPr/>
        </p:nvSpPr>
        <p:spPr>
          <a:xfrm>
            <a:off x="3768064" y="3342968"/>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22</a:t>
            </a:r>
          </a:p>
        </p:txBody>
      </p:sp>
      <p:sp>
        <p:nvSpPr>
          <p:cNvPr id="5" name="Rectangle 4">
            <a:extLst>
              <a:ext uri="{FF2B5EF4-FFF2-40B4-BE49-F238E27FC236}">
                <a16:creationId xmlns:a16="http://schemas.microsoft.com/office/drawing/2014/main" id="{229155F6-1094-EA99-9E28-9E7A34489E75}"/>
              </a:ext>
            </a:extLst>
          </p:cNvPr>
          <p:cNvSpPr/>
          <p:nvPr/>
        </p:nvSpPr>
        <p:spPr>
          <a:xfrm>
            <a:off x="6255626" y="3342967"/>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99</a:t>
            </a:r>
          </a:p>
        </p:txBody>
      </p:sp>
      <p:sp>
        <p:nvSpPr>
          <p:cNvPr id="8" name="Rectangle 7">
            <a:extLst>
              <a:ext uri="{FF2B5EF4-FFF2-40B4-BE49-F238E27FC236}">
                <a16:creationId xmlns:a16="http://schemas.microsoft.com/office/drawing/2014/main" id="{900B2D70-4CA9-F841-0900-3EA30F2B7A2A}"/>
              </a:ext>
            </a:extLst>
          </p:cNvPr>
          <p:cNvSpPr/>
          <p:nvPr/>
        </p:nvSpPr>
        <p:spPr>
          <a:xfrm>
            <a:off x="8300735" y="3342967"/>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88</a:t>
            </a:r>
          </a:p>
        </p:txBody>
      </p:sp>
      <p:sp>
        <p:nvSpPr>
          <p:cNvPr id="10" name="Rectangle 9">
            <a:extLst>
              <a:ext uri="{FF2B5EF4-FFF2-40B4-BE49-F238E27FC236}">
                <a16:creationId xmlns:a16="http://schemas.microsoft.com/office/drawing/2014/main" id="{393DEDFC-62F0-A0DA-369D-84DB0A210FA3}"/>
              </a:ext>
            </a:extLst>
          </p:cNvPr>
          <p:cNvSpPr/>
          <p:nvPr/>
        </p:nvSpPr>
        <p:spPr>
          <a:xfrm>
            <a:off x="522732" y="521208"/>
            <a:ext cx="3684787" cy="111596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So This is the Optimal path for A to get the highest gain assuming that both players are playing optimally</a:t>
            </a:r>
          </a:p>
        </p:txBody>
      </p:sp>
      <p:sp>
        <p:nvSpPr>
          <p:cNvPr id="6" name="Rectangle 5">
            <a:extLst>
              <a:ext uri="{FF2B5EF4-FFF2-40B4-BE49-F238E27FC236}">
                <a16:creationId xmlns:a16="http://schemas.microsoft.com/office/drawing/2014/main" id="{A049D1B1-452C-F3B8-BA9A-1FE7BF7A830F}"/>
              </a:ext>
            </a:extLst>
          </p:cNvPr>
          <p:cNvSpPr/>
          <p:nvPr/>
        </p:nvSpPr>
        <p:spPr>
          <a:xfrm>
            <a:off x="2499703" y="2227006"/>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22</a:t>
            </a:r>
          </a:p>
        </p:txBody>
      </p:sp>
      <p:sp>
        <p:nvSpPr>
          <p:cNvPr id="12" name="Rectangle 11">
            <a:extLst>
              <a:ext uri="{FF2B5EF4-FFF2-40B4-BE49-F238E27FC236}">
                <a16:creationId xmlns:a16="http://schemas.microsoft.com/office/drawing/2014/main" id="{6056E099-CDF6-DD72-E5CB-A57C4CE4031B}"/>
              </a:ext>
            </a:extLst>
          </p:cNvPr>
          <p:cNvSpPr/>
          <p:nvPr/>
        </p:nvSpPr>
        <p:spPr>
          <a:xfrm>
            <a:off x="6570528" y="2227006"/>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88</a:t>
            </a:r>
          </a:p>
        </p:txBody>
      </p:sp>
      <p:sp>
        <p:nvSpPr>
          <p:cNvPr id="2" name="Rectangle 1">
            <a:extLst>
              <a:ext uri="{FF2B5EF4-FFF2-40B4-BE49-F238E27FC236}">
                <a16:creationId xmlns:a16="http://schemas.microsoft.com/office/drawing/2014/main" id="{99EF130F-6D66-2762-445D-502BEAB53B6D}"/>
              </a:ext>
            </a:extLst>
          </p:cNvPr>
          <p:cNvSpPr/>
          <p:nvPr/>
        </p:nvSpPr>
        <p:spPr>
          <a:xfrm>
            <a:off x="6255626" y="1086509"/>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88</a:t>
            </a:r>
          </a:p>
        </p:txBody>
      </p:sp>
      <p:cxnSp>
        <p:nvCxnSpPr>
          <p:cNvPr id="17" name="Straight Arrow Connector 16">
            <a:extLst>
              <a:ext uri="{FF2B5EF4-FFF2-40B4-BE49-F238E27FC236}">
                <a16:creationId xmlns:a16="http://schemas.microsoft.com/office/drawing/2014/main" id="{5883CCD5-6103-4689-0D5F-2384C211338B}"/>
              </a:ext>
            </a:extLst>
          </p:cNvPr>
          <p:cNvCxnSpPr>
            <a:cxnSpLocks/>
          </p:cNvCxnSpPr>
          <p:nvPr/>
        </p:nvCxnSpPr>
        <p:spPr>
          <a:xfrm>
            <a:off x="6169840" y="1493989"/>
            <a:ext cx="1400999" cy="8847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E7F0706-EDED-260B-E0DC-4A13CAC801C8}"/>
              </a:ext>
            </a:extLst>
          </p:cNvPr>
          <p:cNvCxnSpPr>
            <a:cxnSpLocks/>
          </p:cNvCxnSpPr>
          <p:nvPr/>
        </p:nvCxnSpPr>
        <p:spPr>
          <a:xfrm>
            <a:off x="8069578" y="2885806"/>
            <a:ext cx="887852" cy="9143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F10A2-B565-6192-63B2-2B0F5BABCCC4}"/>
              </a:ext>
            </a:extLst>
          </p:cNvPr>
          <p:cNvCxnSpPr>
            <a:cxnSpLocks/>
          </p:cNvCxnSpPr>
          <p:nvPr/>
        </p:nvCxnSpPr>
        <p:spPr>
          <a:xfrm flipH="1">
            <a:off x="8500795" y="4292999"/>
            <a:ext cx="229684" cy="5604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9130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623AD-A941-4E7E-1EDA-CADCA727FC51}"/>
              </a:ext>
            </a:extLst>
          </p:cNvPr>
          <p:cNvSpPr>
            <a:spLocks noGrp="1"/>
          </p:cNvSpPr>
          <p:nvPr>
            <p:ph type="title"/>
          </p:nvPr>
        </p:nvSpPr>
        <p:spPr/>
        <p:txBody>
          <a:bodyPr/>
          <a:lstStyle/>
          <a:p>
            <a:r>
              <a:rPr lang="en-US" sz="4800" dirty="0">
                <a:latin typeface="Arial" panose="020B0604020202020204" pitchFamily="34" charset="0"/>
                <a:cs typeface="Arial" panose="020B0604020202020204" pitchFamily="34" charset="0"/>
              </a:rPr>
              <a:t>Example : Get the Value of I after applying min max algorithm</a:t>
            </a:r>
            <a:endParaRPr lang="en-US" dirty="0"/>
          </a:p>
        </p:txBody>
      </p:sp>
      <p:pic>
        <p:nvPicPr>
          <p:cNvPr id="5" name="Content Placeholder 4" descr="A screenshot of a computer&#10;&#10;Description automatically generated">
            <a:extLst>
              <a:ext uri="{FF2B5EF4-FFF2-40B4-BE49-F238E27FC236}">
                <a16:creationId xmlns:a16="http://schemas.microsoft.com/office/drawing/2014/main" id="{72538773-B9F2-FBA0-D12E-66121E451D0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296238" y="2190540"/>
            <a:ext cx="9078682" cy="4190163"/>
          </a:xfrm>
        </p:spPr>
      </p:pic>
    </p:spTree>
    <p:extLst>
      <p:ext uri="{BB962C8B-B14F-4D97-AF65-F5344CB8AC3E}">
        <p14:creationId xmlns:p14="http://schemas.microsoft.com/office/powerpoint/2010/main" val="3260155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CF96EC-F85E-51D8-6594-A301802EF6F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8C3B984-1323-9D95-3C0B-CC4D8335E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8858753-AD95-ECF5-4629-CCF592C58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Content Placeholder 4" descr="A screenshot of a computer&#10;&#10;Description automatically generated">
            <a:extLst>
              <a:ext uri="{FF2B5EF4-FFF2-40B4-BE49-F238E27FC236}">
                <a16:creationId xmlns:a16="http://schemas.microsoft.com/office/drawing/2014/main" id="{6741B7C9-7CF1-A604-AA91-E3220F318D7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522732" y="734152"/>
            <a:ext cx="11146536" cy="5224198"/>
          </a:xfrm>
        </p:spPr>
      </p:pic>
    </p:spTree>
    <p:extLst>
      <p:ext uri="{BB962C8B-B14F-4D97-AF65-F5344CB8AC3E}">
        <p14:creationId xmlns:p14="http://schemas.microsoft.com/office/powerpoint/2010/main" val="2243483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80FA9B-28E9-7096-0588-50C688936FBE}"/>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C3BE4A1-F47E-2127-166F-5DA62853A1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1F4411-A69D-1E40-8AC1-4DC958948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Content Placeholder 4" descr="A screenshot of a computer&#10;&#10;Description automatically generated">
            <a:extLst>
              <a:ext uri="{FF2B5EF4-FFF2-40B4-BE49-F238E27FC236}">
                <a16:creationId xmlns:a16="http://schemas.microsoft.com/office/drawing/2014/main" id="{9D7581D3-E2AB-E01B-617C-E7571CB32FD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522732" y="734152"/>
            <a:ext cx="11146536" cy="5224198"/>
          </a:xfrm>
        </p:spPr>
      </p:pic>
      <p:sp>
        <p:nvSpPr>
          <p:cNvPr id="21" name="Rectangle 20">
            <a:extLst>
              <a:ext uri="{FF2B5EF4-FFF2-40B4-BE49-F238E27FC236}">
                <a16:creationId xmlns:a16="http://schemas.microsoft.com/office/drawing/2014/main" id="{E13572D6-F6CF-B8E3-C430-7DACC229A8ED}"/>
              </a:ext>
            </a:extLst>
          </p:cNvPr>
          <p:cNvSpPr/>
          <p:nvPr/>
        </p:nvSpPr>
        <p:spPr>
          <a:xfrm>
            <a:off x="1887028" y="4103545"/>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a:t>
            </a:r>
          </a:p>
        </p:txBody>
      </p:sp>
      <p:sp>
        <p:nvSpPr>
          <p:cNvPr id="2" name="Rectangle 1">
            <a:extLst>
              <a:ext uri="{FF2B5EF4-FFF2-40B4-BE49-F238E27FC236}">
                <a16:creationId xmlns:a16="http://schemas.microsoft.com/office/drawing/2014/main" id="{9D9BCB46-2BC5-D306-633F-C4AF71A6A8A8}"/>
              </a:ext>
            </a:extLst>
          </p:cNvPr>
          <p:cNvSpPr/>
          <p:nvPr/>
        </p:nvSpPr>
        <p:spPr>
          <a:xfrm>
            <a:off x="3204257" y="4146590"/>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19</a:t>
            </a:r>
          </a:p>
        </p:txBody>
      </p:sp>
      <p:sp>
        <p:nvSpPr>
          <p:cNvPr id="3" name="Rectangle 2">
            <a:extLst>
              <a:ext uri="{FF2B5EF4-FFF2-40B4-BE49-F238E27FC236}">
                <a16:creationId xmlns:a16="http://schemas.microsoft.com/office/drawing/2014/main" id="{65363FB6-65A9-A953-E70E-4426C9AF8C5F}"/>
              </a:ext>
            </a:extLst>
          </p:cNvPr>
          <p:cNvSpPr/>
          <p:nvPr/>
        </p:nvSpPr>
        <p:spPr>
          <a:xfrm>
            <a:off x="4469143" y="4103546"/>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20</a:t>
            </a:r>
          </a:p>
        </p:txBody>
      </p:sp>
      <p:sp>
        <p:nvSpPr>
          <p:cNvPr id="4" name="Rectangle 3">
            <a:extLst>
              <a:ext uri="{FF2B5EF4-FFF2-40B4-BE49-F238E27FC236}">
                <a16:creationId xmlns:a16="http://schemas.microsoft.com/office/drawing/2014/main" id="{C91E5616-4630-1C6C-5317-78D6E5237D4D}"/>
              </a:ext>
            </a:extLst>
          </p:cNvPr>
          <p:cNvSpPr/>
          <p:nvPr/>
        </p:nvSpPr>
        <p:spPr>
          <a:xfrm>
            <a:off x="5781097" y="4149211"/>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3</a:t>
            </a:r>
          </a:p>
        </p:txBody>
      </p:sp>
      <p:sp>
        <p:nvSpPr>
          <p:cNvPr id="5" name="Rectangle 4">
            <a:extLst>
              <a:ext uri="{FF2B5EF4-FFF2-40B4-BE49-F238E27FC236}">
                <a16:creationId xmlns:a16="http://schemas.microsoft.com/office/drawing/2014/main" id="{1C990B3D-896B-3283-7AF6-F44A62933059}"/>
              </a:ext>
            </a:extLst>
          </p:cNvPr>
          <p:cNvSpPr/>
          <p:nvPr/>
        </p:nvSpPr>
        <p:spPr>
          <a:xfrm>
            <a:off x="7145395" y="4149211"/>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10</a:t>
            </a:r>
          </a:p>
        </p:txBody>
      </p:sp>
      <p:sp>
        <p:nvSpPr>
          <p:cNvPr id="6" name="Rectangle 5">
            <a:extLst>
              <a:ext uri="{FF2B5EF4-FFF2-40B4-BE49-F238E27FC236}">
                <a16:creationId xmlns:a16="http://schemas.microsoft.com/office/drawing/2014/main" id="{AB27E152-8013-329E-41FF-5448E3A1C2CC}"/>
              </a:ext>
            </a:extLst>
          </p:cNvPr>
          <p:cNvSpPr/>
          <p:nvPr/>
        </p:nvSpPr>
        <p:spPr>
          <a:xfrm>
            <a:off x="8777526" y="4146590"/>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20</a:t>
            </a:r>
          </a:p>
        </p:txBody>
      </p:sp>
    </p:spTree>
    <p:extLst>
      <p:ext uri="{BB962C8B-B14F-4D97-AF65-F5344CB8AC3E}">
        <p14:creationId xmlns:p14="http://schemas.microsoft.com/office/powerpoint/2010/main" val="2437455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3B0C70-E2EB-3FF5-88A6-0F880215102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2BB6827-3882-3DD4-B7DE-4898B6F6E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B5B2B94-84F5-E9EA-CE2D-ED893BF2F9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Content Placeholder 4" descr="A screenshot of a computer&#10;&#10;Description automatically generated">
            <a:extLst>
              <a:ext uri="{FF2B5EF4-FFF2-40B4-BE49-F238E27FC236}">
                <a16:creationId xmlns:a16="http://schemas.microsoft.com/office/drawing/2014/main" id="{0EA984F3-68BF-D496-077B-A0BE53196FA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522732" y="734152"/>
            <a:ext cx="11146536" cy="5224198"/>
          </a:xfrm>
        </p:spPr>
      </p:pic>
      <p:sp>
        <p:nvSpPr>
          <p:cNvPr id="21" name="Rectangle 20">
            <a:extLst>
              <a:ext uri="{FF2B5EF4-FFF2-40B4-BE49-F238E27FC236}">
                <a16:creationId xmlns:a16="http://schemas.microsoft.com/office/drawing/2014/main" id="{63ACB897-9B88-2E58-B3F9-D60AF6B6B97C}"/>
              </a:ext>
            </a:extLst>
          </p:cNvPr>
          <p:cNvSpPr/>
          <p:nvPr/>
        </p:nvSpPr>
        <p:spPr>
          <a:xfrm>
            <a:off x="1887028" y="4103545"/>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a:t>
            </a:r>
          </a:p>
        </p:txBody>
      </p:sp>
      <p:sp>
        <p:nvSpPr>
          <p:cNvPr id="2" name="Rectangle 1">
            <a:extLst>
              <a:ext uri="{FF2B5EF4-FFF2-40B4-BE49-F238E27FC236}">
                <a16:creationId xmlns:a16="http://schemas.microsoft.com/office/drawing/2014/main" id="{DD5E2547-D009-A4FA-D94B-8295D7F0C01E}"/>
              </a:ext>
            </a:extLst>
          </p:cNvPr>
          <p:cNvSpPr/>
          <p:nvPr/>
        </p:nvSpPr>
        <p:spPr>
          <a:xfrm>
            <a:off x="3204257" y="4146590"/>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19</a:t>
            </a:r>
          </a:p>
        </p:txBody>
      </p:sp>
      <p:sp>
        <p:nvSpPr>
          <p:cNvPr id="3" name="Rectangle 2">
            <a:extLst>
              <a:ext uri="{FF2B5EF4-FFF2-40B4-BE49-F238E27FC236}">
                <a16:creationId xmlns:a16="http://schemas.microsoft.com/office/drawing/2014/main" id="{97245AD6-E563-8581-5ED5-8A448EEE71C0}"/>
              </a:ext>
            </a:extLst>
          </p:cNvPr>
          <p:cNvSpPr/>
          <p:nvPr/>
        </p:nvSpPr>
        <p:spPr>
          <a:xfrm>
            <a:off x="4469143" y="4103546"/>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20</a:t>
            </a:r>
          </a:p>
        </p:txBody>
      </p:sp>
      <p:sp>
        <p:nvSpPr>
          <p:cNvPr id="4" name="Rectangle 3">
            <a:extLst>
              <a:ext uri="{FF2B5EF4-FFF2-40B4-BE49-F238E27FC236}">
                <a16:creationId xmlns:a16="http://schemas.microsoft.com/office/drawing/2014/main" id="{728F0E1B-2D00-45F9-70C5-5C6C9BF7E288}"/>
              </a:ext>
            </a:extLst>
          </p:cNvPr>
          <p:cNvSpPr/>
          <p:nvPr/>
        </p:nvSpPr>
        <p:spPr>
          <a:xfrm>
            <a:off x="5781097" y="4149211"/>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3</a:t>
            </a:r>
          </a:p>
        </p:txBody>
      </p:sp>
      <p:sp>
        <p:nvSpPr>
          <p:cNvPr id="5" name="Rectangle 4">
            <a:extLst>
              <a:ext uri="{FF2B5EF4-FFF2-40B4-BE49-F238E27FC236}">
                <a16:creationId xmlns:a16="http://schemas.microsoft.com/office/drawing/2014/main" id="{99ACB522-B1CA-4BA9-1EC9-35172F89B013}"/>
              </a:ext>
            </a:extLst>
          </p:cNvPr>
          <p:cNvSpPr/>
          <p:nvPr/>
        </p:nvSpPr>
        <p:spPr>
          <a:xfrm>
            <a:off x="7145395" y="4149211"/>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10</a:t>
            </a:r>
          </a:p>
        </p:txBody>
      </p:sp>
      <p:sp>
        <p:nvSpPr>
          <p:cNvPr id="6" name="Rectangle 5">
            <a:extLst>
              <a:ext uri="{FF2B5EF4-FFF2-40B4-BE49-F238E27FC236}">
                <a16:creationId xmlns:a16="http://schemas.microsoft.com/office/drawing/2014/main" id="{6DBC39F6-6C93-70A5-BF1E-D4080681D790}"/>
              </a:ext>
            </a:extLst>
          </p:cNvPr>
          <p:cNvSpPr/>
          <p:nvPr/>
        </p:nvSpPr>
        <p:spPr>
          <a:xfrm>
            <a:off x="8777526" y="4146590"/>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20</a:t>
            </a:r>
          </a:p>
        </p:txBody>
      </p:sp>
      <p:sp>
        <p:nvSpPr>
          <p:cNvPr id="7" name="Rectangle 6">
            <a:extLst>
              <a:ext uri="{FF2B5EF4-FFF2-40B4-BE49-F238E27FC236}">
                <a16:creationId xmlns:a16="http://schemas.microsoft.com/office/drawing/2014/main" id="{B41D77FE-7AFB-884E-56E7-3956A3736749}"/>
              </a:ext>
            </a:extLst>
          </p:cNvPr>
          <p:cNvSpPr/>
          <p:nvPr/>
        </p:nvSpPr>
        <p:spPr>
          <a:xfrm>
            <a:off x="2765174" y="3075037"/>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a:t>
            </a:r>
          </a:p>
        </p:txBody>
      </p:sp>
      <p:sp>
        <p:nvSpPr>
          <p:cNvPr id="8" name="Rectangle 7">
            <a:extLst>
              <a:ext uri="{FF2B5EF4-FFF2-40B4-BE49-F238E27FC236}">
                <a16:creationId xmlns:a16="http://schemas.microsoft.com/office/drawing/2014/main" id="{ABFADC75-61F5-EAF6-DB83-0BD55717920D}"/>
              </a:ext>
            </a:extLst>
          </p:cNvPr>
          <p:cNvSpPr/>
          <p:nvPr/>
        </p:nvSpPr>
        <p:spPr>
          <a:xfrm>
            <a:off x="8167218" y="3153319"/>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3</a:t>
            </a:r>
          </a:p>
        </p:txBody>
      </p:sp>
    </p:spTree>
    <p:extLst>
      <p:ext uri="{BB962C8B-B14F-4D97-AF65-F5344CB8AC3E}">
        <p14:creationId xmlns:p14="http://schemas.microsoft.com/office/powerpoint/2010/main" val="467524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66F536-CC81-E287-9A60-41AE76E8438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E0724D3-41D0-4D7E-26E3-AC4B8ABD2C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A9455B5-198A-DAA2-68BA-136D24B24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Content Placeholder 4" descr="A screenshot of a computer&#10;&#10;Description automatically generated">
            <a:extLst>
              <a:ext uri="{FF2B5EF4-FFF2-40B4-BE49-F238E27FC236}">
                <a16:creationId xmlns:a16="http://schemas.microsoft.com/office/drawing/2014/main" id="{11730EA7-641E-89FA-4049-E294D52BB6A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522732" y="734152"/>
            <a:ext cx="11146536" cy="5224198"/>
          </a:xfrm>
        </p:spPr>
      </p:pic>
      <p:sp>
        <p:nvSpPr>
          <p:cNvPr id="21" name="Rectangle 20">
            <a:extLst>
              <a:ext uri="{FF2B5EF4-FFF2-40B4-BE49-F238E27FC236}">
                <a16:creationId xmlns:a16="http://schemas.microsoft.com/office/drawing/2014/main" id="{0C616E10-7D15-1FB7-3666-F5B904465ADB}"/>
              </a:ext>
            </a:extLst>
          </p:cNvPr>
          <p:cNvSpPr/>
          <p:nvPr/>
        </p:nvSpPr>
        <p:spPr>
          <a:xfrm>
            <a:off x="1887028" y="4103545"/>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a:t>
            </a:r>
          </a:p>
        </p:txBody>
      </p:sp>
      <p:sp>
        <p:nvSpPr>
          <p:cNvPr id="2" name="Rectangle 1">
            <a:extLst>
              <a:ext uri="{FF2B5EF4-FFF2-40B4-BE49-F238E27FC236}">
                <a16:creationId xmlns:a16="http://schemas.microsoft.com/office/drawing/2014/main" id="{08FF7FE6-BDA0-3A67-0B5E-BBA134B371CC}"/>
              </a:ext>
            </a:extLst>
          </p:cNvPr>
          <p:cNvSpPr/>
          <p:nvPr/>
        </p:nvSpPr>
        <p:spPr>
          <a:xfrm>
            <a:off x="3204257" y="4146590"/>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19</a:t>
            </a:r>
          </a:p>
        </p:txBody>
      </p:sp>
      <p:sp>
        <p:nvSpPr>
          <p:cNvPr id="3" name="Rectangle 2">
            <a:extLst>
              <a:ext uri="{FF2B5EF4-FFF2-40B4-BE49-F238E27FC236}">
                <a16:creationId xmlns:a16="http://schemas.microsoft.com/office/drawing/2014/main" id="{DE93E425-F101-F43C-BE6D-E930E9C7A7C8}"/>
              </a:ext>
            </a:extLst>
          </p:cNvPr>
          <p:cNvSpPr/>
          <p:nvPr/>
        </p:nvSpPr>
        <p:spPr>
          <a:xfrm>
            <a:off x="4469143" y="4103546"/>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20</a:t>
            </a:r>
          </a:p>
        </p:txBody>
      </p:sp>
      <p:sp>
        <p:nvSpPr>
          <p:cNvPr id="4" name="Rectangle 3">
            <a:extLst>
              <a:ext uri="{FF2B5EF4-FFF2-40B4-BE49-F238E27FC236}">
                <a16:creationId xmlns:a16="http://schemas.microsoft.com/office/drawing/2014/main" id="{E4C91936-CF6C-EFA5-EB6A-85E3FFDDF462}"/>
              </a:ext>
            </a:extLst>
          </p:cNvPr>
          <p:cNvSpPr/>
          <p:nvPr/>
        </p:nvSpPr>
        <p:spPr>
          <a:xfrm>
            <a:off x="5781097" y="4149211"/>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3</a:t>
            </a:r>
          </a:p>
        </p:txBody>
      </p:sp>
      <p:sp>
        <p:nvSpPr>
          <p:cNvPr id="5" name="Rectangle 4">
            <a:extLst>
              <a:ext uri="{FF2B5EF4-FFF2-40B4-BE49-F238E27FC236}">
                <a16:creationId xmlns:a16="http://schemas.microsoft.com/office/drawing/2014/main" id="{3F6FF1A5-DD15-794D-506B-9FE49B215189}"/>
              </a:ext>
            </a:extLst>
          </p:cNvPr>
          <p:cNvSpPr/>
          <p:nvPr/>
        </p:nvSpPr>
        <p:spPr>
          <a:xfrm>
            <a:off x="7145395" y="4149211"/>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10</a:t>
            </a:r>
          </a:p>
        </p:txBody>
      </p:sp>
      <p:sp>
        <p:nvSpPr>
          <p:cNvPr id="6" name="Rectangle 5">
            <a:extLst>
              <a:ext uri="{FF2B5EF4-FFF2-40B4-BE49-F238E27FC236}">
                <a16:creationId xmlns:a16="http://schemas.microsoft.com/office/drawing/2014/main" id="{48F4975F-9242-F1ED-54A0-0D51400696F9}"/>
              </a:ext>
            </a:extLst>
          </p:cNvPr>
          <p:cNvSpPr/>
          <p:nvPr/>
        </p:nvSpPr>
        <p:spPr>
          <a:xfrm>
            <a:off x="8777526" y="4146590"/>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20</a:t>
            </a:r>
          </a:p>
        </p:txBody>
      </p:sp>
      <p:sp>
        <p:nvSpPr>
          <p:cNvPr id="7" name="Rectangle 6">
            <a:extLst>
              <a:ext uri="{FF2B5EF4-FFF2-40B4-BE49-F238E27FC236}">
                <a16:creationId xmlns:a16="http://schemas.microsoft.com/office/drawing/2014/main" id="{F5FDD162-673D-5045-58F0-2B93ED940128}"/>
              </a:ext>
            </a:extLst>
          </p:cNvPr>
          <p:cNvSpPr/>
          <p:nvPr/>
        </p:nvSpPr>
        <p:spPr>
          <a:xfrm>
            <a:off x="2765174" y="3075037"/>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a:t>
            </a:r>
          </a:p>
        </p:txBody>
      </p:sp>
      <p:sp>
        <p:nvSpPr>
          <p:cNvPr id="8" name="Rectangle 7">
            <a:extLst>
              <a:ext uri="{FF2B5EF4-FFF2-40B4-BE49-F238E27FC236}">
                <a16:creationId xmlns:a16="http://schemas.microsoft.com/office/drawing/2014/main" id="{7B7E5827-5B0F-92BA-7311-6006E1F57AE0}"/>
              </a:ext>
            </a:extLst>
          </p:cNvPr>
          <p:cNvSpPr/>
          <p:nvPr/>
        </p:nvSpPr>
        <p:spPr>
          <a:xfrm>
            <a:off x="8167218" y="3153319"/>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3</a:t>
            </a:r>
          </a:p>
        </p:txBody>
      </p:sp>
      <p:sp>
        <p:nvSpPr>
          <p:cNvPr id="9" name="Rectangle 8">
            <a:extLst>
              <a:ext uri="{FF2B5EF4-FFF2-40B4-BE49-F238E27FC236}">
                <a16:creationId xmlns:a16="http://schemas.microsoft.com/office/drawing/2014/main" id="{95A3EF76-0AC4-C9A9-B840-3920FA0990F9}"/>
              </a:ext>
            </a:extLst>
          </p:cNvPr>
          <p:cNvSpPr/>
          <p:nvPr/>
        </p:nvSpPr>
        <p:spPr>
          <a:xfrm>
            <a:off x="5355973" y="1268469"/>
            <a:ext cx="629805"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a:t>
            </a:r>
          </a:p>
        </p:txBody>
      </p:sp>
    </p:spTree>
    <p:extLst>
      <p:ext uri="{BB962C8B-B14F-4D97-AF65-F5344CB8AC3E}">
        <p14:creationId xmlns:p14="http://schemas.microsoft.com/office/powerpoint/2010/main" val="278360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EA689-6F27-BA28-F081-E16F47AE11B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Solve the following 3 players game tree</a:t>
            </a:r>
          </a:p>
        </p:txBody>
      </p:sp>
      <p:pic>
        <p:nvPicPr>
          <p:cNvPr id="4" name="Picture 3">
            <a:extLst>
              <a:ext uri="{FF2B5EF4-FFF2-40B4-BE49-F238E27FC236}">
                <a16:creationId xmlns:a16="http://schemas.microsoft.com/office/drawing/2014/main" id="{71288D45-4C2B-CF1D-4EB0-99A6C323F1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3739" y="2014611"/>
            <a:ext cx="7242441" cy="3948069"/>
          </a:xfrm>
          <a:prstGeom prst="rect">
            <a:avLst/>
          </a:prstGeom>
        </p:spPr>
      </p:pic>
    </p:spTree>
    <p:extLst>
      <p:ext uri="{BB962C8B-B14F-4D97-AF65-F5344CB8AC3E}">
        <p14:creationId xmlns:p14="http://schemas.microsoft.com/office/powerpoint/2010/main" val="4041417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489D6C-0294-87AB-9771-B053E6C617C4}"/>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A8E9C91B-7EAD-4562-AB0E-DFB9663AE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12">
            <a:extLst>
              <a:ext uri="{FF2B5EF4-FFF2-40B4-BE49-F238E27FC236}">
                <a16:creationId xmlns:a16="http://schemas.microsoft.com/office/drawing/2014/main" id="{71D09712-9717-F4A6-A36B-F4CD373E18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3356" y="1112828"/>
            <a:ext cx="10337292" cy="4625938"/>
          </a:xfrm>
          <a:prstGeom prst="rect">
            <a:avLst/>
          </a:prstGeom>
        </p:spPr>
      </p:pic>
    </p:spTree>
    <p:extLst>
      <p:ext uri="{BB962C8B-B14F-4D97-AF65-F5344CB8AC3E}">
        <p14:creationId xmlns:p14="http://schemas.microsoft.com/office/powerpoint/2010/main" val="4170259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FC7F09-5E42-34C4-DC62-9E9432E2E9B6}"/>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7D247E26-AA2C-C966-732D-A59BB0A6E1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5DA7E473-172C-F3C0-C4CC-843E58D8F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4379D5C-9AC5-5EB9-7D94-2275DB758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B8AAB3-F603-E79E-9FB1-9DB0476BF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12">
            <a:extLst>
              <a:ext uri="{FF2B5EF4-FFF2-40B4-BE49-F238E27FC236}">
                <a16:creationId xmlns:a16="http://schemas.microsoft.com/office/drawing/2014/main" id="{C8C4ABA1-9558-2409-19C3-D0E2CEC2B7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3356" y="1112828"/>
            <a:ext cx="10337292" cy="4625938"/>
          </a:xfrm>
          <a:prstGeom prst="rect">
            <a:avLst/>
          </a:prstGeom>
        </p:spPr>
      </p:pic>
      <p:sp>
        <p:nvSpPr>
          <p:cNvPr id="3" name="Rectangle 2">
            <a:extLst>
              <a:ext uri="{FF2B5EF4-FFF2-40B4-BE49-F238E27FC236}">
                <a16:creationId xmlns:a16="http://schemas.microsoft.com/office/drawing/2014/main" id="{03F0AD5B-A8B4-A18F-6396-F135B9A65DF9}"/>
              </a:ext>
            </a:extLst>
          </p:cNvPr>
          <p:cNvSpPr/>
          <p:nvPr/>
        </p:nvSpPr>
        <p:spPr>
          <a:xfrm>
            <a:off x="2555890" y="3764326"/>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(4,2,3)</a:t>
            </a:r>
          </a:p>
        </p:txBody>
      </p:sp>
      <p:sp>
        <p:nvSpPr>
          <p:cNvPr id="7" name="Rectangle 6">
            <a:extLst>
              <a:ext uri="{FF2B5EF4-FFF2-40B4-BE49-F238E27FC236}">
                <a16:creationId xmlns:a16="http://schemas.microsoft.com/office/drawing/2014/main" id="{ADB4D511-FF37-CED7-154A-88624DF8D3C1}"/>
              </a:ext>
            </a:extLst>
          </p:cNvPr>
          <p:cNvSpPr/>
          <p:nvPr/>
        </p:nvSpPr>
        <p:spPr>
          <a:xfrm>
            <a:off x="4959877" y="3764325"/>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(7,4,-1)</a:t>
            </a:r>
          </a:p>
        </p:txBody>
      </p:sp>
      <p:sp>
        <p:nvSpPr>
          <p:cNvPr id="8" name="Rectangle 7">
            <a:extLst>
              <a:ext uri="{FF2B5EF4-FFF2-40B4-BE49-F238E27FC236}">
                <a16:creationId xmlns:a16="http://schemas.microsoft.com/office/drawing/2014/main" id="{D18E9794-1FA6-8323-E288-17222B593373}"/>
              </a:ext>
            </a:extLst>
          </p:cNvPr>
          <p:cNvSpPr/>
          <p:nvPr/>
        </p:nvSpPr>
        <p:spPr>
          <a:xfrm>
            <a:off x="7363864" y="3764324"/>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(5,-1,-1)</a:t>
            </a:r>
          </a:p>
        </p:txBody>
      </p:sp>
      <p:sp>
        <p:nvSpPr>
          <p:cNvPr id="9" name="Rectangle 8">
            <a:extLst>
              <a:ext uri="{FF2B5EF4-FFF2-40B4-BE49-F238E27FC236}">
                <a16:creationId xmlns:a16="http://schemas.microsoft.com/office/drawing/2014/main" id="{883F2A21-C4F3-0129-D25C-FA34CAA0427C}"/>
              </a:ext>
            </a:extLst>
          </p:cNvPr>
          <p:cNvSpPr/>
          <p:nvPr/>
        </p:nvSpPr>
        <p:spPr>
          <a:xfrm>
            <a:off x="9822824" y="3761639"/>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(7,7,-1)</a:t>
            </a:r>
          </a:p>
        </p:txBody>
      </p:sp>
    </p:spTree>
    <p:extLst>
      <p:ext uri="{BB962C8B-B14F-4D97-AF65-F5344CB8AC3E}">
        <p14:creationId xmlns:p14="http://schemas.microsoft.com/office/powerpoint/2010/main" val="2673524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15E6B5-E9F8-5C11-7FBA-EAE26544C498}"/>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2379AD5F-C484-2C94-150A-AB8CC5219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1946DAAF-3344-0359-726E-5EE2002CC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5D478D8-B70D-0682-DA92-239C5D103B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24DA2B4-F145-93A1-CFFD-1A1A31F9C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12">
            <a:extLst>
              <a:ext uri="{FF2B5EF4-FFF2-40B4-BE49-F238E27FC236}">
                <a16:creationId xmlns:a16="http://schemas.microsoft.com/office/drawing/2014/main" id="{E8578F8E-13FE-0705-3BDE-5E65BE40D3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3356" y="1112828"/>
            <a:ext cx="10337292" cy="4625938"/>
          </a:xfrm>
          <a:prstGeom prst="rect">
            <a:avLst/>
          </a:prstGeom>
        </p:spPr>
      </p:pic>
      <p:sp>
        <p:nvSpPr>
          <p:cNvPr id="3" name="Rectangle 2">
            <a:extLst>
              <a:ext uri="{FF2B5EF4-FFF2-40B4-BE49-F238E27FC236}">
                <a16:creationId xmlns:a16="http://schemas.microsoft.com/office/drawing/2014/main" id="{9D90149F-2753-70ED-DBCC-5F7A97EF6D63}"/>
              </a:ext>
            </a:extLst>
          </p:cNvPr>
          <p:cNvSpPr/>
          <p:nvPr/>
        </p:nvSpPr>
        <p:spPr>
          <a:xfrm>
            <a:off x="2555890" y="3764326"/>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(4,2,3)</a:t>
            </a:r>
          </a:p>
        </p:txBody>
      </p:sp>
      <p:sp>
        <p:nvSpPr>
          <p:cNvPr id="7" name="Rectangle 6">
            <a:extLst>
              <a:ext uri="{FF2B5EF4-FFF2-40B4-BE49-F238E27FC236}">
                <a16:creationId xmlns:a16="http://schemas.microsoft.com/office/drawing/2014/main" id="{31D28103-5700-EA28-9770-C111F4F12DB3}"/>
              </a:ext>
            </a:extLst>
          </p:cNvPr>
          <p:cNvSpPr/>
          <p:nvPr/>
        </p:nvSpPr>
        <p:spPr>
          <a:xfrm>
            <a:off x="4959877" y="3764325"/>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(7,4,-1)</a:t>
            </a:r>
          </a:p>
        </p:txBody>
      </p:sp>
      <p:sp>
        <p:nvSpPr>
          <p:cNvPr id="8" name="Rectangle 7">
            <a:extLst>
              <a:ext uri="{FF2B5EF4-FFF2-40B4-BE49-F238E27FC236}">
                <a16:creationId xmlns:a16="http://schemas.microsoft.com/office/drawing/2014/main" id="{EBAFFC2B-EA42-467E-270C-5CEBDCE89198}"/>
              </a:ext>
            </a:extLst>
          </p:cNvPr>
          <p:cNvSpPr/>
          <p:nvPr/>
        </p:nvSpPr>
        <p:spPr>
          <a:xfrm>
            <a:off x="7363864" y="3764324"/>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(5,-1,-1)</a:t>
            </a:r>
          </a:p>
        </p:txBody>
      </p:sp>
      <p:sp>
        <p:nvSpPr>
          <p:cNvPr id="9" name="Rectangle 8">
            <a:extLst>
              <a:ext uri="{FF2B5EF4-FFF2-40B4-BE49-F238E27FC236}">
                <a16:creationId xmlns:a16="http://schemas.microsoft.com/office/drawing/2014/main" id="{4C4263C6-E858-DD53-98CE-0CB580B52BDF}"/>
              </a:ext>
            </a:extLst>
          </p:cNvPr>
          <p:cNvSpPr/>
          <p:nvPr/>
        </p:nvSpPr>
        <p:spPr>
          <a:xfrm>
            <a:off x="9822824" y="3761639"/>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(7,7,-1)</a:t>
            </a:r>
          </a:p>
        </p:txBody>
      </p:sp>
      <p:sp>
        <p:nvSpPr>
          <p:cNvPr id="2" name="Rectangle 1">
            <a:extLst>
              <a:ext uri="{FF2B5EF4-FFF2-40B4-BE49-F238E27FC236}">
                <a16:creationId xmlns:a16="http://schemas.microsoft.com/office/drawing/2014/main" id="{82681569-6C17-5B9A-C256-53C94CB757DC}"/>
              </a:ext>
            </a:extLst>
          </p:cNvPr>
          <p:cNvSpPr/>
          <p:nvPr/>
        </p:nvSpPr>
        <p:spPr>
          <a:xfrm>
            <a:off x="3710909" y="2507816"/>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(4,2,3)</a:t>
            </a:r>
          </a:p>
        </p:txBody>
      </p:sp>
      <p:sp>
        <p:nvSpPr>
          <p:cNvPr id="5" name="Rectangle 4">
            <a:extLst>
              <a:ext uri="{FF2B5EF4-FFF2-40B4-BE49-F238E27FC236}">
                <a16:creationId xmlns:a16="http://schemas.microsoft.com/office/drawing/2014/main" id="{99F30A36-B2B8-FA76-4422-30370099B9EB}"/>
              </a:ext>
            </a:extLst>
          </p:cNvPr>
          <p:cNvSpPr/>
          <p:nvPr/>
        </p:nvSpPr>
        <p:spPr>
          <a:xfrm>
            <a:off x="7363864" y="1048820"/>
            <a:ext cx="3684787" cy="111596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In this case both C players in each time Has the same score</a:t>
            </a:r>
          </a:p>
        </p:txBody>
      </p:sp>
      <p:cxnSp>
        <p:nvCxnSpPr>
          <p:cNvPr id="10" name="Connector: Curved 9">
            <a:extLst>
              <a:ext uri="{FF2B5EF4-FFF2-40B4-BE49-F238E27FC236}">
                <a16:creationId xmlns:a16="http://schemas.microsoft.com/office/drawing/2014/main" id="{7D0884D8-1739-BBA4-2507-CCD97AD3779B}"/>
              </a:ext>
            </a:extLst>
          </p:cNvPr>
          <p:cNvCxnSpPr>
            <a:cxnSpLocks/>
            <a:stCxn id="5" idx="2"/>
            <a:endCxn id="8" idx="0"/>
          </p:cNvCxnSpPr>
          <p:nvPr/>
        </p:nvCxnSpPr>
        <p:spPr>
          <a:xfrm rot="5400000">
            <a:off x="7733595" y="2291660"/>
            <a:ext cx="1599543" cy="134578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E1A96BB7-7795-A7CB-9036-73BE174E7114}"/>
              </a:ext>
            </a:extLst>
          </p:cNvPr>
          <p:cNvCxnSpPr>
            <a:cxnSpLocks/>
            <a:endCxn id="9" idx="0"/>
          </p:cNvCxnSpPr>
          <p:nvPr/>
        </p:nvCxnSpPr>
        <p:spPr>
          <a:xfrm rot="16200000" flipH="1">
            <a:off x="8996420" y="2438625"/>
            <a:ext cx="1532850" cy="111317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8377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A653C0-0CDC-EFB9-51A8-79CAA9E109AB}"/>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51660FB1-D757-E4E7-A3BF-078E267A6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A753D08D-C7E0-1036-6097-29FD4A990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B47F9AB-0D72-3CF5-BAF5-4C21031CB2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3A1CAF3-A573-E323-3ABD-53ABD55FC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12">
            <a:extLst>
              <a:ext uri="{FF2B5EF4-FFF2-40B4-BE49-F238E27FC236}">
                <a16:creationId xmlns:a16="http://schemas.microsoft.com/office/drawing/2014/main" id="{08672888-24AB-5B43-8133-D1501D591E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3356" y="1112828"/>
            <a:ext cx="10337292" cy="4625938"/>
          </a:xfrm>
          <a:prstGeom prst="rect">
            <a:avLst/>
          </a:prstGeom>
        </p:spPr>
      </p:pic>
      <p:sp>
        <p:nvSpPr>
          <p:cNvPr id="3" name="Rectangle 2">
            <a:extLst>
              <a:ext uri="{FF2B5EF4-FFF2-40B4-BE49-F238E27FC236}">
                <a16:creationId xmlns:a16="http://schemas.microsoft.com/office/drawing/2014/main" id="{1C80CB19-CE03-4E89-F9C8-ABA320BA087F}"/>
              </a:ext>
            </a:extLst>
          </p:cNvPr>
          <p:cNvSpPr/>
          <p:nvPr/>
        </p:nvSpPr>
        <p:spPr>
          <a:xfrm>
            <a:off x="2555890" y="3764326"/>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(4,2,3)</a:t>
            </a:r>
          </a:p>
        </p:txBody>
      </p:sp>
      <p:sp>
        <p:nvSpPr>
          <p:cNvPr id="7" name="Rectangle 6">
            <a:extLst>
              <a:ext uri="{FF2B5EF4-FFF2-40B4-BE49-F238E27FC236}">
                <a16:creationId xmlns:a16="http://schemas.microsoft.com/office/drawing/2014/main" id="{2C8BBA46-F7C3-1242-55CF-EABD6F3AD44F}"/>
              </a:ext>
            </a:extLst>
          </p:cNvPr>
          <p:cNvSpPr/>
          <p:nvPr/>
        </p:nvSpPr>
        <p:spPr>
          <a:xfrm>
            <a:off x="4959877" y="3764325"/>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(7,4,-1)</a:t>
            </a:r>
          </a:p>
        </p:txBody>
      </p:sp>
      <p:sp>
        <p:nvSpPr>
          <p:cNvPr id="8" name="Rectangle 7">
            <a:extLst>
              <a:ext uri="{FF2B5EF4-FFF2-40B4-BE49-F238E27FC236}">
                <a16:creationId xmlns:a16="http://schemas.microsoft.com/office/drawing/2014/main" id="{744CBC71-1287-B2E1-E56C-ED3C2CEFA9D7}"/>
              </a:ext>
            </a:extLst>
          </p:cNvPr>
          <p:cNvSpPr/>
          <p:nvPr/>
        </p:nvSpPr>
        <p:spPr>
          <a:xfrm>
            <a:off x="7363864" y="3764324"/>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(5,-1,-1)</a:t>
            </a:r>
          </a:p>
        </p:txBody>
      </p:sp>
      <p:sp>
        <p:nvSpPr>
          <p:cNvPr id="9" name="Rectangle 8">
            <a:extLst>
              <a:ext uri="{FF2B5EF4-FFF2-40B4-BE49-F238E27FC236}">
                <a16:creationId xmlns:a16="http://schemas.microsoft.com/office/drawing/2014/main" id="{D9E840C8-38CD-0ED9-FB75-2DBD2C2673E2}"/>
              </a:ext>
            </a:extLst>
          </p:cNvPr>
          <p:cNvSpPr/>
          <p:nvPr/>
        </p:nvSpPr>
        <p:spPr>
          <a:xfrm>
            <a:off x="9822824" y="3761639"/>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(7,7,-1)</a:t>
            </a:r>
          </a:p>
        </p:txBody>
      </p:sp>
      <p:sp>
        <p:nvSpPr>
          <p:cNvPr id="2" name="Rectangle 1">
            <a:extLst>
              <a:ext uri="{FF2B5EF4-FFF2-40B4-BE49-F238E27FC236}">
                <a16:creationId xmlns:a16="http://schemas.microsoft.com/office/drawing/2014/main" id="{C8DA69DF-8B23-D963-68D5-A4D8CB365BC1}"/>
              </a:ext>
            </a:extLst>
          </p:cNvPr>
          <p:cNvSpPr/>
          <p:nvPr/>
        </p:nvSpPr>
        <p:spPr>
          <a:xfrm>
            <a:off x="3710909" y="2507816"/>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(4,2,3)</a:t>
            </a:r>
          </a:p>
        </p:txBody>
      </p:sp>
      <p:sp>
        <p:nvSpPr>
          <p:cNvPr id="5" name="Rectangle 4">
            <a:extLst>
              <a:ext uri="{FF2B5EF4-FFF2-40B4-BE49-F238E27FC236}">
                <a16:creationId xmlns:a16="http://schemas.microsoft.com/office/drawing/2014/main" id="{79A3A80C-E7D7-0519-16F7-50B0A7F77375}"/>
              </a:ext>
            </a:extLst>
          </p:cNvPr>
          <p:cNvSpPr/>
          <p:nvPr/>
        </p:nvSpPr>
        <p:spPr>
          <a:xfrm>
            <a:off x="7363864" y="1048820"/>
            <a:ext cx="3684787" cy="111596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In this case both C players in each time Has the same score</a:t>
            </a:r>
          </a:p>
        </p:txBody>
      </p:sp>
      <p:cxnSp>
        <p:nvCxnSpPr>
          <p:cNvPr id="10" name="Connector: Curved 9">
            <a:extLst>
              <a:ext uri="{FF2B5EF4-FFF2-40B4-BE49-F238E27FC236}">
                <a16:creationId xmlns:a16="http://schemas.microsoft.com/office/drawing/2014/main" id="{C0316FDD-E051-8823-C6CF-BC4295A0B08C}"/>
              </a:ext>
            </a:extLst>
          </p:cNvPr>
          <p:cNvCxnSpPr>
            <a:cxnSpLocks/>
            <a:stCxn id="5" idx="2"/>
            <a:endCxn id="8" idx="0"/>
          </p:cNvCxnSpPr>
          <p:nvPr/>
        </p:nvCxnSpPr>
        <p:spPr>
          <a:xfrm rot="5400000">
            <a:off x="7733595" y="2291660"/>
            <a:ext cx="1599543" cy="134578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A0A0DE96-2CC8-1523-AB29-98DACB6E1C5B}"/>
              </a:ext>
            </a:extLst>
          </p:cNvPr>
          <p:cNvCxnSpPr>
            <a:cxnSpLocks/>
            <a:endCxn id="9" idx="0"/>
          </p:cNvCxnSpPr>
          <p:nvPr/>
        </p:nvCxnSpPr>
        <p:spPr>
          <a:xfrm rot="16200000" flipH="1">
            <a:off x="8996420" y="2438625"/>
            <a:ext cx="1532850" cy="111317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D7DB821-DB48-CE49-59B9-7B46441457F5}"/>
              </a:ext>
            </a:extLst>
          </p:cNvPr>
          <p:cNvSpPr txBox="1"/>
          <p:nvPr/>
        </p:nvSpPr>
        <p:spPr>
          <a:xfrm>
            <a:off x="8003458" y="3428999"/>
            <a:ext cx="2290739" cy="923330"/>
          </a:xfrm>
          <a:prstGeom prst="rect">
            <a:avLst/>
          </a:prstGeom>
          <a:noFill/>
        </p:spPr>
        <p:txBody>
          <a:bodyPr wrap="square">
            <a:spAutoFit/>
          </a:bodyPr>
          <a:lstStyle/>
          <a:p>
            <a:pPr algn="ctr"/>
            <a:r>
              <a:rPr lang="en-US" sz="1800" b="1" dirty="0">
                <a:solidFill>
                  <a:srgbClr val="C00000"/>
                </a:solidFill>
              </a:rPr>
              <a:t>Conflict resolution</a:t>
            </a:r>
          </a:p>
          <a:p>
            <a:pPr algn="ctr"/>
            <a:r>
              <a:rPr lang="en-US" sz="1800" b="1" dirty="0"/>
              <a:t>5+-1    7+7</a:t>
            </a:r>
          </a:p>
          <a:p>
            <a:pPr algn="ctr"/>
            <a:r>
              <a:rPr lang="en-US" sz="1800" b="1" dirty="0">
                <a:solidFill>
                  <a:srgbClr val="0000FF"/>
                </a:solidFill>
              </a:rPr>
              <a:t>4</a:t>
            </a:r>
            <a:r>
              <a:rPr lang="en-US" sz="1800" b="1" dirty="0"/>
              <a:t>       14</a:t>
            </a:r>
          </a:p>
        </p:txBody>
      </p:sp>
    </p:spTree>
    <p:extLst>
      <p:ext uri="{BB962C8B-B14F-4D97-AF65-F5344CB8AC3E}">
        <p14:creationId xmlns:p14="http://schemas.microsoft.com/office/powerpoint/2010/main" val="3413694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35F513-FA29-F790-B008-A43D86AE6D14}"/>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E7433CF0-3665-46DF-D810-612F50547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9EE333A5-60E9-2055-E9E0-9C65DEE543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539B170-5687-5414-FEAD-D225863DD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96529D4-E421-CFA1-9333-9174110C9F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12">
            <a:extLst>
              <a:ext uri="{FF2B5EF4-FFF2-40B4-BE49-F238E27FC236}">
                <a16:creationId xmlns:a16="http://schemas.microsoft.com/office/drawing/2014/main" id="{6F51DDC0-1F5D-D1E0-1488-BBDAA58CBE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3356" y="1112828"/>
            <a:ext cx="10337292" cy="4625938"/>
          </a:xfrm>
          <a:prstGeom prst="rect">
            <a:avLst/>
          </a:prstGeom>
        </p:spPr>
      </p:pic>
      <p:sp>
        <p:nvSpPr>
          <p:cNvPr id="3" name="Rectangle 2">
            <a:extLst>
              <a:ext uri="{FF2B5EF4-FFF2-40B4-BE49-F238E27FC236}">
                <a16:creationId xmlns:a16="http://schemas.microsoft.com/office/drawing/2014/main" id="{309F47E0-ED25-C1A4-0077-4FA921D07BE3}"/>
              </a:ext>
            </a:extLst>
          </p:cNvPr>
          <p:cNvSpPr/>
          <p:nvPr/>
        </p:nvSpPr>
        <p:spPr>
          <a:xfrm>
            <a:off x="2555890" y="3764326"/>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(4,2,3)</a:t>
            </a:r>
          </a:p>
        </p:txBody>
      </p:sp>
      <p:sp>
        <p:nvSpPr>
          <p:cNvPr id="7" name="Rectangle 6">
            <a:extLst>
              <a:ext uri="{FF2B5EF4-FFF2-40B4-BE49-F238E27FC236}">
                <a16:creationId xmlns:a16="http://schemas.microsoft.com/office/drawing/2014/main" id="{8F4937C9-3BDE-7FF5-BD4F-21FBE41D0EC1}"/>
              </a:ext>
            </a:extLst>
          </p:cNvPr>
          <p:cNvSpPr/>
          <p:nvPr/>
        </p:nvSpPr>
        <p:spPr>
          <a:xfrm>
            <a:off x="4959877" y="3764325"/>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(7,4,-1)</a:t>
            </a:r>
          </a:p>
        </p:txBody>
      </p:sp>
      <p:sp>
        <p:nvSpPr>
          <p:cNvPr id="8" name="Rectangle 7">
            <a:extLst>
              <a:ext uri="{FF2B5EF4-FFF2-40B4-BE49-F238E27FC236}">
                <a16:creationId xmlns:a16="http://schemas.microsoft.com/office/drawing/2014/main" id="{44D8B64D-5E65-FB7F-ACDC-A0D863CD5483}"/>
              </a:ext>
            </a:extLst>
          </p:cNvPr>
          <p:cNvSpPr/>
          <p:nvPr/>
        </p:nvSpPr>
        <p:spPr>
          <a:xfrm>
            <a:off x="7363864" y="3764324"/>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(5,-1,-1)</a:t>
            </a:r>
          </a:p>
        </p:txBody>
      </p:sp>
      <p:sp>
        <p:nvSpPr>
          <p:cNvPr id="9" name="Rectangle 8">
            <a:extLst>
              <a:ext uri="{FF2B5EF4-FFF2-40B4-BE49-F238E27FC236}">
                <a16:creationId xmlns:a16="http://schemas.microsoft.com/office/drawing/2014/main" id="{F22649C1-DF1F-5951-B361-8566BC72D5D4}"/>
              </a:ext>
            </a:extLst>
          </p:cNvPr>
          <p:cNvSpPr/>
          <p:nvPr/>
        </p:nvSpPr>
        <p:spPr>
          <a:xfrm>
            <a:off x="9822824" y="3761639"/>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(7,7,-1)</a:t>
            </a:r>
          </a:p>
        </p:txBody>
      </p:sp>
      <p:sp>
        <p:nvSpPr>
          <p:cNvPr id="2" name="Rectangle 1">
            <a:extLst>
              <a:ext uri="{FF2B5EF4-FFF2-40B4-BE49-F238E27FC236}">
                <a16:creationId xmlns:a16="http://schemas.microsoft.com/office/drawing/2014/main" id="{84F11E0B-E684-733E-7DE4-CCDAC504DD0E}"/>
              </a:ext>
            </a:extLst>
          </p:cNvPr>
          <p:cNvSpPr/>
          <p:nvPr/>
        </p:nvSpPr>
        <p:spPr>
          <a:xfrm>
            <a:off x="3710909" y="2507816"/>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(4,2,3)</a:t>
            </a:r>
          </a:p>
        </p:txBody>
      </p:sp>
      <p:sp>
        <p:nvSpPr>
          <p:cNvPr id="4" name="Rectangle 3">
            <a:extLst>
              <a:ext uri="{FF2B5EF4-FFF2-40B4-BE49-F238E27FC236}">
                <a16:creationId xmlns:a16="http://schemas.microsoft.com/office/drawing/2014/main" id="{327231A4-37C7-FFAB-0C40-9AB513E983C3}"/>
              </a:ext>
            </a:extLst>
          </p:cNvPr>
          <p:cNvSpPr/>
          <p:nvPr/>
        </p:nvSpPr>
        <p:spPr>
          <a:xfrm>
            <a:off x="8582793" y="2510811"/>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(5,-1,-1)</a:t>
            </a:r>
          </a:p>
        </p:txBody>
      </p:sp>
    </p:spTree>
    <p:extLst>
      <p:ext uri="{BB962C8B-B14F-4D97-AF65-F5344CB8AC3E}">
        <p14:creationId xmlns:p14="http://schemas.microsoft.com/office/powerpoint/2010/main" val="934335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B54983-3AF5-DA9C-7FD2-653C50E0B090}"/>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CD8CC8DA-1794-EA93-0AC8-3F2352C789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48A4DE76-3101-397F-62D8-F877234BD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29E1F78-BC70-4EE9-7DC0-F70D660BE2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49B7944-6338-308F-ED40-89068E39B6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12">
            <a:extLst>
              <a:ext uri="{FF2B5EF4-FFF2-40B4-BE49-F238E27FC236}">
                <a16:creationId xmlns:a16="http://schemas.microsoft.com/office/drawing/2014/main" id="{E5DEB80C-0D48-8280-3343-2249E230DD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3356" y="1112828"/>
            <a:ext cx="10337292" cy="4625938"/>
          </a:xfrm>
          <a:prstGeom prst="rect">
            <a:avLst/>
          </a:prstGeom>
        </p:spPr>
      </p:pic>
      <p:sp>
        <p:nvSpPr>
          <p:cNvPr id="3" name="Rectangle 2">
            <a:extLst>
              <a:ext uri="{FF2B5EF4-FFF2-40B4-BE49-F238E27FC236}">
                <a16:creationId xmlns:a16="http://schemas.microsoft.com/office/drawing/2014/main" id="{8B400794-499B-43B5-91D0-576E52390A88}"/>
              </a:ext>
            </a:extLst>
          </p:cNvPr>
          <p:cNvSpPr/>
          <p:nvPr/>
        </p:nvSpPr>
        <p:spPr>
          <a:xfrm>
            <a:off x="2555890" y="3764326"/>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(4,2,3)</a:t>
            </a:r>
          </a:p>
        </p:txBody>
      </p:sp>
      <p:sp>
        <p:nvSpPr>
          <p:cNvPr id="7" name="Rectangle 6">
            <a:extLst>
              <a:ext uri="{FF2B5EF4-FFF2-40B4-BE49-F238E27FC236}">
                <a16:creationId xmlns:a16="http://schemas.microsoft.com/office/drawing/2014/main" id="{0607EF14-E678-1375-C501-AFCC59D7E38B}"/>
              </a:ext>
            </a:extLst>
          </p:cNvPr>
          <p:cNvSpPr/>
          <p:nvPr/>
        </p:nvSpPr>
        <p:spPr>
          <a:xfrm>
            <a:off x="4959877" y="3764325"/>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(7,4,-1)</a:t>
            </a:r>
          </a:p>
        </p:txBody>
      </p:sp>
      <p:sp>
        <p:nvSpPr>
          <p:cNvPr id="8" name="Rectangle 7">
            <a:extLst>
              <a:ext uri="{FF2B5EF4-FFF2-40B4-BE49-F238E27FC236}">
                <a16:creationId xmlns:a16="http://schemas.microsoft.com/office/drawing/2014/main" id="{6F8FE5DE-4972-F148-B30B-E99C740F06A2}"/>
              </a:ext>
            </a:extLst>
          </p:cNvPr>
          <p:cNvSpPr/>
          <p:nvPr/>
        </p:nvSpPr>
        <p:spPr>
          <a:xfrm>
            <a:off x="7363864" y="3764324"/>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(5,-1,-1)</a:t>
            </a:r>
          </a:p>
        </p:txBody>
      </p:sp>
      <p:sp>
        <p:nvSpPr>
          <p:cNvPr id="9" name="Rectangle 8">
            <a:extLst>
              <a:ext uri="{FF2B5EF4-FFF2-40B4-BE49-F238E27FC236}">
                <a16:creationId xmlns:a16="http://schemas.microsoft.com/office/drawing/2014/main" id="{F057A005-DD89-28F9-860E-7015F9578A0B}"/>
              </a:ext>
            </a:extLst>
          </p:cNvPr>
          <p:cNvSpPr/>
          <p:nvPr/>
        </p:nvSpPr>
        <p:spPr>
          <a:xfrm>
            <a:off x="9822824" y="3761639"/>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(7,7,-1)</a:t>
            </a:r>
          </a:p>
        </p:txBody>
      </p:sp>
      <p:sp>
        <p:nvSpPr>
          <p:cNvPr id="2" name="Rectangle 1">
            <a:extLst>
              <a:ext uri="{FF2B5EF4-FFF2-40B4-BE49-F238E27FC236}">
                <a16:creationId xmlns:a16="http://schemas.microsoft.com/office/drawing/2014/main" id="{755B8C52-FFF8-B609-731E-24334027FB7A}"/>
              </a:ext>
            </a:extLst>
          </p:cNvPr>
          <p:cNvSpPr/>
          <p:nvPr/>
        </p:nvSpPr>
        <p:spPr>
          <a:xfrm>
            <a:off x="3710909" y="2507816"/>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(4,2,3)</a:t>
            </a:r>
          </a:p>
        </p:txBody>
      </p:sp>
      <p:sp>
        <p:nvSpPr>
          <p:cNvPr id="4" name="Rectangle 3">
            <a:extLst>
              <a:ext uri="{FF2B5EF4-FFF2-40B4-BE49-F238E27FC236}">
                <a16:creationId xmlns:a16="http://schemas.microsoft.com/office/drawing/2014/main" id="{C3C80A3D-8187-5B06-0C27-3D93C407C100}"/>
              </a:ext>
            </a:extLst>
          </p:cNvPr>
          <p:cNvSpPr/>
          <p:nvPr/>
        </p:nvSpPr>
        <p:spPr>
          <a:xfrm>
            <a:off x="8582793" y="2510811"/>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(5,-1,-1)</a:t>
            </a:r>
          </a:p>
        </p:txBody>
      </p:sp>
      <p:sp>
        <p:nvSpPr>
          <p:cNvPr id="5" name="Rectangle 4">
            <a:extLst>
              <a:ext uri="{FF2B5EF4-FFF2-40B4-BE49-F238E27FC236}">
                <a16:creationId xmlns:a16="http://schemas.microsoft.com/office/drawing/2014/main" id="{68783984-D40F-0A10-0B7D-F5B04BE5B363}"/>
              </a:ext>
            </a:extLst>
          </p:cNvPr>
          <p:cNvSpPr/>
          <p:nvPr/>
        </p:nvSpPr>
        <p:spPr>
          <a:xfrm>
            <a:off x="6112002" y="1254204"/>
            <a:ext cx="993219" cy="38586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(4,2,3)</a:t>
            </a:r>
          </a:p>
        </p:txBody>
      </p:sp>
    </p:spTree>
    <p:extLst>
      <p:ext uri="{BB962C8B-B14F-4D97-AF65-F5344CB8AC3E}">
        <p14:creationId xmlns:p14="http://schemas.microsoft.com/office/powerpoint/2010/main" val="1076071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FBDDE-3FAC-27E8-6B14-1D7F6D85260C}"/>
              </a:ext>
            </a:extLst>
          </p:cNvPr>
          <p:cNvSpPr>
            <a:spLocks noGrp="1"/>
          </p:cNvSpPr>
          <p:nvPr>
            <p:ph type="title"/>
          </p:nvPr>
        </p:nvSpPr>
        <p:spPr/>
        <p:txBody>
          <a:bodyPr/>
          <a:lstStyle/>
          <a:p>
            <a:endParaRPr lang="en-US"/>
          </a:p>
        </p:txBody>
      </p:sp>
      <p:pic>
        <p:nvPicPr>
          <p:cNvPr id="5" name="Content Placeholder 4" descr="A screenshot of a computer&#10;&#10;Description automatically generated">
            <a:extLst>
              <a:ext uri="{FF2B5EF4-FFF2-40B4-BE49-F238E27FC236}">
                <a16:creationId xmlns:a16="http://schemas.microsoft.com/office/drawing/2014/main" id="{5C623CA8-481D-6737-A2C3-76E3C412349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176" t="18488" r="10272" b="6967"/>
          <a:stretch/>
        </p:blipFill>
        <p:spPr>
          <a:xfrm>
            <a:off x="262372" y="119283"/>
            <a:ext cx="11381031" cy="6153698"/>
          </a:xfrm>
        </p:spPr>
      </p:pic>
      <p:sp>
        <p:nvSpPr>
          <p:cNvPr id="14" name="Rectangle 13">
            <a:extLst>
              <a:ext uri="{FF2B5EF4-FFF2-40B4-BE49-F238E27FC236}">
                <a16:creationId xmlns:a16="http://schemas.microsoft.com/office/drawing/2014/main" id="{613B8C87-C24A-431A-085E-9F0970D49142}"/>
              </a:ext>
            </a:extLst>
          </p:cNvPr>
          <p:cNvSpPr/>
          <p:nvPr/>
        </p:nvSpPr>
        <p:spPr>
          <a:xfrm>
            <a:off x="177447" y="1504336"/>
            <a:ext cx="2634579" cy="1248696"/>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First : Min Max</a:t>
            </a:r>
            <a:endParaRPr lang="en-GB"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849992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5C813-D437-57E5-B541-CC7FAF8642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DDE3A2-83E0-8F91-20AA-0C2B48FF51C4}"/>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E7531BA4-C431-6FE9-C4AA-3A3F4F392F6B}"/>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6" name="Rectangle 5">
            <a:extLst>
              <a:ext uri="{FF2B5EF4-FFF2-40B4-BE49-F238E27FC236}">
                <a16:creationId xmlns:a16="http://schemas.microsoft.com/office/drawing/2014/main" id="{54AAC6B0-43C0-987E-37F3-2143F5E05EA1}"/>
              </a:ext>
            </a:extLst>
          </p:cNvPr>
          <p:cNvSpPr/>
          <p:nvPr/>
        </p:nvSpPr>
        <p:spPr>
          <a:xfrm>
            <a:off x="10085464" y="4139380"/>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7</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7" name="Rectangle 6">
            <a:extLst>
              <a:ext uri="{FF2B5EF4-FFF2-40B4-BE49-F238E27FC236}">
                <a16:creationId xmlns:a16="http://schemas.microsoft.com/office/drawing/2014/main" id="{89DAA65C-0FEE-0ABB-A702-6EED964C6930}"/>
              </a:ext>
            </a:extLst>
          </p:cNvPr>
          <p:cNvSpPr/>
          <p:nvPr/>
        </p:nvSpPr>
        <p:spPr>
          <a:xfrm>
            <a:off x="1789937" y="4139381"/>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8</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8" name="Rectangle 7">
            <a:extLst>
              <a:ext uri="{FF2B5EF4-FFF2-40B4-BE49-F238E27FC236}">
                <a16:creationId xmlns:a16="http://schemas.microsoft.com/office/drawing/2014/main" id="{E2F07732-5817-0F3E-CB2F-DB4166013547}"/>
              </a:ext>
            </a:extLst>
          </p:cNvPr>
          <p:cNvSpPr/>
          <p:nvPr/>
        </p:nvSpPr>
        <p:spPr>
          <a:xfrm>
            <a:off x="3046707" y="4133374"/>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9</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9" name="Rectangle 8">
            <a:extLst>
              <a:ext uri="{FF2B5EF4-FFF2-40B4-BE49-F238E27FC236}">
                <a16:creationId xmlns:a16="http://schemas.microsoft.com/office/drawing/2014/main" id="{58C1D86F-5D79-A980-10D9-E8B7F0F5AC26}"/>
              </a:ext>
            </a:extLst>
          </p:cNvPr>
          <p:cNvSpPr/>
          <p:nvPr/>
        </p:nvSpPr>
        <p:spPr>
          <a:xfrm>
            <a:off x="4259092" y="4137201"/>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2</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1" name="Rectangle 10">
            <a:extLst>
              <a:ext uri="{FF2B5EF4-FFF2-40B4-BE49-F238E27FC236}">
                <a16:creationId xmlns:a16="http://schemas.microsoft.com/office/drawing/2014/main" id="{1D3441A6-577C-B4D1-1FCE-525B95178AFB}"/>
              </a:ext>
            </a:extLst>
          </p:cNvPr>
          <p:cNvSpPr/>
          <p:nvPr/>
        </p:nvSpPr>
        <p:spPr>
          <a:xfrm>
            <a:off x="5493283" y="4137201"/>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9</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053453C9-DA74-2829-B33D-F2F592B664C6}"/>
              </a:ext>
            </a:extLst>
          </p:cNvPr>
          <p:cNvSpPr/>
          <p:nvPr/>
        </p:nvSpPr>
        <p:spPr>
          <a:xfrm>
            <a:off x="6850472" y="4133374"/>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8</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3" name="Rectangle 12">
            <a:extLst>
              <a:ext uri="{FF2B5EF4-FFF2-40B4-BE49-F238E27FC236}">
                <a16:creationId xmlns:a16="http://schemas.microsoft.com/office/drawing/2014/main" id="{9F69934E-AEE3-9E1B-5E18-6BE13517590B}"/>
              </a:ext>
            </a:extLst>
          </p:cNvPr>
          <p:cNvSpPr/>
          <p:nvPr/>
        </p:nvSpPr>
        <p:spPr>
          <a:xfrm>
            <a:off x="8401261" y="4139379"/>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6</a:t>
            </a:r>
            <a:endParaRPr lang="en-GB"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51461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C617C-79B0-5672-3F68-36CD7C677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E874E-DA55-CDA6-CFF5-9DEDF2E16A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CAD042-B66A-A357-E1F1-DD56C43DC5F7}"/>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DA9F6E79-3383-C049-A1DD-3DA7397D7F9C}"/>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6" name="Rectangle 5">
            <a:extLst>
              <a:ext uri="{FF2B5EF4-FFF2-40B4-BE49-F238E27FC236}">
                <a16:creationId xmlns:a16="http://schemas.microsoft.com/office/drawing/2014/main" id="{A84CA1F8-263A-AA00-9AD3-BA86261859B6}"/>
              </a:ext>
            </a:extLst>
          </p:cNvPr>
          <p:cNvSpPr/>
          <p:nvPr/>
        </p:nvSpPr>
        <p:spPr>
          <a:xfrm>
            <a:off x="10085464" y="4139380"/>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7</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7" name="Rectangle 6">
            <a:extLst>
              <a:ext uri="{FF2B5EF4-FFF2-40B4-BE49-F238E27FC236}">
                <a16:creationId xmlns:a16="http://schemas.microsoft.com/office/drawing/2014/main" id="{6EDF67E9-9B34-B15B-EC06-7B725D54E605}"/>
              </a:ext>
            </a:extLst>
          </p:cNvPr>
          <p:cNvSpPr/>
          <p:nvPr/>
        </p:nvSpPr>
        <p:spPr>
          <a:xfrm>
            <a:off x="1789937" y="4139381"/>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8</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8" name="Rectangle 7">
            <a:extLst>
              <a:ext uri="{FF2B5EF4-FFF2-40B4-BE49-F238E27FC236}">
                <a16:creationId xmlns:a16="http://schemas.microsoft.com/office/drawing/2014/main" id="{FEAE024F-255C-4762-F081-EC2326CFDF1F}"/>
              </a:ext>
            </a:extLst>
          </p:cNvPr>
          <p:cNvSpPr/>
          <p:nvPr/>
        </p:nvSpPr>
        <p:spPr>
          <a:xfrm>
            <a:off x="3046707" y="4133374"/>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9</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9" name="Rectangle 8">
            <a:extLst>
              <a:ext uri="{FF2B5EF4-FFF2-40B4-BE49-F238E27FC236}">
                <a16:creationId xmlns:a16="http://schemas.microsoft.com/office/drawing/2014/main" id="{051CC92F-E3C7-14A6-ACCB-3293C1928463}"/>
              </a:ext>
            </a:extLst>
          </p:cNvPr>
          <p:cNvSpPr/>
          <p:nvPr/>
        </p:nvSpPr>
        <p:spPr>
          <a:xfrm>
            <a:off x="4259092" y="4137201"/>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2</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1" name="Rectangle 10">
            <a:extLst>
              <a:ext uri="{FF2B5EF4-FFF2-40B4-BE49-F238E27FC236}">
                <a16:creationId xmlns:a16="http://schemas.microsoft.com/office/drawing/2014/main" id="{DBE85F83-473A-EA35-A524-3478EF51A007}"/>
              </a:ext>
            </a:extLst>
          </p:cNvPr>
          <p:cNvSpPr/>
          <p:nvPr/>
        </p:nvSpPr>
        <p:spPr>
          <a:xfrm>
            <a:off x="5493283" y="4137201"/>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9</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FDF94928-32A6-30F0-56AC-44C750460F9E}"/>
              </a:ext>
            </a:extLst>
          </p:cNvPr>
          <p:cNvSpPr/>
          <p:nvPr/>
        </p:nvSpPr>
        <p:spPr>
          <a:xfrm>
            <a:off x="6850472" y="4133374"/>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8</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3" name="Rectangle 12">
            <a:extLst>
              <a:ext uri="{FF2B5EF4-FFF2-40B4-BE49-F238E27FC236}">
                <a16:creationId xmlns:a16="http://schemas.microsoft.com/office/drawing/2014/main" id="{F88066E9-B38C-5E2E-F0B4-1761D77EC88F}"/>
              </a:ext>
            </a:extLst>
          </p:cNvPr>
          <p:cNvSpPr/>
          <p:nvPr/>
        </p:nvSpPr>
        <p:spPr>
          <a:xfrm>
            <a:off x="8401261" y="4139379"/>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6</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Rectangle 3">
            <a:extLst>
              <a:ext uri="{FF2B5EF4-FFF2-40B4-BE49-F238E27FC236}">
                <a16:creationId xmlns:a16="http://schemas.microsoft.com/office/drawing/2014/main" id="{2D0EBB2E-9609-781A-1E8C-129A611BBDCC}"/>
              </a:ext>
            </a:extLst>
          </p:cNvPr>
          <p:cNvSpPr/>
          <p:nvPr/>
        </p:nvSpPr>
        <p:spPr>
          <a:xfrm>
            <a:off x="2413510" y="1685219"/>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8</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0" name="Rectangle 9">
            <a:extLst>
              <a:ext uri="{FF2B5EF4-FFF2-40B4-BE49-F238E27FC236}">
                <a16:creationId xmlns:a16="http://schemas.microsoft.com/office/drawing/2014/main" id="{516E902B-1F34-37BC-EF77-A26D7F399241}"/>
              </a:ext>
            </a:extLst>
          </p:cNvPr>
          <p:cNvSpPr/>
          <p:nvPr/>
        </p:nvSpPr>
        <p:spPr>
          <a:xfrm>
            <a:off x="5620859" y="1725008"/>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2</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4" name="Rectangle 13">
            <a:extLst>
              <a:ext uri="{FF2B5EF4-FFF2-40B4-BE49-F238E27FC236}">
                <a16:creationId xmlns:a16="http://schemas.microsoft.com/office/drawing/2014/main" id="{E8DE8EDD-A255-75AD-6387-FFBB164AF898}"/>
              </a:ext>
            </a:extLst>
          </p:cNvPr>
          <p:cNvSpPr/>
          <p:nvPr/>
        </p:nvSpPr>
        <p:spPr>
          <a:xfrm>
            <a:off x="9222255" y="1816939"/>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6</a:t>
            </a:r>
            <a:endParaRPr lang="en-GB"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16252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1A50-DC55-877A-BEFA-54104FD8FE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BEF9E-1A49-B3A5-C434-80D81FFF67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A5371D-442D-FB09-A52A-88B7995FD7BC}"/>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8A1A692-5D53-ABCF-73A9-3D7F5DC9881F}"/>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6" name="Rectangle 5">
            <a:extLst>
              <a:ext uri="{FF2B5EF4-FFF2-40B4-BE49-F238E27FC236}">
                <a16:creationId xmlns:a16="http://schemas.microsoft.com/office/drawing/2014/main" id="{4A72669F-68A6-4531-0449-CEFEB5FE9ADE}"/>
              </a:ext>
            </a:extLst>
          </p:cNvPr>
          <p:cNvSpPr/>
          <p:nvPr/>
        </p:nvSpPr>
        <p:spPr>
          <a:xfrm>
            <a:off x="10085464" y="4139380"/>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7</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7" name="Rectangle 6">
            <a:extLst>
              <a:ext uri="{FF2B5EF4-FFF2-40B4-BE49-F238E27FC236}">
                <a16:creationId xmlns:a16="http://schemas.microsoft.com/office/drawing/2014/main" id="{03496114-61E7-017D-5CA9-3862530C13F7}"/>
              </a:ext>
            </a:extLst>
          </p:cNvPr>
          <p:cNvSpPr/>
          <p:nvPr/>
        </p:nvSpPr>
        <p:spPr>
          <a:xfrm>
            <a:off x="1789937" y="4139381"/>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8</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8" name="Rectangle 7">
            <a:extLst>
              <a:ext uri="{FF2B5EF4-FFF2-40B4-BE49-F238E27FC236}">
                <a16:creationId xmlns:a16="http://schemas.microsoft.com/office/drawing/2014/main" id="{029344C9-6ADB-0C7E-8C4B-EF669231CE63}"/>
              </a:ext>
            </a:extLst>
          </p:cNvPr>
          <p:cNvSpPr/>
          <p:nvPr/>
        </p:nvSpPr>
        <p:spPr>
          <a:xfrm>
            <a:off x="3046707" y="4133374"/>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9</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9" name="Rectangle 8">
            <a:extLst>
              <a:ext uri="{FF2B5EF4-FFF2-40B4-BE49-F238E27FC236}">
                <a16:creationId xmlns:a16="http://schemas.microsoft.com/office/drawing/2014/main" id="{BA806B79-6D8E-9E83-D1C9-C61E8A6C82D5}"/>
              </a:ext>
            </a:extLst>
          </p:cNvPr>
          <p:cNvSpPr/>
          <p:nvPr/>
        </p:nvSpPr>
        <p:spPr>
          <a:xfrm>
            <a:off x="4259092" y="4137201"/>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2</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1" name="Rectangle 10">
            <a:extLst>
              <a:ext uri="{FF2B5EF4-FFF2-40B4-BE49-F238E27FC236}">
                <a16:creationId xmlns:a16="http://schemas.microsoft.com/office/drawing/2014/main" id="{7265E3F6-2AB0-F7CB-8A99-3F7CFB62CEDD}"/>
              </a:ext>
            </a:extLst>
          </p:cNvPr>
          <p:cNvSpPr/>
          <p:nvPr/>
        </p:nvSpPr>
        <p:spPr>
          <a:xfrm>
            <a:off x="5493283" y="4137201"/>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9</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DBA92E0B-140E-6CA9-3E5B-5E5F5F931341}"/>
              </a:ext>
            </a:extLst>
          </p:cNvPr>
          <p:cNvSpPr/>
          <p:nvPr/>
        </p:nvSpPr>
        <p:spPr>
          <a:xfrm>
            <a:off x="6850472" y="4133374"/>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8</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3" name="Rectangle 12">
            <a:extLst>
              <a:ext uri="{FF2B5EF4-FFF2-40B4-BE49-F238E27FC236}">
                <a16:creationId xmlns:a16="http://schemas.microsoft.com/office/drawing/2014/main" id="{AABBBF5A-3B9F-F204-003E-EBD699201A39}"/>
              </a:ext>
            </a:extLst>
          </p:cNvPr>
          <p:cNvSpPr/>
          <p:nvPr/>
        </p:nvSpPr>
        <p:spPr>
          <a:xfrm>
            <a:off x="8401261" y="4139379"/>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6</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Rectangle 3">
            <a:extLst>
              <a:ext uri="{FF2B5EF4-FFF2-40B4-BE49-F238E27FC236}">
                <a16:creationId xmlns:a16="http://schemas.microsoft.com/office/drawing/2014/main" id="{6B7F8307-DC48-A490-7C4E-1C7F3933AF29}"/>
              </a:ext>
            </a:extLst>
          </p:cNvPr>
          <p:cNvSpPr/>
          <p:nvPr/>
        </p:nvSpPr>
        <p:spPr>
          <a:xfrm>
            <a:off x="2413510" y="1685219"/>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8</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0" name="Rectangle 9">
            <a:extLst>
              <a:ext uri="{FF2B5EF4-FFF2-40B4-BE49-F238E27FC236}">
                <a16:creationId xmlns:a16="http://schemas.microsoft.com/office/drawing/2014/main" id="{B896DDC5-D982-8139-7144-B406238D72E8}"/>
              </a:ext>
            </a:extLst>
          </p:cNvPr>
          <p:cNvSpPr/>
          <p:nvPr/>
        </p:nvSpPr>
        <p:spPr>
          <a:xfrm>
            <a:off x="5620859" y="1725008"/>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2</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4" name="Rectangle 13">
            <a:extLst>
              <a:ext uri="{FF2B5EF4-FFF2-40B4-BE49-F238E27FC236}">
                <a16:creationId xmlns:a16="http://schemas.microsoft.com/office/drawing/2014/main" id="{D5D47303-40E5-64C6-17F2-BAF4888D3DDF}"/>
              </a:ext>
            </a:extLst>
          </p:cNvPr>
          <p:cNvSpPr/>
          <p:nvPr/>
        </p:nvSpPr>
        <p:spPr>
          <a:xfrm>
            <a:off x="9222255" y="1816939"/>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6</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5" name="Rectangle 14">
            <a:extLst>
              <a:ext uri="{FF2B5EF4-FFF2-40B4-BE49-F238E27FC236}">
                <a16:creationId xmlns:a16="http://schemas.microsoft.com/office/drawing/2014/main" id="{0FE69652-935D-8932-A7D0-3E9B99CCE212}"/>
              </a:ext>
            </a:extLst>
          </p:cNvPr>
          <p:cNvSpPr/>
          <p:nvPr/>
        </p:nvSpPr>
        <p:spPr>
          <a:xfrm>
            <a:off x="5620858" y="164818"/>
            <a:ext cx="633197" cy="343403"/>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8</a:t>
            </a:r>
            <a:endParaRPr lang="en-GB"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92437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44D01-A7F8-E1F2-D37D-1A3F55FA6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515FC-F1E1-1AEC-6FEB-B6D7BD877E15}"/>
              </a:ext>
            </a:extLst>
          </p:cNvPr>
          <p:cNvSpPr>
            <a:spLocks noGrp="1"/>
          </p:cNvSpPr>
          <p:nvPr>
            <p:ph type="title"/>
          </p:nvPr>
        </p:nvSpPr>
        <p:spPr/>
        <p:txBody>
          <a:bodyPr/>
          <a:lstStyle/>
          <a:p>
            <a:r>
              <a:rPr lang="en-US" dirty="0"/>
              <a:t>2- Alpha Beta Algorithm </a:t>
            </a:r>
          </a:p>
        </p:txBody>
      </p:sp>
      <p:sp>
        <p:nvSpPr>
          <p:cNvPr id="3" name="Content Placeholder 2">
            <a:extLst>
              <a:ext uri="{FF2B5EF4-FFF2-40B4-BE49-F238E27FC236}">
                <a16:creationId xmlns:a16="http://schemas.microsoft.com/office/drawing/2014/main" id="{A96CA40E-F693-4E94-BAC4-EC6ABA9F5D57}"/>
              </a:ext>
            </a:extLst>
          </p:cNvPr>
          <p:cNvSpPr>
            <a:spLocks noGrp="1"/>
          </p:cNvSpPr>
          <p:nvPr>
            <p:ph idx="1"/>
          </p:nvPr>
        </p:nvSpPr>
        <p:spPr/>
        <p:txBody>
          <a:bodyPr>
            <a:normAutofit/>
          </a:bodyPr>
          <a:lstStyle/>
          <a:p>
            <a:r>
              <a:rPr lang="en-US" sz="2400" dirty="0"/>
              <a:t>Alpha-Beta Pruning is an optimization technique for the Minimax algorithm that significantly reduces the number of nodes evaluated in the game tree.</a:t>
            </a:r>
          </a:p>
          <a:p>
            <a:r>
              <a:rPr lang="en-US" sz="2400" dirty="0"/>
              <a:t> It introduces two values, alpha (the best value the maximizer can guarantee) and beta (the best value the minimizer can guarantee). </a:t>
            </a:r>
          </a:p>
        </p:txBody>
      </p:sp>
    </p:spTree>
    <p:extLst>
      <p:ext uri="{BB962C8B-B14F-4D97-AF65-F5344CB8AC3E}">
        <p14:creationId xmlns:p14="http://schemas.microsoft.com/office/powerpoint/2010/main" val="4092137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C8F50-4CCA-7E03-CB19-234B894FC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8E642C-7EA8-239B-6EFD-253418315730}"/>
              </a:ext>
            </a:extLst>
          </p:cNvPr>
          <p:cNvSpPr>
            <a:spLocks noGrp="1"/>
          </p:cNvSpPr>
          <p:nvPr>
            <p:ph type="title"/>
          </p:nvPr>
        </p:nvSpPr>
        <p:spPr/>
        <p:txBody>
          <a:bodyPr/>
          <a:lstStyle/>
          <a:p>
            <a:r>
              <a:rPr lang="en-US" dirty="0"/>
              <a:t>2- Alpha Beta Algorithm </a:t>
            </a:r>
          </a:p>
        </p:txBody>
      </p:sp>
      <p:sp>
        <p:nvSpPr>
          <p:cNvPr id="3" name="Content Placeholder 2">
            <a:extLst>
              <a:ext uri="{FF2B5EF4-FFF2-40B4-BE49-F238E27FC236}">
                <a16:creationId xmlns:a16="http://schemas.microsoft.com/office/drawing/2014/main" id="{7A49899A-F69C-2B8F-01D9-19716FD14E9B}"/>
              </a:ext>
            </a:extLst>
          </p:cNvPr>
          <p:cNvSpPr>
            <a:spLocks noGrp="1"/>
          </p:cNvSpPr>
          <p:nvPr>
            <p:ph idx="1"/>
          </p:nvPr>
        </p:nvSpPr>
        <p:spPr/>
        <p:txBody>
          <a:bodyPr>
            <a:normAutofit/>
          </a:bodyPr>
          <a:lstStyle/>
          <a:p>
            <a:r>
              <a:rPr lang="en-US" sz="2400" dirty="0"/>
              <a:t>As the algorithm explores the tree, it "prunes" or cuts off branches that cannot affect the final decision, saving computational resources by skipping over irrelevant moves. </a:t>
            </a:r>
          </a:p>
          <a:p>
            <a:r>
              <a:rPr lang="en-US" sz="2400" dirty="0"/>
              <a:t>If a node’s score exceeds the current alpha or beta values, further examination of that path stops since it won’t influence the optimal choice. This technique makes the search process more efficient without compromising the outcome.</a:t>
            </a:r>
          </a:p>
        </p:txBody>
      </p:sp>
    </p:spTree>
    <p:extLst>
      <p:ext uri="{BB962C8B-B14F-4D97-AF65-F5344CB8AC3E}">
        <p14:creationId xmlns:p14="http://schemas.microsoft.com/office/powerpoint/2010/main" val="2264890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A6C23-0927-91F5-A080-B84F6E2D1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50722-81CE-EE89-5DD2-76D29D2EDE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14E184-3E16-C304-09FB-E1AB28CE2A90}"/>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40E478C-E1D8-F0F3-7833-4E2D14A722C0}"/>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BEF72A39-8461-4032-66C8-A3DF6F624090}"/>
              </a:ext>
            </a:extLst>
          </p:cNvPr>
          <p:cNvSpPr txBox="1"/>
          <p:nvPr/>
        </p:nvSpPr>
        <p:spPr>
          <a:xfrm>
            <a:off x="4857873" y="164818"/>
            <a:ext cx="1075764" cy="461665"/>
          </a:xfrm>
          <a:prstGeom prst="rect">
            <a:avLst/>
          </a:prstGeom>
          <a:noFill/>
        </p:spPr>
        <p:txBody>
          <a:bodyPr wrap="square" rtlCol="0">
            <a:spAutoFit/>
          </a:bodyPr>
          <a:lstStyle/>
          <a:p>
            <a:r>
              <a:rPr lang="el-GR" sz="2400" dirty="0"/>
              <a:t>α </a:t>
            </a:r>
            <a:r>
              <a:rPr lang="en-US" sz="2400" dirty="0"/>
              <a:t>= -</a:t>
            </a:r>
            <a:r>
              <a:rPr lang="en-GB" sz="2400" dirty="0"/>
              <a:t>∞</a:t>
            </a:r>
          </a:p>
        </p:txBody>
      </p:sp>
      <p:sp>
        <p:nvSpPr>
          <p:cNvPr id="17" name="TextBox 16">
            <a:extLst>
              <a:ext uri="{FF2B5EF4-FFF2-40B4-BE49-F238E27FC236}">
                <a16:creationId xmlns:a16="http://schemas.microsoft.com/office/drawing/2014/main" id="{2BB29A09-69AB-8FA1-C807-6649067A7CB1}"/>
              </a:ext>
            </a:extLst>
          </p:cNvPr>
          <p:cNvSpPr txBox="1"/>
          <p:nvPr/>
        </p:nvSpPr>
        <p:spPr>
          <a:xfrm>
            <a:off x="1260784" y="3849312"/>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18" name="TextBox 17">
            <a:extLst>
              <a:ext uri="{FF2B5EF4-FFF2-40B4-BE49-F238E27FC236}">
                <a16:creationId xmlns:a16="http://schemas.microsoft.com/office/drawing/2014/main" id="{E533CD6A-DC2F-0614-E447-2B4636BC5476}"/>
              </a:ext>
            </a:extLst>
          </p:cNvPr>
          <p:cNvSpPr txBox="1"/>
          <p:nvPr/>
        </p:nvSpPr>
        <p:spPr>
          <a:xfrm>
            <a:off x="2565150" y="3849312"/>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19" name="TextBox 18">
            <a:extLst>
              <a:ext uri="{FF2B5EF4-FFF2-40B4-BE49-F238E27FC236}">
                <a16:creationId xmlns:a16="http://schemas.microsoft.com/office/drawing/2014/main" id="{68D7AB36-D15F-1A3B-A5DE-00B48E12D18F}"/>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0" name="TextBox 19">
            <a:extLst>
              <a:ext uri="{FF2B5EF4-FFF2-40B4-BE49-F238E27FC236}">
                <a16:creationId xmlns:a16="http://schemas.microsoft.com/office/drawing/2014/main" id="{B4DC2C97-3B3F-C37E-66D2-238895B3B31F}"/>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ADE2215A-404C-9D9E-4FA3-D29BF0D52E40}"/>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18123ABF-CC07-2097-6180-D5B837073E14}"/>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3" name="TextBox 22">
            <a:extLst>
              <a:ext uri="{FF2B5EF4-FFF2-40B4-BE49-F238E27FC236}">
                <a16:creationId xmlns:a16="http://schemas.microsoft.com/office/drawing/2014/main" id="{6BAD3C29-6546-74FA-2E41-54351825CAE7}"/>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9C0DA8D1-22D2-7248-09E2-B90CE2E3086D}"/>
              </a:ext>
            </a:extLst>
          </p:cNvPr>
          <p:cNvSpPr txBox="1"/>
          <p:nvPr/>
        </p:nvSpPr>
        <p:spPr>
          <a:xfrm>
            <a:off x="1489386" y="211913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5" name="TextBox 24">
            <a:extLst>
              <a:ext uri="{FF2B5EF4-FFF2-40B4-BE49-F238E27FC236}">
                <a16:creationId xmlns:a16="http://schemas.microsoft.com/office/drawing/2014/main" id="{DCDA2DFB-F372-BA2C-6823-E1B805E71EF5}"/>
              </a:ext>
            </a:extLst>
          </p:cNvPr>
          <p:cNvSpPr txBox="1"/>
          <p:nvPr/>
        </p:nvSpPr>
        <p:spPr>
          <a:xfrm>
            <a:off x="4757958" y="202862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6" name="TextBox 25">
            <a:extLst>
              <a:ext uri="{FF2B5EF4-FFF2-40B4-BE49-F238E27FC236}">
                <a16:creationId xmlns:a16="http://schemas.microsoft.com/office/drawing/2014/main" id="{2BBF07FD-7D9D-FC3E-54C4-A467F49115B9}"/>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7" name="Rectangle 26">
            <a:extLst>
              <a:ext uri="{FF2B5EF4-FFF2-40B4-BE49-F238E27FC236}">
                <a16:creationId xmlns:a16="http://schemas.microsoft.com/office/drawing/2014/main" id="{11D1E4BF-41E9-A199-CDA7-B211CFFF6C0F}"/>
              </a:ext>
            </a:extLst>
          </p:cNvPr>
          <p:cNvSpPr/>
          <p:nvPr/>
        </p:nvSpPr>
        <p:spPr>
          <a:xfrm>
            <a:off x="172096" y="560245"/>
            <a:ext cx="2634579" cy="1248696"/>
          </a:xfrm>
          <a:prstGeom prst="rect">
            <a:avLst/>
          </a:prstGeom>
          <a:solidFill>
            <a:schemeClr val="accent2">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Tahoma" panose="020B0604030504040204" pitchFamily="34" charset="0"/>
                <a:ea typeface="Tahoma" panose="020B0604030504040204" pitchFamily="34" charset="0"/>
                <a:cs typeface="Tahoma" panose="020B0604030504040204" pitchFamily="34" charset="0"/>
              </a:rPr>
              <a:t>Alpha Beta</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28" name="TextBox 27">
            <a:extLst>
              <a:ext uri="{FF2B5EF4-FFF2-40B4-BE49-F238E27FC236}">
                <a16:creationId xmlns:a16="http://schemas.microsoft.com/office/drawing/2014/main" id="{E380E770-B1DE-05FB-9C60-5C5BDDAEBAB0}"/>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Tree>
    <p:extLst>
      <p:ext uri="{BB962C8B-B14F-4D97-AF65-F5344CB8AC3E}">
        <p14:creationId xmlns:p14="http://schemas.microsoft.com/office/powerpoint/2010/main" val="18869321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41500-1F7C-75F3-3843-BC9D33CB1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D97DC-FF05-FB53-D436-E0B1B60863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83BD20-A394-85CE-3C40-7A829104862E}"/>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80FB78E1-0720-E0A0-B36E-9467DD9A30C3}"/>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33F09695-D450-680B-B38F-2067AADDFAB7}"/>
              </a:ext>
            </a:extLst>
          </p:cNvPr>
          <p:cNvSpPr txBox="1"/>
          <p:nvPr/>
        </p:nvSpPr>
        <p:spPr>
          <a:xfrm>
            <a:off x="4857873" y="164818"/>
            <a:ext cx="1075764" cy="461665"/>
          </a:xfrm>
          <a:prstGeom prst="rect">
            <a:avLst/>
          </a:prstGeom>
          <a:noFill/>
        </p:spPr>
        <p:txBody>
          <a:bodyPr wrap="square" rtlCol="0">
            <a:spAutoFit/>
          </a:bodyPr>
          <a:lstStyle/>
          <a:p>
            <a:r>
              <a:rPr lang="el-GR" sz="2400" dirty="0"/>
              <a:t>α </a:t>
            </a:r>
            <a:r>
              <a:rPr lang="en-US" sz="2400" dirty="0"/>
              <a:t>= -</a:t>
            </a:r>
            <a:r>
              <a:rPr lang="en-GB" sz="2400" dirty="0"/>
              <a:t>∞</a:t>
            </a:r>
          </a:p>
        </p:txBody>
      </p:sp>
      <p:sp>
        <p:nvSpPr>
          <p:cNvPr id="17" name="TextBox 16">
            <a:extLst>
              <a:ext uri="{FF2B5EF4-FFF2-40B4-BE49-F238E27FC236}">
                <a16:creationId xmlns:a16="http://schemas.microsoft.com/office/drawing/2014/main" id="{2D6946B7-23EA-0B59-5E0B-0A31C19FE7B5}"/>
              </a:ext>
            </a:extLst>
          </p:cNvPr>
          <p:cNvSpPr txBox="1"/>
          <p:nvPr/>
        </p:nvSpPr>
        <p:spPr>
          <a:xfrm>
            <a:off x="1036320" y="3849312"/>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4</a:t>
            </a:r>
            <a:endParaRPr lang="en-GB" sz="2400" dirty="0">
              <a:solidFill>
                <a:srgbClr val="FF0000"/>
              </a:solidFill>
            </a:endParaRPr>
          </a:p>
        </p:txBody>
      </p:sp>
      <p:sp>
        <p:nvSpPr>
          <p:cNvPr id="18" name="TextBox 17">
            <a:extLst>
              <a:ext uri="{FF2B5EF4-FFF2-40B4-BE49-F238E27FC236}">
                <a16:creationId xmlns:a16="http://schemas.microsoft.com/office/drawing/2014/main" id="{6A19ED96-24F8-6A22-693B-5F77FB1E29CB}"/>
              </a:ext>
            </a:extLst>
          </p:cNvPr>
          <p:cNvSpPr txBox="1"/>
          <p:nvPr/>
        </p:nvSpPr>
        <p:spPr>
          <a:xfrm>
            <a:off x="248564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19" name="TextBox 18">
            <a:extLst>
              <a:ext uri="{FF2B5EF4-FFF2-40B4-BE49-F238E27FC236}">
                <a16:creationId xmlns:a16="http://schemas.microsoft.com/office/drawing/2014/main" id="{A44CE2C2-3B2B-DF55-B44E-2BB9FDC68615}"/>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0" name="TextBox 19">
            <a:extLst>
              <a:ext uri="{FF2B5EF4-FFF2-40B4-BE49-F238E27FC236}">
                <a16:creationId xmlns:a16="http://schemas.microsoft.com/office/drawing/2014/main" id="{1C7C8F75-DBE0-54B0-F87B-65446EA37C0C}"/>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B80AC04A-47B8-45CE-8566-31BE150265E2}"/>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02E65ABE-AC90-7F51-EC08-8E09220C7A62}"/>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3" name="TextBox 22">
            <a:extLst>
              <a:ext uri="{FF2B5EF4-FFF2-40B4-BE49-F238E27FC236}">
                <a16:creationId xmlns:a16="http://schemas.microsoft.com/office/drawing/2014/main" id="{DCF173FC-DFF4-3CD7-2C7A-95AD2F48EF55}"/>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346CE596-E428-1D0E-7454-4C459E8BDD7C}"/>
              </a:ext>
            </a:extLst>
          </p:cNvPr>
          <p:cNvSpPr txBox="1"/>
          <p:nvPr/>
        </p:nvSpPr>
        <p:spPr>
          <a:xfrm>
            <a:off x="1489386" y="211913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5" name="TextBox 24">
            <a:extLst>
              <a:ext uri="{FF2B5EF4-FFF2-40B4-BE49-F238E27FC236}">
                <a16:creationId xmlns:a16="http://schemas.microsoft.com/office/drawing/2014/main" id="{BF7259F6-94FB-20F5-4861-D7A0E4CCDC5C}"/>
              </a:ext>
            </a:extLst>
          </p:cNvPr>
          <p:cNvSpPr txBox="1"/>
          <p:nvPr/>
        </p:nvSpPr>
        <p:spPr>
          <a:xfrm>
            <a:off x="4757958" y="202862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6" name="TextBox 25">
            <a:extLst>
              <a:ext uri="{FF2B5EF4-FFF2-40B4-BE49-F238E27FC236}">
                <a16:creationId xmlns:a16="http://schemas.microsoft.com/office/drawing/2014/main" id="{2B4AF35F-5937-3546-AB5E-0B66295FA47F}"/>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C938FD20-BE9E-93C0-4184-E3C41E437FFC}"/>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D035FF65-FBFD-F68C-3440-4BFE011B767D}"/>
              </a:ext>
            </a:extLst>
          </p:cNvPr>
          <p:cNvSpPr/>
          <p:nvPr/>
        </p:nvSpPr>
        <p:spPr>
          <a:xfrm>
            <a:off x="1449046" y="4548872"/>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15927EFC-13DC-9D48-B6F6-CD91ECFA000D}"/>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F04B9F71-B90F-20DB-9A7A-79B479C021D4}"/>
              </a:ext>
            </a:extLst>
          </p:cNvPr>
          <p:cNvSpPr/>
          <p:nvPr/>
        </p:nvSpPr>
        <p:spPr>
          <a:xfrm>
            <a:off x="2505149" y="2078519"/>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5B3BAFC6-CD0F-2700-B8D1-0B9BF3765E26}"/>
              </a:ext>
            </a:extLst>
          </p:cNvPr>
          <p:cNvSpPr/>
          <p:nvPr/>
        </p:nvSpPr>
        <p:spPr>
          <a:xfrm>
            <a:off x="5651088" y="427319"/>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241565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591B9-F92E-FF5F-471D-3565D519F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C74D0-EDB3-9BBD-1760-B23D0043DF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066CBD-F180-7D54-08A0-26A13942A297}"/>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91BAEF21-89BD-2E09-D661-64B44E3CF555}"/>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0D998689-E6E4-C4C3-1B3D-6F3B5E97488E}"/>
              </a:ext>
            </a:extLst>
          </p:cNvPr>
          <p:cNvSpPr txBox="1"/>
          <p:nvPr/>
        </p:nvSpPr>
        <p:spPr>
          <a:xfrm>
            <a:off x="4857873" y="164818"/>
            <a:ext cx="1075764" cy="461665"/>
          </a:xfrm>
          <a:prstGeom prst="rect">
            <a:avLst/>
          </a:prstGeom>
          <a:noFill/>
        </p:spPr>
        <p:txBody>
          <a:bodyPr wrap="square" rtlCol="0">
            <a:spAutoFit/>
          </a:bodyPr>
          <a:lstStyle/>
          <a:p>
            <a:r>
              <a:rPr lang="el-GR" sz="2400" dirty="0"/>
              <a:t>α </a:t>
            </a:r>
            <a:r>
              <a:rPr lang="en-US" sz="2400" dirty="0"/>
              <a:t>= -</a:t>
            </a:r>
            <a:r>
              <a:rPr lang="en-GB" sz="2400" dirty="0"/>
              <a:t>∞</a:t>
            </a:r>
          </a:p>
        </p:txBody>
      </p:sp>
      <p:sp>
        <p:nvSpPr>
          <p:cNvPr id="17" name="TextBox 16">
            <a:extLst>
              <a:ext uri="{FF2B5EF4-FFF2-40B4-BE49-F238E27FC236}">
                <a16:creationId xmlns:a16="http://schemas.microsoft.com/office/drawing/2014/main" id="{AB53DF50-2E4F-F142-D6E5-257C7B8DEDB3}"/>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28D287F8-2753-3CF3-B2ED-2ACDFBBF6E78}"/>
              </a:ext>
            </a:extLst>
          </p:cNvPr>
          <p:cNvSpPr txBox="1"/>
          <p:nvPr/>
        </p:nvSpPr>
        <p:spPr>
          <a:xfrm>
            <a:off x="248564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19" name="TextBox 18">
            <a:extLst>
              <a:ext uri="{FF2B5EF4-FFF2-40B4-BE49-F238E27FC236}">
                <a16:creationId xmlns:a16="http://schemas.microsoft.com/office/drawing/2014/main" id="{F18602CD-9766-0D94-880A-5CA791269681}"/>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0" name="TextBox 19">
            <a:extLst>
              <a:ext uri="{FF2B5EF4-FFF2-40B4-BE49-F238E27FC236}">
                <a16:creationId xmlns:a16="http://schemas.microsoft.com/office/drawing/2014/main" id="{73B87597-D34F-42D7-144F-1F002E34B10F}"/>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4CC96D2C-E148-2EFA-FAF1-C4BA750B8274}"/>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4B971314-C19F-D013-E8D1-2A40AE25B513}"/>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3" name="TextBox 22">
            <a:extLst>
              <a:ext uri="{FF2B5EF4-FFF2-40B4-BE49-F238E27FC236}">
                <a16:creationId xmlns:a16="http://schemas.microsoft.com/office/drawing/2014/main" id="{1BE0F161-13B8-0498-A7C9-646A5C271729}"/>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958DD554-B36A-D187-108F-9E3FB4AC764D}"/>
              </a:ext>
            </a:extLst>
          </p:cNvPr>
          <p:cNvSpPr txBox="1"/>
          <p:nvPr/>
        </p:nvSpPr>
        <p:spPr>
          <a:xfrm>
            <a:off x="1489386" y="211913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5" name="TextBox 24">
            <a:extLst>
              <a:ext uri="{FF2B5EF4-FFF2-40B4-BE49-F238E27FC236}">
                <a16:creationId xmlns:a16="http://schemas.microsoft.com/office/drawing/2014/main" id="{76618639-AF1C-4F75-AC04-2BA9B5031A36}"/>
              </a:ext>
            </a:extLst>
          </p:cNvPr>
          <p:cNvSpPr txBox="1"/>
          <p:nvPr/>
        </p:nvSpPr>
        <p:spPr>
          <a:xfrm>
            <a:off x="4757958" y="202862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6" name="TextBox 25">
            <a:extLst>
              <a:ext uri="{FF2B5EF4-FFF2-40B4-BE49-F238E27FC236}">
                <a16:creationId xmlns:a16="http://schemas.microsoft.com/office/drawing/2014/main" id="{B0768416-F1AA-7679-156B-EC9D32DDAE72}"/>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53504032-B5F4-3208-596C-4423DBA9748F}"/>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4" name="Oval 3">
            <a:extLst>
              <a:ext uri="{FF2B5EF4-FFF2-40B4-BE49-F238E27FC236}">
                <a16:creationId xmlns:a16="http://schemas.microsoft.com/office/drawing/2014/main" id="{DB576F62-82A1-942E-54BB-FAB425CB7360}"/>
              </a:ext>
            </a:extLst>
          </p:cNvPr>
          <p:cNvSpPr/>
          <p:nvPr/>
        </p:nvSpPr>
        <p:spPr>
          <a:xfrm>
            <a:off x="2088667" y="4580571"/>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01929FCF-F8A6-5FD8-2946-7B986310D15F}"/>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F76CDE96-D45C-BD61-F045-C64A50413E7A}"/>
              </a:ext>
            </a:extLst>
          </p:cNvPr>
          <p:cNvSpPr/>
          <p:nvPr/>
        </p:nvSpPr>
        <p:spPr>
          <a:xfrm>
            <a:off x="2505149" y="2078519"/>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DD075D96-7954-7FB2-AB7D-05E3470E605B}"/>
              </a:ext>
            </a:extLst>
          </p:cNvPr>
          <p:cNvSpPr/>
          <p:nvPr/>
        </p:nvSpPr>
        <p:spPr>
          <a:xfrm>
            <a:off x="5651088" y="427319"/>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9B9A7136-B544-1C8A-7466-BE0A00584949}"/>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45587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36CBB-2EFD-FBBB-1FA2-7F38E3B56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2BE34-5E85-BBC9-1FB7-6E74C30204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E679F3-2B94-81B4-3576-A30508DE067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13D85007-5B09-5C1D-0DBF-BEB07341F15E}"/>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745558FC-D8F8-883E-C9E8-E633575D7CA0}"/>
              </a:ext>
            </a:extLst>
          </p:cNvPr>
          <p:cNvSpPr txBox="1"/>
          <p:nvPr/>
        </p:nvSpPr>
        <p:spPr>
          <a:xfrm>
            <a:off x="4857873" y="164818"/>
            <a:ext cx="1075764" cy="461665"/>
          </a:xfrm>
          <a:prstGeom prst="rect">
            <a:avLst/>
          </a:prstGeom>
          <a:noFill/>
        </p:spPr>
        <p:txBody>
          <a:bodyPr wrap="square" rtlCol="0">
            <a:spAutoFit/>
          </a:bodyPr>
          <a:lstStyle/>
          <a:p>
            <a:r>
              <a:rPr lang="el-GR" sz="2400" dirty="0"/>
              <a:t>α </a:t>
            </a:r>
            <a:r>
              <a:rPr lang="en-US" sz="2400" dirty="0"/>
              <a:t>= -</a:t>
            </a:r>
            <a:r>
              <a:rPr lang="en-GB" sz="2400" dirty="0"/>
              <a:t>∞</a:t>
            </a:r>
          </a:p>
        </p:txBody>
      </p:sp>
      <p:sp>
        <p:nvSpPr>
          <p:cNvPr id="17" name="TextBox 16">
            <a:extLst>
              <a:ext uri="{FF2B5EF4-FFF2-40B4-BE49-F238E27FC236}">
                <a16:creationId xmlns:a16="http://schemas.microsoft.com/office/drawing/2014/main" id="{522C41CB-9C5D-A3D4-9730-2BAB87BEA049}"/>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F95CD54C-0450-97DA-EF79-C78E529D2163}"/>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19" name="TextBox 18">
            <a:extLst>
              <a:ext uri="{FF2B5EF4-FFF2-40B4-BE49-F238E27FC236}">
                <a16:creationId xmlns:a16="http://schemas.microsoft.com/office/drawing/2014/main" id="{9BEFF3CB-EFD6-B10F-31EA-5982D76C7D68}"/>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0" name="TextBox 19">
            <a:extLst>
              <a:ext uri="{FF2B5EF4-FFF2-40B4-BE49-F238E27FC236}">
                <a16:creationId xmlns:a16="http://schemas.microsoft.com/office/drawing/2014/main" id="{24CD5D59-7514-059E-DC7B-7EEAE2EEE79B}"/>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C6A37822-A2EF-8003-93F4-A278BDF5DB27}"/>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FC464C00-10D9-0731-E886-5CAC53756008}"/>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3" name="TextBox 22">
            <a:extLst>
              <a:ext uri="{FF2B5EF4-FFF2-40B4-BE49-F238E27FC236}">
                <a16:creationId xmlns:a16="http://schemas.microsoft.com/office/drawing/2014/main" id="{DD78D950-6D8D-A964-DEFE-47992B81DF73}"/>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1737CECF-D284-1AF9-A443-051A3763371F}"/>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0164141B-C7B0-BCC5-9AF3-CB68249FD0E7}"/>
              </a:ext>
            </a:extLst>
          </p:cNvPr>
          <p:cNvSpPr txBox="1"/>
          <p:nvPr/>
        </p:nvSpPr>
        <p:spPr>
          <a:xfrm>
            <a:off x="4757958" y="202862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6" name="TextBox 25">
            <a:extLst>
              <a:ext uri="{FF2B5EF4-FFF2-40B4-BE49-F238E27FC236}">
                <a16:creationId xmlns:a16="http://schemas.microsoft.com/office/drawing/2014/main" id="{B1418349-670B-800F-B485-CF6005157138}"/>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265AFC11-6A1C-06A1-9F83-5BC8EB7EAAC3}"/>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72B7A89F-DF3B-9DA3-8801-D18B85938C06}"/>
              </a:ext>
            </a:extLst>
          </p:cNvPr>
          <p:cNvSpPr/>
          <p:nvPr/>
        </p:nvSpPr>
        <p:spPr>
          <a:xfrm>
            <a:off x="2507144" y="2068249"/>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2B6499DC-8BE5-4E5A-350D-997CB869EB0E}"/>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87040B21-F5CB-5F0D-8EFC-0F00CAEBF18E}"/>
              </a:ext>
            </a:extLst>
          </p:cNvPr>
          <p:cNvSpPr/>
          <p:nvPr/>
        </p:nvSpPr>
        <p:spPr>
          <a:xfrm>
            <a:off x="5651088" y="427319"/>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612D7D60-AB92-E558-DD17-72DF48D58B1A}"/>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A15ECEF1-0425-9215-B91B-92818ADC57A2}"/>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92028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CC23D-F301-B10E-A51B-7726D8E2F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845FE3-0E99-A164-9ABE-4062BB7905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4DA155-3A32-D555-3119-FAC8DCDA650C}"/>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1A6D804D-30A7-8A67-D495-0911DE6BA71B}"/>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5A087D68-3A03-0690-5809-659A10A796FD}"/>
              </a:ext>
            </a:extLst>
          </p:cNvPr>
          <p:cNvSpPr txBox="1"/>
          <p:nvPr/>
        </p:nvSpPr>
        <p:spPr>
          <a:xfrm>
            <a:off x="4857873" y="164818"/>
            <a:ext cx="1075764" cy="461665"/>
          </a:xfrm>
          <a:prstGeom prst="rect">
            <a:avLst/>
          </a:prstGeom>
          <a:noFill/>
        </p:spPr>
        <p:txBody>
          <a:bodyPr wrap="square" rtlCol="0">
            <a:spAutoFit/>
          </a:bodyPr>
          <a:lstStyle/>
          <a:p>
            <a:r>
              <a:rPr lang="el-GR" sz="2400" dirty="0"/>
              <a:t>α </a:t>
            </a:r>
            <a:r>
              <a:rPr lang="en-US" sz="2400" dirty="0"/>
              <a:t>= -</a:t>
            </a:r>
            <a:r>
              <a:rPr lang="en-GB" sz="2400" dirty="0"/>
              <a:t>∞</a:t>
            </a:r>
          </a:p>
        </p:txBody>
      </p:sp>
      <p:sp>
        <p:nvSpPr>
          <p:cNvPr id="17" name="TextBox 16">
            <a:extLst>
              <a:ext uri="{FF2B5EF4-FFF2-40B4-BE49-F238E27FC236}">
                <a16:creationId xmlns:a16="http://schemas.microsoft.com/office/drawing/2014/main" id="{BBCFC1C8-B0A8-C225-332E-A3C599778672}"/>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2F474586-F979-BBB8-73A0-F9E3539FE9C1}"/>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42C44C0A-C429-983A-945E-1D3FD9B9D298}"/>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0" name="TextBox 19">
            <a:extLst>
              <a:ext uri="{FF2B5EF4-FFF2-40B4-BE49-F238E27FC236}">
                <a16:creationId xmlns:a16="http://schemas.microsoft.com/office/drawing/2014/main" id="{2CA62FB6-539E-B9EA-21EE-4C694CC99F96}"/>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D106339F-4C00-2D56-B094-12FFD45A8EEF}"/>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15D5FB5B-3206-AC87-B8B6-544CAAC6C654}"/>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3" name="TextBox 22">
            <a:extLst>
              <a:ext uri="{FF2B5EF4-FFF2-40B4-BE49-F238E27FC236}">
                <a16:creationId xmlns:a16="http://schemas.microsoft.com/office/drawing/2014/main" id="{957F1916-987F-F477-D27B-73A1FD3B3637}"/>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1AF56077-2DDE-0E83-A542-9ED785C3054C}"/>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D21424A3-BC64-0FB4-C501-C589BEA6569F}"/>
              </a:ext>
            </a:extLst>
          </p:cNvPr>
          <p:cNvSpPr txBox="1"/>
          <p:nvPr/>
        </p:nvSpPr>
        <p:spPr>
          <a:xfrm>
            <a:off x="4757958" y="202862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6" name="TextBox 25">
            <a:extLst>
              <a:ext uri="{FF2B5EF4-FFF2-40B4-BE49-F238E27FC236}">
                <a16:creationId xmlns:a16="http://schemas.microsoft.com/office/drawing/2014/main" id="{5228A0E2-F17D-009D-709F-6F760E934A31}"/>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EA79B20E-9ABE-5722-C433-0AA179303555}"/>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0669B2C9-EB81-F11B-A3F2-2B5A8E78FA6B}"/>
              </a:ext>
            </a:extLst>
          </p:cNvPr>
          <p:cNvSpPr/>
          <p:nvPr/>
        </p:nvSpPr>
        <p:spPr>
          <a:xfrm>
            <a:off x="2723288" y="4548872"/>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FE99A4F1-4A60-6459-C2D3-C7DC89FBDF7C}"/>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0E3B5DDA-F58F-8612-5B05-66D51D6C9B9E}"/>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2D16D904-C3C5-91D3-3D3B-C1BF47E8CA42}"/>
              </a:ext>
            </a:extLst>
          </p:cNvPr>
          <p:cNvSpPr/>
          <p:nvPr/>
        </p:nvSpPr>
        <p:spPr>
          <a:xfrm>
            <a:off x="5651088" y="427319"/>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D6898DB6-0D9D-B963-03D4-937D1DF25AD9}"/>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5A710520-D033-5BEA-0AB0-D9171981B616}"/>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4590B57D-344C-A241-D36B-5E0B7F96B23A}"/>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09765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D7CD6-0928-2755-31EE-EC291D956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74380-13CB-0003-5A9D-7B7C5F9CFA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125485-9578-14EB-1963-8F1833478E60}"/>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726F68A6-A9E7-31D0-12B1-05B9C1A9E1FA}"/>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42BACECF-AF1D-D7F6-C11E-A5218F1A9AF8}"/>
              </a:ext>
            </a:extLst>
          </p:cNvPr>
          <p:cNvSpPr txBox="1"/>
          <p:nvPr/>
        </p:nvSpPr>
        <p:spPr>
          <a:xfrm>
            <a:off x="4857873" y="164818"/>
            <a:ext cx="1075764" cy="461665"/>
          </a:xfrm>
          <a:prstGeom prst="rect">
            <a:avLst/>
          </a:prstGeom>
          <a:noFill/>
        </p:spPr>
        <p:txBody>
          <a:bodyPr wrap="square" rtlCol="0">
            <a:spAutoFit/>
          </a:bodyPr>
          <a:lstStyle/>
          <a:p>
            <a:r>
              <a:rPr lang="el-GR" sz="2400" dirty="0"/>
              <a:t>α </a:t>
            </a:r>
            <a:r>
              <a:rPr lang="en-US" sz="2400" dirty="0"/>
              <a:t>= -</a:t>
            </a:r>
            <a:r>
              <a:rPr lang="en-GB" sz="2400" dirty="0"/>
              <a:t>∞</a:t>
            </a:r>
          </a:p>
        </p:txBody>
      </p:sp>
      <p:sp>
        <p:nvSpPr>
          <p:cNvPr id="17" name="TextBox 16">
            <a:extLst>
              <a:ext uri="{FF2B5EF4-FFF2-40B4-BE49-F238E27FC236}">
                <a16:creationId xmlns:a16="http://schemas.microsoft.com/office/drawing/2014/main" id="{497F4D46-D411-DD2D-CCC3-41CA68CF5F32}"/>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3F0C91CE-C281-6EE2-8E33-E169503C200E}"/>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3F8333F2-6F7B-5F2F-9303-7A56BD2A3F9A}"/>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0" name="TextBox 19">
            <a:extLst>
              <a:ext uri="{FF2B5EF4-FFF2-40B4-BE49-F238E27FC236}">
                <a16:creationId xmlns:a16="http://schemas.microsoft.com/office/drawing/2014/main" id="{F53A5A54-A39C-B785-4147-DD96BB82C9B7}"/>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8CE5C915-4F94-7E60-34B1-2D3352911995}"/>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E01179D2-7A97-4E55-AE35-90E724A44318}"/>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3" name="TextBox 22">
            <a:extLst>
              <a:ext uri="{FF2B5EF4-FFF2-40B4-BE49-F238E27FC236}">
                <a16:creationId xmlns:a16="http://schemas.microsoft.com/office/drawing/2014/main" id="{1E29DB1B-B3A2-D8A6-050F-8D506BEF48DE}"/>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E3F416D3-BB1B-C0F3-6A36-3BAEDD251B15}"/>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C5930629-CDD9-90E2-1678-F6188C521EA3}"/>
              </a:ext>
            </a:extLst>
          </p:cNvPr>
          <p:cNvSpPr txBox="1"/>
          <p:nvPr/>
        </p:nvSpPr>
        <p:spPr>
          <a:xfrm>
            <a:off x="4757958" y="202862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6" name="TextBox 25">
            <a:extLst>
              <a:ext uri="{FF2B5EF4-FFF2-40B4-BE49-F238E27FC236}">
                <a16:creationId xmlns:a16="http://schemas.microsoft.com/office/drawing/2014/main" id="{DCCF8E3F-2005-F247-F0D8-621C7B9D887E}"/>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9D27FDC6-E586-D7C6-704A-AACA45FED9B4}"/>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F9CDCFC0-C2CF-0C48-1046-71DE51663AAB}"/>
              </a:ext>
            </a:extLst>
          </p:cNvPr>
          <p:cNvSpPr/>
          <p:nvPr/>
        </p:nvSpPr>
        <p:spPr>
          <a:xfrm>
            <a:off x="2723288" y="4548872"/>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9F4735CD-07E6-5104-F785-D93420194860}"/>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A4108923-78FB-95A9-243E-16242A5E452B}"/>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058EA4E2-DC3B-F9C8-6D60-4456BF0EDC27}"/>
              </a:ext>
            </a:extLst>
          </p:cNvPr>
          <p:cNvSpPr/>
          <p:nvPr/>
        </p:nvSpPr>
        <p:spPr>
          <a:xfrm>
            <a:off x="5651088" y="427319"/>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E854A179-4A6F-E5D1-E6AC-70E73653A0AB}"/>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655452A2-0724-3262-B1DB-91F1F8DEE12B}"/>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18AC61C2-37AE-FB33-25C1-1DBC66F9869A}"/>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633EC147-6A0D-8BB1-FB6F-727B1130B716}"/>
              </a:ext>
            </a:extLst>
          </p:cNvPr>
          <p:cNvSpPr/>
          <p:nvPr/>
        </p:nvSpPr>
        <p:spPr>
          <a:xfrm>
            <a:off x="400470" y="479634"/>
            <a:ext cx="4347830" cy="163911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Each Time after updating we look up there is a beta value of 8 </a:t>
            </a:r>
          </a:p>
          <a:p>
            <a:pPr algn="ctr"/>
            <a:r>
              <a:rPr lang="en-US" dirty="0"/>
              <a:t>And alpha is 9 </a:t>
            </a:r>
          </a:p>
          <a:p>
            <a:pPr algn="ctr"/>
            <a:r>
              <a:rPr lang="el-GR" sz="1800" dirty="0"/>
              <a:t>α</a:t>
            </a:r>
            <a:r>
              <a:rPr lang="en-US" sz="1800" dirty="0"/>
              <a:t> &gt;= </a:t>
            </a:r>
            <a:r>
              <a:rPr lang="el-GR" sz="1800" dirty="0"/>
              <a:t>β</a:t>
            </a:r>
            <a:endParaRPr lang="en-US" sz="1800" dirty="0"/>
          </a:p>
          <a:p>
            <a:pPr algn="ctr"/>
            <a:r>
              <a:rPr lang="en-US" sz="1800" dirty="0"/>
              <a:t>9&gt;=8  hence pruning</a:t>
            </a:r>
          </a:p>
          <a:p>
            <a:pPr algn="ctr"/>
            <a:endParaRPr lang="en-US" dirty="0"/>
          </a:p>
        </p:txBody>
      </p:sp>
      <p:cxnSp>
        <p:nvCxnSpPr>
          <p:cNvPr id="27" name="Straight Connector 26">
            <a:extLst>
              <a:ext uri="{FF2B5EF4-FFF2-40B4-BE49-F238E27FC236}">
                <a16:creationId xmlns:a16="http://schemas.microsoft.com/office/drawing/2014/main" id="{C66C0DEC-5137-4ADD-F28A-93817CCE674C}"/>
              </a:ext>
            </a:extLst>
          </p:cNvPr>
          <p:cNvCxnSpPr>
            <a:cxnSpLocks/>
          </p:cNvCxnSpPr>
          <p:nvPr/>
        </p:nvCxnSpPr>
        <p:spPr>
          <a:xfrm flipV="1">
            <a:off x="3201189" y="410034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E3DCA4A1-0EE3-4236-4EC9-1032805136E0}"/>
              </a:ext>
            </a:extLst>
          </p:cNvPr>
          <p:cNvCxnSpPr>
            <a:cxnSpLocks/>
          </p:cNvCxnSpPr>
          <p:nvPr/>
        </p:nvCxnSpPr>
        <p:spPr>
          <a:xfrm flipV="1">
            <a:off x="3245229" y="430180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34351554-FA4C-9481-F227-541C865CAFB9}"/>
              </a:ext>
            </a:extLst>
          </p:cNvPr>
          <p:cNvCxnSpPr>
            <a:cxnSpLocks/>
          </p:cNvCxnSpPr>
          <p:nvPr/>
        </p:nvCxnSpPr>
        <p:spPr>
          <a:xfrm flipV="1">
            <a:off x="3322321" y="4495684"/>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73958E90-2387-C74C-163E-5F7B91831B49}"/>
              </a:ext>
            </a:extLst>
          </p:cNvPr>
          <p:cNvCxnSpPr>
            <a:cxnSpLocks/>
          </p:cNvCxnSpPr>
          <p:nvPr/>
        </p:nvCxnSpPr>
        <p:spPr>
          <a:xfrm flipV="1">
            <a:off x="3417463" y="4750332"/>
            <a:ext cx="583793" cy="316375"/>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28888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DF3B2-D506-1371-B143-BA2F8746D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759A3-DD5D-43D1-CC2A-E7783CF0A8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97415F-7A82-598A-F60E-1F99042BAE81}"/>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64201D61-192B-BB57-5F68-89A9FFB78348}"/>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2EE6F108-D038-286D-0BE1-6D4FE25601F0}"/>
              </a:ext>
            </a:extLst>
          </p:cNvPr>
          <p:cNvSpPr txBox="1"/>
          <p:nvPr/>
        </p:nvSpPr>
        <p:spPr>
          <a:xfrm>
            <a:off x="4678085" y="390555"/>
            <a:ext cx="1075764" cy="461665"/>
          </a:xfrm>
          <a:prstGeom prst="rect">
            <a:avLst/>
          </a:prstGeom>
          <a:noFill/>
        </p:spPr>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7" name="TextBox 16">
            <a:extLst>
              <a:ext uri="{FF2B5EF4-FFF2-40B4-BE49-F238E27FC236}">
                <a16:creationId xmlns:a16="http://schemas.microsoft.com/office/drawing/2014/main" id="{AE5BF1A1-68B9-7D0E-C4EC-B337EB2FAE80}"/>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96E2211E-7BAD-A801-2DE5-46F568036C78}"/>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CFC3A81D-1522-156C-D316-47A2A4E5BF2A}"/>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0" name="TextBox 19">
            <a:extLst>
              <a:ext uri="{FF2B5EF4-FFF2-40B4-BE49-F238E27FC236}">
                <a16:creationId xmlns:a16="http://schemas.microsoft.com/office/drawing/2014/main" id="{A8CC2141-1EE9-1280-08C6-9078920F1BB3}"/>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9030A173-CE74-1009-12FE-B7D51D3D60F7}"/>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3784C8CE-234A-7132-3446-F9C28DA1837A}"/>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3" name="TextBox 22">
            <a:extLst>
              <a:ext uri="{FF2B5EF4-FFF2-40B4-BE49-F238E27FC236}">
                <a16:creationId xmlns:a16="http://schemas.microsoft.com/office/drawing/2014/main" id="{CDC5599D-88E0-9895-25E8-A2C6043F8C6D}"/>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F5A2D3C6-65D4-DA89-98AB-936C3775AA99}"/>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5FCCD7C2-43BA-7BD1-5236-48289E268B78}"/>
              </a:ext>
            </a:extLst>
          </p:cNvPr>
          <p:cNvSpPr txBox="1"/>
          <p:nvPr/>
        </p:nvSpPr>
        <p:spPr>
          <a:xfrm>
            <a:off x="4757958" y="202862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6" name="TextBox 25">
            <a:extLst>
              <a:ext uri="{FF2B5EF4-FFF2-40B4-BE49-F238E27FC236}">
                <a16:creationId xmlns:a16="http://schemas.microsoft.com/office/drawing/2014/main" id="{80EFEEE0-11E6-1F33-A1A3-ADE24525A4CC}"/>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82075AAF-A1B7-7DD3-6119-D229F45334C0}"/>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1C8F9629-763C-E588-F783-3593C604D5C2}"/>
              </a:ext>
            </a:extLst>
          </p:cNvPr>
          <p:cNvSpPr/>
          <p:nvPr/>
        </p:nvSpPr>
        <p:spPr>
          <a:xfrm>
            <a:off x="5579578" y="470134"/>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848B9D68-F96A-F85A-8E72-ED4EE26B2065}"/>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A3410335-4271-E4A6-6297-CF6A8EDC4FC8}"/>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032DD271-4AEC-8285-2DB9-A6AD781E7D71}"/>
              </a:ext>
            </a:extLst>
          </p:cNvPr>
          <p:cNvSpPr/>
          <p:nvPr/>
        </p:nvSpPr>
        <p:spPr>
          <a:xfrm>
            <a:off x="2760988" y="4536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13E835A8-77C5-86BE-1F78-4BA55F53657D}"/>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39739C1E-A7CF-4D7B-7C18-F33B01B19D55}"/>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C569C80F-3A81-A693-CE06-FF9F42DE9B2C}"/>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39966A37-05CD-DCD7-280C-3CE86E72EC15}"/>
              </a:ext>
            </a:extLst>
          </p:cNvPr>
          <p:cNvCxnSpPr>
            <a:cxnSpLocks/>
          </p:cNvCxnSpPr>
          <p:nvPr/>
        </p:nvCxnSpPr>
        <p:spPr>
          <a:xfrm flipV="1">
            <a:off x="3201189" y="410034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9B8A3DF9-E3E0-DD85-E93D-11A424ED98E8}"/>
              </a:ext>
            </a:extLst>
          </p:cNvPr>
          <p:cNvCxnSpPr>
            <a:cxnSpLocks/>
          </p:cNvCxnSpPr>
          <p:nvPr/>
        </p:nvCxnSpPr>
        <p:spPr>
          <a:xfrm flipV="1">
            <a:off x="3245229" y="430180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822CD36B-0259-EC3F-CAD5-FFE822799110}"/>
              </a:ext>
            </a:extLst>
          </p:cNvPr>
          <p:cNvCxnSpPr>
            <a:cxnSpLocks/>
          </p:cNvCxnSpPr>
          <p:nvPr/>
        </p:nvCxnSpPr>
        <p:spPr>
          <a:xfrm flipV="1">
            <a:off x="3322321" y="4495684"/>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CA75C241-C01A-C2ED-C631-19B3D676238E}"/>
              </a:ext>
            </a:extLst>
          </p:cNvPr>
          <p:cNvCxnSpPr>
            <a:cxnSpLocks/>
          </p:cNvCxnSpPr>
          <p:nvPr/>
        </p:nvCxnSpPr>
        <p:spPr>
          <a:xfrm flipV="1">
            <a:off x="3417463" y="4750332"/>
            <a:ext cx="583793" cy="316375"/>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683781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497BB-A5B2-9FE2-1DB7-E2526D406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B002E-CBBC-A112-82FE-97E6A3B3C2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D59BD9-1639-1AC9-C1EB-CF0D4C0E61FD}"/>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C0E200F5-D6A9-5DE7-C288-EBF6835885BE}"/>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B2474F10-1E16-75AC-E588-4A91674374AD}"/>
              </a:ext>
            </a:extLst>
          </p:cNvPr>
          <p:cNvSpPr txBox="1"/>
          <p:nvPr/>
        </p:nvSpPr>
        <p:spPr>
          <a:xfrm>
            <a:off x="4678085" y="390555"/>
            <a:ext cx="1075764" cy="461665"/>
          </a:xfrm>
          <a:prstGeom prst="rect">
            <a:avLst/>
          </a:prstGeom>
          <a:noFill/>
        </p:spPr>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7" name="TextBox 16">
            <a:extLst>
              <a:ext uri="{FF2B5EF4-FFF2-40B4-BE49-F238E27FC236}">
                <a16:creationId xmlns:a16="http://schemas.microsoft.com/office/drawing/2014/main" id="{0C0B2C43-7B24-D290-7DE4-B5294368519B}"/>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F71C142A-73CC-E961-1250-D38D6F8CCF8F}"/>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DCC48C54-ACCA-E00A-62A1-CED7C9996A7B}"/>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2</a:t>
            </a:r>
            <a:endParaRPr lang="en-GB" sz="2400" dirty="0">
              <a:solidFill>
                <a:srgbClr val="FF0000"/>
              </a:solidFill>
            </a:endParaRPr>
          </a:p>
        </p:txBody>
      </p:sp>
      <p:sp>
        <p:nvSpPr>
          <p:cNvPr id="20" name="TextBox 19">
            <a:extLst>
              <a:ext uri="{FF2B5EF4-FFF2-40B4-BE49-F238E27FC236}">
                <a16:creationId xmlns:a16="http://schemas.microsoft.com/office/drawing/2014/main" id="{B81ED761-55B3-3D74-04FC-52D2EC571D18}"/>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7D23D75E-3235-6600-3269-8CCDC6C1EAF3}"/>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2F61562E-5DB5-19EB-624F-F3044B1B71B2}"/>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3" name="TextBox 22">
            <a:extLst>
              <a:ext uri="{FF2B5EF4-FFF2-40B4-BE49-F238E27FC236}">
                <a16:creationId xmlns:a16="http://schemas.microsoft.com/office/drawing/2014/main" id="{1992C4FC-98D0-5FA5-2615-F8130DF8EEF3}"/>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531DB6EE-475F-DD86-35F0-C4739888FDF1}"/>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E031A2F9-186A-B2A3-846D-D802F229FAE4}"/>
              </a:ext>
            </a:extLst>
          </p:cNvPr>
          <p:cNvSpPr txBox="1"/>
          <p:nvPr/>
        </p:nvSpPr>
        <p:spPr>
          <a:xfrm>
            <a:off x="4757958" y="202862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6" name="TextBox 25">
            <a:extLst>
              <a:ext uri="{FF2B5EF4-FFF2-40B4-BE49-F238E27FC236}">
                <a16:creationId xmlns:a16="http://schemas.microsoft.com/office/drawing/2014/main" id="{A367F66D-9708-22E2-7648-DDD0FE5C08B9}"/>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FFB95DAF-C84F-974C-9B77-60BFBBB44987}"/>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2E721071-31D3-41AF-4978-C1406D30C68A}"/>
              </a:ext>
            </a:extLst>
          </p:cNvPr>
          <p:cNvSpPr/>
          <p:nvPr/>
        </p:nvSpPr>
        <p:spPr>
          <a:xfrm>
            <a:off x="4035473" y="4536425"/>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D963FFF0-D85F-C5C6-DC82-555CBBC5BD25}"/>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159CD30A-77B6-232B-39C4-12B91C18B7A3}"/>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074B33BD-0187-F728-55C0-D48DA52FB164}"/>
              </a:ext>
            </a:extLst>
          </p:cNvPr>
          <p:cNvSpPr/>
          <p:nvPr/>
        </p:nvSpPr>
        <p:spPr>
          <a:xfrm>
            <a:off x="2760988" y="4536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4CC00FEA-3594-649A-C0B1-B1050E063798}"/>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2CF6C769-E4B3-9026-D76D-BCA510EB5FED}"/>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79EF371A-B758-13CE-D90B-8B043956473E}"/>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13CD8EBE-90DE-D798-36E9-53D7E6F03D52}"/>
              </a:ext>
            </a:extLst>
          </p:cNvPr>
          <p:cNvCxnSpPr>
            <a:cxnSpLocks/>
          </p:cNvCxnSpPr>
          <p:nvPr/>
        </p:nvCxnSpPr>
        <p:spPr>
          <a:xfrm flipV="1">
            <a:off x="3201189" y="410034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7C2B9FBB-7978-8A00-E358-0CBB79A232ED}"/>
              </a:ext>
            </a:extLst>
          </p:cNvPr>
          <p:cNvCxnSpPr>
            <a:cxnSpLocks/>
          </p:cNvCxnSpPr>
          <p:nvPr/>
        </p:nvCxnSpPr>
        <p:spPr>
          <a:xfrm flipV="1">
            <a:off x="3245229" y="430180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C6344377-D9D4-6282-FD1C-8E37D27E59D1}"/>
              </a:ext>
            </a:extLst>
          </p:cNvPr>
          <p:cNvCxnSpPr>
            <a:cxnSpLocks/>
          </p:cNvCxnSpPr>
          <p:nvPr/>
        </p:nvCxnSpPr>
        <p:spPr>
          <a:xfrm flipV="1">
            <a:off x="3322321" y="4495684"/>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BE244143-57CE-1E3E-116E-D8DE78D9DD19}"/>
              </a:ext>
            </a:extLst>
          </p:cNvPr>
          <p:cNvCxnSpPr>
            <a:cxnSpLocks/>
          </p:cNvCxnSpPr>
          <p:nvPr/>
        </p:nvCxnSpPr>
        <p:spPr>
          <a:xfrm flipV="1">
            <a:off x="3417463" y="4750332"/>
            <a:ext cx="583793" cy="316375"/>
          </a:xfrm>
          <a:prstGeom prst="line">
            <a:avLst/>
          </a:prstGeom>
        </p:spPr>
        <p:style>
          <a:lnRef idx="3">
            <a:schemeClr val="accent1"/>
          </a:lnRef>
          <a:fillRef idx="0">
            <a:schemeClr val="accent1"/>
          </a:fillRef>
          <a:effectRef idx="2">
            <a:schemeClr val="accent1"/>
          </a:effectRef>
          <a:fontRef idx="minor">
            <a:schemeClr val="tx1"/>
          </a:fontRef>
        </p:style>
      </p:cxnSp>
      <p:sp>
        <p:nvSpPr>
          <p:cNvPr id="4" name="Oval 3">
            <a:extLst>
              <a:ext uri="{FF2B5EF4-FFF2-40B4-BE49-F238E27FC236}">
                <a16:creationId xmlns:a16="http://schemas.microsoft.com/office/drawing/2014/main" id="{168CB865-3F1C-2361-174C-187635D88C2A}"/>
              </a:ext>
            </a:extLst>
          </p:cNvPr>
          <p:cNvSpPr/>
          <p:nvPr/>
        </p:nvSpPr>
        <p:spPr>
          <a:xfrm>
            <a:off x="5651088" y="205110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49D419A6-F54A-A0F3-A291-42BF56389FA7}"/>
              </a:ext>
            </a:extLst>
          </p:cNvPr>
          <p:cNvSpPr/>
          <p:nvPr/>
        </p:nvSpPr>
        <p:spPr>
          <a:xfrm>
            <a:off x="4433326" y="352139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5AF15DC2-04C4-54A7-C463-8DDF1942115A}"/>
              </a:ext>
            </a:extLst>
          </p:cNvPr>
          <p:cNvSpPr/>
          <p:nvPr/>
        </p:nvSpPr>
        <p:spPr>
          <a:xfrm>
            <a:off x="5623445" y="48663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12272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986B0-26D6-A50A-D269-49BAE353A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4578B-B532-574B-5A0D-897AD2682A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C98F13-F615-3F7B-EF5F-5C74E3E1116C}"/>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D8535810-A929-EB26-15BC-246E59B9D4C2}"/>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376AB606-47B1-FFB0-AC00-4FF1F7FE2E58}"/>
              </a:ext>
            </a:extLst>
          </p:cNvPr>
          <p:cNvSpPr txBox="1"/>
          <p:nvPr/>
        </p:nvSpPr>
        <p:spPr>
          <a:xfrm>
            <a:off x="4678085" y="390555"/>
            <a:ext cx="1075764" cy="461665"/>
          </a:xfrm>
          <a:prstGeom prst="rect">
            <a:avLst/>
          </a:prstGeom>
          <a:noFill/>
        </p:spPr>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7" name="TextBox 16">
            <a:extLst>
              <a:ext uri="{FF2B5EF4-FFF2-40B4-BE49-F238E27FC236}">
                <a16:creationId xmlns:a16="http://schemas.microsoft.com/office/drawing/2014/main" id="{0FB1C1ED-E847-21A7-DB6B-155A55698035}"/>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CA107025-D230-AC54-E98E-E406BE6E3E5B}"/>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4CA13625-37ED-553F-C5CD-D436844DD463}"/>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2</a:t>
            </a:r>
            <a:endParaRPr lang="en-GB" sz="2400" dirty="0">
              <a:solidFill>
                <a:srgbClr val="FF0000"/>
              </a:solidFill>
            </a:endParaRPr>
          </a:p>
        </p:txBody>
      </p:sp>
      <p:sp>
        <p:nvSpPr>
          <p:cNvPr id="20" name="TextBox 19">
            <a:extLst>
              <a:ext uri="{FF2B5EF4-FFF2-40B4-BE49-F238E27FC236}">
                <a16:creationId xmlns:a16="http://schemas.microsoft.com/office/drawing/2014/main" id="{279D9A2D-A96A-0D17-BD22-F941B27B1168}"/>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944C74C2-5AA7-41F1-D755-EACC5AD84262}"/>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A365800D-A5E3-D1CC-38F7-50DF3E5A0757}"/>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3" name="TextBox 22">
            <a:extLst>
              <a:ext uri="{FF2B5EF4-FFF2-40B4-BE49-F238E27FC236}">
                <a16:creationId xmlns:a16="http://schemas.microsoft.com/office/drawing/2014/main" id="{2074B67C-BD45-5570-F093-F373231F68DD}"/>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7FA94AD8-324E-E106-B050-A1543B926BFE}"/>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C53EF6AA-E165-E675-98FB-A42E00EE28A1}"/>
              </a:ext>
            </a:extLst>
          </p:cNvPr>
          <p:cNvSpPr txBox="1"/>
          <p:nvPr/>
        </p:nvSpPr>
        <p:spPr>
          <a:xfrm>
            <a:off x="4757958" y="2028622"/>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6" name="TextBox 25">
            <a:extLst>
              <a:ext uri="{FF2B5EF4-FFF2-40B4-BE49-F238E27FC236}">
                <a16:creationId xmlns:a16="http://schemas.microsoft.com/office/drawing/2014/main" id="{7E9350BF-9777-9A20-DA9A-E8C5BA1C68F5}"/>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1FED00F6-8C24-3D8F-8392-1D2F96F478F5}"/>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4B40AE5F-68C0-CE02-EEE2-B56F30202069}"/>
              </a:ext>
            </a:extLst>
          </p:cNvPr>
          <p:cNvSpPr/>
          <p:nvPr/>
        </p:nvSpPr>
        <p:spPr>
          <a:xfrm>
            <a:off x="4706777" y="4548872"/>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9E81FEA8-8614-FDC3-53C4-8CB16A388511}"/>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523BFA67-38F5-ECC0-AADA-A1D298DDB86F}"/>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00164C07-8C19-8E54-FA72-97C94493692D}"/>
              </a:ext>
            </a:extLst>
          </p:cNvPr>
          <p:cNvSpPr/>
          <p:nvPr/>
        </p:nvSpPr>
        <p:spPr>
          <a:xfrm>
            <a:off x="2760988" y="4536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D874EDEB-77A1-8091-02E1-5505485BB3AB}"/>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2105982A-86B7-6FB1-9BE9-FCE5F8E088AC}"/>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FA5D6007-5D7C-3DB6-CB83-75C42DB2D764}"/>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A2FBD0B0-A24E-9020-2B6E-D74CD6867592}"/>
              </a:ext>
            </a:extLst>
          </p:cNvPr>
          <p:cNvCxnSpPr>
            <a:cxnSpLocks/>
          </p:cNvCxnSpPr>
          <p:nvPr/>
        </p:nvCxnSpPr>
        <p:spPr>
          <a:xfrm flipV="1">
            <a:off x="3201189" y="410034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19BE44CF-F1ED-72E9-8AB5-597504EFB13B}"/>
              </a:ext>
            </a:extLst>
          </p:cNvPr>
          <p:cNvCxnSpPr>
            <a:cxnSpLocks/>
          </p:cNvCxnSpPr>
          <p:nvPr/>
        </p:nvCxnSpPr>
        <p:spPr>
          <a:xfrm flipV="1">
            <a:off x="3245229" y="430180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951DE7CC-799E-7861-AE0C-93835894A8B0}"/>
              </a:ext>
            </a:extLst>
          </p:cNvPr>
          <p:cNvCxnSpPr>
            <a:cxnSpLocks/>
          </p:cNvCxnSpPr>
          <p:nvPr/>
        </p:nvCxnSpPr>
        <p:spPr>
          <a:xfrm flipV="1">
            <a:off x="3322321" y="4495684"/>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2396863D-3948-0C57-1D35-05736799C8AB}"/>
              </a:ext>
            </a:extLst>
          </p:cNvPr>
          <p:cNvCxnSpPr>
            <a:cxnSpLocks/>
          </p:cNvCxnSpPr>
          <p:nvPr/>
        </p:nvCxnSpPr>
        <p:spPr>
          <a:xfrm flipV="1">
            <a:off x="3417463" y="4750332"/>
            <a:ext cx="583793" cy="316375"/>
          </a:xfrm>
          <a:prstGeom prst="line">
            <a:avLst/>
          </a:prstGeom>
        </p:spPr>
        <p:style>
          <a:lnRef idx="3">
            <a:schemeClr val="accent1"/>
          </a:lnRef>
          <a:fillRef idx="0">
            <a:schemeClr val="accent1"/>
          </a:fillRef>
          <a:effectRef idx="2">
            <a:schemeClr val="accent1"/>
          </a:effectRef>
          <a:fontRef idx="minor">
            <a:schemeClr val="tx1"/>
          </a:fontRef>
        </p:style>
      </p:cxnSp>
      <p:sp>
        <p:nvSpPr>
          <p:cNvPr id="4" name="Oval 3">
            <a:extLst>
              <a:ext uri="{FF2B5EF4-FFF2-40B4-BE49-F238E27FC236}">
                <a16:creationId xmlns:a16="http://schemas.microsoft.com/office/drawing/2014/main" id="{F4735880-B960-9D1E-717F-ABEF8D9D416E}"/>
              </a:ext>
            </a:extLst>
          </p:cNvPr>
          <p:cNvSpPr/>
          <p:nvPr/>
        </p:nvSpPr>
        <p:spPr>
          <a:xfrm>
            <a:off x="5651088" y="205110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D367A5C9-846B-F91F-A16D-EB3944CE0FDD}"/>
              </a:ext>
            </a:extLst>
          </p:cNvPr>
          <p:cNvSpPr/>
          <p:nvPr/>
        </p:nvSpPr>
        <p:spPr>
          <a:xfrm>
            <a:off x="4433326" y="352139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B9593150-220A-C148-3923-25188AD48717}"/>
              </a:ext>
            </a:extLst>
          </p:cNvPr>
          <p:cNvSpPr/>
          <p:nvPr/>
        </p:nvSpPr>
        <p:spPr>
          <a:xfrm>
            <a:off x="5623445" y="48663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3FDFB9FE-5E44-28E1-0131-410B21053F17}"/>
              </a:ext>
            </a:extLst>
          </p:cNvPr>
          <p:cNvSpPr/>
          <p:nvPr/>
        </p:nvSpPr>
        <p:spPr>
          <a:xfrm>
            <a:off x="4044661" y="452880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719967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6EC2C-A79B-538F-6A3D-AB0A74049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71A36-F123-E4FF-0D30-4DCD908219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7E045F-2650-A78C-0F44-307DBC47787E}"/>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F0CFB1BF-55DA-E08C-7433-1936CCAECA87}"/>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AB869830-2309-EB91-F405-F495538356B1}"/>
              </a:ext>
            </a:extLst>
          </p:cNvPr>
          <p:cNvSpPr txBox="1"/>
          <p:nvPr/>
        </p:nvSpPr>
        <p:spPr>
          <a:xfrm>
            <a:off x="4678085" y="390555"/>
            <a:ext cx="1075764" cy="461665"/>
          </a:xfrm>
          <a:prstGeom prst="rect">
            <a:avLst/>
          </a:prstGeom>
          <a:noFill/>
        </p:spPr>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7" name="TextBox 16">
            <a:extLst>
              <a:ext uri="{FF2B5EF4-FFF2-40B4-BE49-F238E27FC236}">
                <a16:creationId xmlns:a16="http://schemas.microsoft.com/office/drawing/2014/main" id="{0F2E0891-C202-ACB1-D4BA-5B351A07CA10}"/>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277B551E-FD03-D004-253F-7223BBADC1B8}"/>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4DE6CAA5-795D-5B0F-7042-60C5AFBD2A76}"/>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2</a:t>
            </a:r>
            <a:endParaRPr lang="en-GB" sz="2400" dirty="0">
              <a:solidFill>
                <a:srgbClr val="FF0000"/>
              </a:solidFill>
            </a:endParaRPr>
          </a:p>
        </p:txBody>
      </p:sp>
      <p:sp>
        <p:nvSpPr>
          <p:cNvPr id="20" name="TextBox 19">
            <a:extLst>
              <a:ext uri="{FF2B5EF4-FFF2-40B4-BE49-F238E27FC236}">
                <a16:creationId xmlns:a16="http://schemas.microsoft.com/office/drawing/2014/main" id="{FC5FA565-9CC0-8D83-6D37-712CA4459F9D}"/>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BD7656E1-D3F2-4E0A-97F2-3A21B3C7ECC1}"/>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03DF50A9-6CCB-3810-32F2-D6EB73A67830}"/>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3" name="TextBox 22">
            <a:extLst>
              <a:ext uri="{FF2B5EF4-FFF2-40B4-BE49-F238E27FC236}">
                <a16:creationId xmlns:a16="http://schemas.microsoft.com/office/drawing/2014/main" id="{40A259DA-FAC2-09CF-35F9-8B08B62C2ACB}"/>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3C93F8E6-0E12-A53C-567C-31045B92A7F5}"/>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57D9B4EB-104C-8E56-0E29-B6BE05679E16}"/>
              </a:ext>
            </a:extLst>
          </p:cNvPr>
          <p:cNvSpPr txBox="1"/>
          <p:nvPr/>
        </p:nvSpPr>
        <p:spPr>
          <a:xfrm>
            <a:off x="4731655" y="2028622"/>
            <a:ext cx="1075764" cy="461665"/>
          </a:xfrm>
          <a:prstGeom prst="rect">
            <a:avLst/>
          </a:prstGeom>
          <a:noFill/>
        </p:spPr>
        <p:txBody>
          <a:bodyPr wrap="square" rtlCol="0">
            <a:spAutoFit/>
          </a:bodyPr>
          <a:lstStyle/>
          <a:p>
            <a:r>
              <a:rPr lang="el-GR" sz="2400" dirty="0"/>
              <a:t>β</a:t>
            </a:r>
            <a:r>
              <a:rPr lang="en-US" sz="2400" dirty="0"/>
              <a:t> = </a:t>
            </a:r>
            <a:r>
              <a:rPr lang="en-GB" sz="2400" dirty="0">
                <a:solidFill>
                  <a:srgbClr val="FF0000"/>
                </a:solidFill>
              </a:rPr>
              <a:t>2</a:t>
            </a:r>
          </a:p>
        </p:txBody>
      </p:sp>
      <p:sp>
        <p:nvSpPr>
          <p:cNvPr id="26" name="TextBox 25">
            <a:extLst>
              <a:ext uri="{FF2B5EF4-FFF2-40B4-BE49-F238E27FC236}">
                <a16:creationId xmlns:a16="http://schemas.microsoft.com/office/drawing/2014/main" id="{9CB3EA44-28A6-CBB0-EC8A-433213DF7CB9}"/>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3AEA9906-A839-5537-1DDE-23BC37F65938}"/>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D8B66AC7-1AE9-459C-01CB-A7F699DE4827}"/>
              </a:ext>
            </a:extLst>
          </p:cNvPr>
          <p:cNvSpPr/>
          <p:nvPr/>
        </p:nvSpPr>
        <p:spPr>
          <a:xfrm>
            <a:off x="5651088" y="2084422"/>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B3907023-52C0-6736-6660-A39DE285E54C}"/>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9CA13F4D-79F7-83A6-92E9-48CC045B7E99}"/>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D95C5629-BF72-F65E-9BA2-AC407AC3D805}"/>
              </a:ext>
            </a:extLst>
          </p:cNvPr>
          <p:cNvSpPr/>
          <p:nvPr/>
        </p:nvSpPr>
        <p:spPr>
          <a:xfrm>
            <a:off x="2760988" y="4536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AFFE9212-27C0-7785-A291-89523820F85E}"/>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99206D8D-C19D-5F3D-981B-BD8979FED628}"/>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89C38D10-F619-601D-5DBB-8E288012B011}"/>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E230DDC5-C56E-6A67-2A01-D803DCEC0615}"/>
              </a:ext>
            </a:extLst>
          </p:cNvPr>
          <p:cNvCxnSpPr>
            <a:cxnSpLocks/>
          </p:cNvCxnSpPr>
          <p:nvPr/>
        </p:nvCxnSpPr>
        <p:spPr>
          <a:xfrm flipV="1">
            <a:off x="3201189" y="410034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6602BDC7-96B3-4EDD-6AFF-2A502DBCA1E7}"/>
              </a:ext>
            </a:extLst>
          </p:cNvPr>
          <p:cNvCxnSpPr>
            <a:cxnSpLocks/>
          </p:cNvCxnSpPr>
          <p:nvPr/>
        </p:nvCxnSpPr>
        <p:spPr>
          <a:xfrm flipV="1">
            <a:off x="3245229" y="430180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39EF84AA-A0A2-7A87-B695-73E5BCE839E8}"/>
              </a:ext>
            </a:extLst>
          </p:cNvPr>
          <p:cNvCxnSpPr>
            <a:cxnSpLocks/>
          </p:cNvCxnSpPr>
          <p:nvPr/>
        </p:nvCxnSpPr>
        <p:spPr>
          <a:xfrm flipV="1">
            <a:off x="3322321" y="4495684"/>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D005C48D-A947-138C-B7D2-3B800B816560}"/>
              </a:ext>
            </a:extLst>
          </p:cNvPr>
          <p:cNvCxnSpPr>
            <a:cxnSpLocks/>
          </p:cNvCxnSpPr>
          <p:nvPr/>
        </p:nvCxnSpPr>
        <p:spPr>
          <a:xfrm flipV="1">
            <a:off x="3417463" y="4750332"/>
            <a:ext cx="583793" cy="316375"/>
          </a:xfrm>
          <a:prstGeom prst="line">
            <a:avLst/>
          </a:prstGeom>
        </p:spPr>
        <p:style>
          <a:lnRef idx="3">
            <a:schemeClr val="accent1"/>
          </a:lnRef>
          <a:fillRef idx="0">
            <a:schemeClr val="accent1"/>
          </a:fillRef>
          <a:effectRef idx="2">
            <a:schemeClr val="accent1"/>
          </a:effectRef>
          <a:fontRef idx="minor">
            <a:schemeClr val="tx1"/>
          </a:fontRef>
        </p:style>
      </p:cxnSp>
      <p:sp>
        <p:nvSpPr>
          <p:cNvPr id="4" name="Oval 3">
            <a:extLst>
              <a:ext uri="{FF2B5EF4-FFF2-40B4-BE49-F238E27FC236}">
                <a16:creationId xmlns:a16="http://schemas.microsoft.com/office/drawing/2014/main" id="{C93A4B42-C798-5C69-64A8-DF8CC287CBBF}"/>
              </a:ext>
            </a:extLst>
          </p:cNvPr>
          <p:cNvSpPr/>
          <p:nvPr/>
        </p:nvSpPr>
        <p:spPr>
          <a:xfrm>
            <a:off x="4722635" y="456092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756B8F43-FC02-D7AE-9621-5AAE7660115E}"/>
              </a:ext>
            </a:extLst>
          </p:cNvPr>
          <p:cNvSpPr/>
          <p:nvPr/>
        </p:nvSpPr>
        <p:spPr>
          <a:xfrm>
            <a:off x="4433326" y="352139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E3A1114C-FAC9-662A-519C-E63B3B3C7040}"/>
              </a:ext>
            </a:extLst>
          </p:cNvPr>
          <p:cNvSpPr/>
          <p:nvPr/>
        </p:nvSpPr>
        <p:spPr>
          <a:xfrm>
            <a:off x="5623445" y="48663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23FB85F5-6B93-BC7D-3001-49D71EB8B8A7}"/>
              </a:ext>
            </a:extLst>
          </p:cNvPr>
          <p:cNvSpPr/>
          <p:nvPr/>
        </p:nvSpPr>
        <p:spPr>
          <a:xfrm>
            <a:off x="4044661" y="452880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7A4002E1-3BA3-B07A-D9A0-6D3267D10518}"/>
              </a:ext>
            </a:extLst>
          </p:cNvPr>
          <p:cNvSpPr/>
          <p:nvPr/>
        </p:nvSpPr>
        <p:spPr>
          <a:xfrm>
            <a:off x="599387" y="477198"/>
            <a:ext cx="2954215" cy="129821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a:t>
            </a:r>
          </a:p>
          <a:p>
            <a:pPr algn="ctr"/>
            <a:r>
              <a:rPr lang="el-GR" sz="2400" dirty="0">
                <a:solidFill>
                  <a:srgbClr val="FF0000"/>
                </a:solidFill>
              </a:rPr>
              <a:t>β</a:t>
            </a:r>
            <a:r>
              <a:rPr lang="en-US" sz="2400" dirty="0">
                <a:solidFill>
                  <a:srgbClr val="FF0000"/>
                </a:solidFill>
              </a:rPr>
              <a:t> &lt;= </a:t>
            </a:r>
            <a:r>
              <a:rPr lang="el-GR" sz="2400" dirty="0">
                <a:solidFill>
                  <a:srgbClr val="FF0000"/>
                </a:solidFill>
              </a:rPr>
              <a:t>α</a:t>
            </a:r>
            <a:endParaRPr lang="en-US" sz="2400" dirty="0">
              <a:solidFill>
                <a:srgbClr val="FF0000"/>
              </a:solidFill>
            </a:endParaRPr>
          </a:p>
          <a:p>
            <a:pPr algn="ctr"/>
            <a:r>
              <a:rPr lang="en-US" sz="2400" dirty="0">
                <a:solidFill>
                  <a:srgbClr val="FF0000"/>
                </a:solidFill>
              </a:rPr>
              <a:t>2 &lt;= 8</a:t>
            </a:r>
          </a:p>
          <a:p>
            <a:pPr algn="ctr"/>
            <a:endParaRPr lang="en-US" dirty="0"/>
          </a:p>
        </p:txBody>
      </p:sp>
    </p:spTree>
    <p:extLst>
      <p:ext uri="{BB962C8B-B14F-4D97-AF65-F5344CB8AC3E}">
        <p14:creationId xmlns:p14="http://schemas.microsoft.com/office/powerpoint/2010/main" val="2945457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C62EC-5DFD-4627-FE92-7B01CEEF2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EA3EE-9140-7A60-D2BA-0256453335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129D12-453E-EBB7-0BAC-61E119DD36C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55706609-6300-5C54-8450-C0E6BBBE1BBA}"/>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641D1E33-A238-83DE-BD2E-0D5FD68A0D73}"/>
              </a:ext>
            </a:extLst>
          </p:cNvPr>
          <p:cNvSpPr txBox="1"/>
          <p:nvPr/>
        </p:nvSpPr>
        <p:spPr>
          <a:xfrm>
            <a:off x="4678085" y="390555"/>
            <a:ext cx="1075764" cy="461665"/>
          </a:xfrm>
          <a:prstGeom prst="rect">
            <a:avLst/>
          </a:prstGeom>
          <a:noFill/>
        </p:spPr>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7" name="TextBox 16">
            <a:extLst>
              <a:ext uri="{FF2B5EF4-FFF2-40B4-BE49-F238E27FC236}">
                <a16:creationId xmlns:a16="http://schemas.microsoft.com/office/drawing/2014/main" id="{29DF5733-5D0E-1DE9-0D9A-29B2EA5E0959}"/>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EBA6DD0E-3FED-8AD3-28BD-4DFE80DBF34C}"/>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55E1F1DA-8746-9BB7-DC08-D326CC05C66B}"/>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2</a:t>
            </a:r>
            <a:endParaRPr lang="en-GB" sz="2400" dirty="0">
              <a:solidFill>
                <a:srgbClr val="FF0000"/>
              </a:solidFill>
            </a:endParaRPr>
          </a:p>
        </p:txBody>
      </p:sp>
      <p:sp>
        <p:nvSpPr>
          <p:cNvPr id="20" name="TextBox 19">
            <a:extLst>
              <a:ext uri="{FF2B5EF4-FFF2-40B4-BE49-F238E27FC236}">
                <a16:creationId xmlns:a16="http://schemas.microsoft.com/office/drawing/2014/main" id="{35D861F4-337C-5DC4-0397-5E4BEEF92C53}"/>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9CEA01E8-27F5-BB2C-4916-C5E8FCBA658F}"/>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AF2881F0-F4E3-A3B4-CF03-62F01CD9A3B6}"/>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3" name="TextBox 22">
            <a:extLst>
              <a:ext uri="{FF2B5EF4-FFF2-40B4-BE49-F238E27FC236}">
                <a16:creationId xmlns:a16="http://schemas.microsoft.com/office/drawing/2014/main" id="{2A897C54-BDAC-EB4B-B6B0-2AF7B4BF86C2}"/>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D62B824C-3B5C-240B-61EA-F143DB2E9F3F}"/>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5367F52A-E81C-278F-CA78-0C3EFA7CC530}"/>
              </a:ext>
            </a:extLst>
          </p:cNvPr>
          <p:cNvSpPr txBox="1"/>
          <p:nvPr/>
        </p:nvSpPr>
        <p:spPr>
          <a:xfrm>
            <a:off x="4731655" y="2028622"/>
            <a:ext cx="1075764" cy="461665"/>
          </a:xfrm>
          <a:prstGeom prst="rect">
            <a:avLst/>
          </a:prstGeom>
          <a:noFill/>
        </p:spPr>
        <p:txBody>
          <a:bodyPr wrap="square" rtlCol="0">
            <a:spAutoFit/>
          </a:bodyPr>
          <a:lstStyle/>
          <a:p>
            <a:r>
              <a:rPr lang="el-GR" sz="2400" dirty="0"/>
              <a:t>β</a:t>
            </a:r>
            <a:r>
              <a:rPr lang="en-US" sz="2400" dirty="0"/>
              <a:t> = </a:t>
            </a:r>
            <a:r>
              <a:rPr lang="en-GB" sz="2400" dirty="0">
                <a:solidFill>
                  <a:srgbClr val="FF0000"/>
                </a:solidFill>
              </a:rPr>
              <a:t>2</a:t>
            </a:r>
          </a:p>
        </p:txBody>
      </p:sp>
      <p:sp>
        <p:nvSpPr>
          <p:cNvPr id="26" name="TextBox 25">
            <a:extLst>
              <a:ext uri="{FF2B5EF4-FFF2-40B4-BE49-F238E27FC236}">
                <a16:creationId xmlns:a16="http://schemas.microsoft.com/office/drawing/2014/main" id="{44724DD5-7819-FF38-1BDB-705EF9AE17B3}"/>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B9511062-F440-CE90-A066-D71713FA127E}"/>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0D84CDC0-C845-A971-AB2B-89D0D71A6FC3}"/>
              </a:ext>
            </a:extLst>
          </p:cNvPr>
          <p:cNvSpPr/>
          <p:nvPr/>
        </p:nvSpPr>
        <p:spPr>
          <a:xfrm>
            <a:off x="5651088" y="2084422"/>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C5A45231-8DFB-BAAC-3082-938639052CFA}"/>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B2068D73-B87C-09D4-57CD-FA97B4352BCB}"/>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81B048EE-F422-AA98-A255-CBDFBBC27DEE}"/>
              </a:ext>
            </a:extLst>
          </p:cNvPr>
          <p:cNvSpPr/>
          <p:nvPr/>
        </p:nvSpPr>
        <p:spPr>
          <a:xfrm>
            <a:off x="2760988" y="4536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5BAE22C7-9B44-BB62-D8CF-DFF9FE2650AC}"/>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4DA84AF2-85C6-07E8-B2D4-630751E75F83}"/>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5C4B95E6-B27E-27CA-FD86-BB750FEE041B}"/>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01EC003F-A159-D15A-3964-09B2CA53832D}"/>
              </a:ext>
            </a:extLst>
          </p:cNvPr>
          <p:cNvCxnSpPr>
            <a:cxnSpLocks/>
          </p:cNvCxnSpPr>
          <p:nvPr/>
        </p:nvCxnSpPr>
        <p:spPr>
          <a:xfrm flipV="1">
            <a:off x="3201189" y="410034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62D38597-A98E-BA59-BA69-8A3A776F1962}"/>
              </a:ext>
            </a:extLst>
          </p:cNvPr>
          <p:cNvCxnSpPr>
            <a:cxnSpLocks/>
          </p:cNvCxnSpPr>
          <p:nvPr/>
        </p:nvCxnSpPr>
        <p:spPr>
          <a:xfrm flipV="1">
            <a:off x="3245229" y="430180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E25D0FD1-F175-75F2-E2A6-71B7B2695643}"/>
              </a:ext>
            </a:extLst>
          </p:cNvPr>
          <p:cNvCxnSpPr>
            <a:cxnSpLocks/>
          </p:cNvCxnSpPr>
          <p:nvPr/>
        </p:nvCxnSpPr>
        <p:spPr>
          <a:xfrm flipV="1">
            <a:off x="3322321" y="4495684"/>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018FC183-DAA8-86E7-5F2F-0F13ABE18F71}"/>
              </a:ext>
            </a:extLst>
          </p:cNvPr>
          <p:cNvCxnSpPr>
            <a:cxnSpLocks/>
          </p:cNvCxnSpPr>
          <p:nvPr/>
        </p:nvCxnSpPr>
        <p:spPr>
          <a:xfrm flipV="1">
            <a:off x="3417463" y="4750332"/>
            <a:ext cx="583793" cy="316375"/>
          </a:xfrm>
          <a:prstGeom prst="line">
            <a:avLst/>
          </a:prstGeom>
        </p:spPr>
        <p:style>
          <a:lnRef idx="3">
            <a:schemeClr val="accent1"/>
          </a:lnRef>
          <a:fillRef idx="0">
            <a:schemeClr val="accent1"/>
          </a:fillRef>
          <a:effectRef idx="2">
            <a:schemeClr val="accent1"/>
          </a:effectRef>
          <a:fontRef idx="minor">
            <a:schemeClr val="tx1"/>
          </a:fontRef>
        </p:style>
      </p:cxnSp>
      <p:sp>
        <p:nvSpPr>
          <p:cNvPr id="4" name="Oval 3">
            <a:extLst>
              <a:ext uri="{FF2B5EF4-FFF2-40B4-BE49-F238E27FC236}">
                <a16:creationId xmlns:a16="http://schemas.microsoft.com/office/drawing/2014/main" id="{782C52FB-58AB-68A6-06DE-72F05F521426}"/>
              </a:ext>
            </a:extLst>
          </p:cNvPr>
          <p:cNvSpPr/>
          <p:nvPr/>
        </p:nvSpPr>
        <p:spPr>
          <a:xfrm>
            <a:off x="4722635" y="456092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F981449F-8418-7649-814B-08BC9088C536}"/>
              </a:ext>
            </a:extLst>
          </p:cNvPr>
          <p:cNvSpPr/>
          <p:nvPr/>
        </p:nvSpPr>
        <p:spPr>
          <a:xfrm>
            <a:off x="4433326" y="352139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81400B4A-4F2A-F900-1EF5-0171A6FEAB71}"/>
              </a:ext>
            </a:extLst>
          </p:cNvPr>
          <p:cNvSpPr/>
          <p:nvPr/>
        </p:nvSpPr>
        <p:spPr>
          <a:xfrm>
            <a:off x="5623445" y="48663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144B02B3-A0B0-67D3-5958-853E390954FD}"/>
              </a:ext>
            </a:extLst>
          </p:cNvPr>
          <p:cNvSpPr/>
          <p:nvPr/>
        </p:nvSpPr>
        <p:spPr>
          <a:xfrm>
            <a:off x="4044661" y="452880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4F334101-87C1-FC51-9FF8-5CB160324A21}"/>
              </a:ext>
            </a:extLst>
          </p:cNvPr>
          <p:cNvSpPr/>
          <p:nvPr/>
        </p:nvSpPr>
        <p:spPr>
          <a:xfrm>
            <a:off x="599387" y="477198"/>
            <a:ext cx="2954215" cy="129821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a:t>
            </a:r>
          </a:p>
          <a:p>
            <a:pPr algn="ctr"/>
            <a:r>
              <a:rPr lang="el-GR" sz="2400" dirty="0">
                <a:solidFill>
                  <a:srgbClr val="FF0000"/>
                </a:solidFill>
              </a:rPr>
              <a:t>β</a:t>
            </a:r>
            <a:r>
              <a:rPr lang="en-US" sz="2400" dirty="0">
                <a:solidFill>
                  <a:srgbClr val="FF0000"/>
                </a:solidFill>
              </a:rPr>
              <a:t> &lt;= </a:t>
            </a:r>
            <a:r>
              <a:rPr lang="el-GR" sz="2400" dirty="0">
                <a:solidFill>
                  <a:srgbClr val="FF0000"/>
                </a:solidFill>
              </a:rPr>
              <a:t>α</a:t>
            </a:r>
            <a:endParaRPr lang="en-US" sz="2400" dirty="0">
              <a:solidFill>
                <a:srgbClr val="FF0000"/>
              </a:solidFill>
            </a:endParaRPr>
          </a:p>
          <a:p>
            <a:pPr algn="ctr"/>
            <a:r>
              <a:rPr lang="en-US" sz="2400" dirty="0">
                <a:solidFill>
                  <a:srgbClr val="FF0000"/>
                </a:solidFill>
              </a:rPr>
              <a:t>2 &lt;= 8</a:t>
            </a:r>
          </a:p>
          <a:p>
            <a:pPr algn="ctr"/>
            <a:endParaRPr lang="en-US" dirty="0"/>
          </a:p>
        </p:txBody>
      </p:sp>
      <p:cxnSp>
        <p:nvCxnSpPr>
          <p:cNvPr id="32" name="Straight Connector 31">
            <a:extLst>
              <a:ext uri="{FF2B5EF4-FFF2-40B4-BE49-F238E27FC236}">
                <a16:creationId xmlns:a16="http://schemas.microsoft.com/office/drawing/2014/main" id="{8B82DE23-67A4-EC6F-6F42-5C795CC65B81}"/>
              </a:ext>
            </a:extLst>
          </p:cNvPr>
          <p:cNvCxnSpPr>
            <a:cxnSpLocks/>
          </p:cNvCxnSpPr>
          <p:nvPr/>
        </p:nvCxnSpPr>
        <p:spPr>
          <a:xfrm flipV="1">
            <a:off x="5326727" y="2533642"/>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37" name="Straight Connector 36">
            <a:extLst>
              <a:ext uri="{FF2B5EF4-FFF2-40B4-BE49-F238E27FC236}">
                <a16:creationId xmlns:a16="http://schemas.microsoft.com/office/drawing/2014/main" id="{9CB4467C-9DE0-E65A-1B5D-7A4B3B75D02B}"/>
              </a:ext>
            </a:extLst>
          </p:cNvPr>
          <p:cNvCxnSpPr>
            <a:cxnSpLocks/>
          </p:cNvCxnSpPr>
          <p:nvPr/>
        </p:nvCxnSpPr>
        <p:spPr>
          <a:xfrm flipV="1">
            <a:off x="5326727" y="26944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1" name="Straight Connector 40">
            <a:extLst>
              <a:ext uri="{FF2B5EF4-FFF2-40B4-BE49-F238E27FC236}">
                <a16:creationId xmlns:a16="http://schemas.microsoft.com/office/drawing/2014/main" id="{422FC88F-44DC-861C-BAD2-AED1E9239695}"/>
              </a:ext>
            </a:extLst>
          </p:cNvPr>
          <p:cNvCxnSpPr>
            <a:cxnSpLocks/>
          </p:cNvCxnSpPr>
          <p:nvPr/>
        </p:nvCxnSpPr>
        <p:spPr>
          <a:xfrm flipV="1">
            <a:off x="5645990" y="2889513"/>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42" name="Straight Connector 41">
            <a:extLst>
              <a:ext uri="{FF2B5EF4-FFF2-40B4-BE49-F238E27FC236}">
                <a16:creationId xmlns:a16="http://schemas.microsoft.com/office/drawing/2014/main" id="{391794A1-C092-46C0-FA74-347C75CCE21B}"/>
              </a:ext>
            </a:extLst>
          </p:cNvPr>
          <p:cNvCxnSpPr>
            <a:cxnSpLocks/>
          </p:cNvCxnSpPr>
          <p:nvPr/>
        </p:nvCxnSpPr>
        <p:spPr>
          <a:xfrm flipV="1">
            <a:off x="5645990" y="3050356"/>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3" name="Straight Connector 42">
            <a:extLst>
              <a:ext uri="{FF2B5EF4-FFF2-40B4-BE49-F238E27FC236}">
                <a16:creationId xmlns:a16="http://schemas.microsoft.com/office/drawing/2014/main" id="{5342E1F4-5268-9D98-CA33-C999C066FDEB}"/>
              </a:ext>
            </a:extLst>
          </p:cNvPr>
          <p:cNvCxnSpPr>
            <a:cxnSpLocks/>
          </p:cNvCxnSpPr>
          <p:nvPr/>
        </p:nvCxnSpPr>
        <p:spPr>
          <a:xfrm flipV="1">
            <a:off x="5607504" y="33444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44" name="Straight Connector 43">
            <a:extLst>
              <a:ext uri="{FF2B5EF4-FFF2-40B4-BE49-F238E27FC236}">
                <a16:creationId xmlns:a16="http://schemas.microsoft.com/office/drawing/2014/main" id="{91F42C80-576F-1857-0305-A02F021F485A}"/>
              </a:ext>
            </a:extLst>
          </p:cNvPr>
          <p:cNvCxnSpPr>
            <a:cxnSpLocks/>
          </p:cNvCxnSpPr>
          <p:nvPr/>
        </p:nvCxnSpPr>
        <p:spPr>
          <a:xfrm flipV="1">
            <a:off x="6166179" y="46040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51" name="Straight Connector 50">
            <a:extLst>
              <a:ext uri="{FF2B5EF4-FFF2-40B4-BE49-F238E27FC236}">
                <a16:creationId xmlns:a16="http://schemas.microsoft.com/office/drawing/2014/main" id="{A0131A29-270F-3E0B-8517-3C750A1670C9}"/>
              </a:ext>
            </a:extLst>
          </p:cNvPr>
          <p:cNvCxnSpPr>
            <a:cxnSpLocks/>
          </p:cNvCxnSpPr>
          <p:nvPr/>
        </p:nvCxnSpPr>
        <p:spPr>
          <a:xfrm flipV="1">
            <a:off x="5427326" y="3940662"/>
            <a:ext cx="2049247" cy="986492"/>
          </a:xfrm>
          <a:prstGeom prst="line">
            <a:avLst/>
          </a:prstGeom>
        </p:spPr>
        <p:style>
          <a:lnRef idx="3">
            <a:schemeClr val="accent1"/>
          </a:lnRef>
          <a:fillRef idx="0">
            <a:schemeClr val="accent1"/>
          </a:fillRef>
          <a:effectRef idx="2">
            <a:schemeClr val="accent1"/>
          </a:effectRef>
          <a:fontRef idx="minor">
            <a:schemeClr val="tx1"/>
          </a:fontRef>
        </p:style>
      </p:cxnSp>
      <p:cxnSp>
        <p:nvCxnSpPr>
          <p:cNvPr id="52" name="Straight Connector 51">
            <a:extLst>
              <a:ext uri="{FF2B5EF4-FFF2-40B4-BE49-F238E27FC236}">
                <a16:creationId xmlns:a16="http://schemas.microsoft.com/office/drawing/2014/main" id="{16010BF5-839E-16DD-D89C-C44C4D03F9F8}"/>
              </a:ext>
            </a:extLst>
          </p:cNvPr>
          <p:cNvCxnSpPr>
            <a:cxnSpLocks/>
          </p:cNvCxnSpPr>
          <p:nvPr/>
        </p:nvCxnSpPr>
        <p:spPr>
          <a:xfrm flipV="1">
            <a:off x="5932931" y="4174713"/>
            <a:ext cx="1687278" cy="908136"/>
          </a:xfrm>
          <a:prstGeom prst="line">
            <a:avLst/>
          </a:prstGeom>
        </p:spPr>
        <p:style>
          <a:lnRef idx="3">
            <a:schemeClr val="accent1"/>
          </a:lnRef>
          <a:fillRef idx="0">
            <a:schemeClr val="accent1"/>
          </a:fillRef>
          <a:effectRef idx="2">
            <a:schemeClr val="accent1"/>
          </a:effectRef>
          <a:fontRef idx="minor">
            <a:schemeClr val="tx1"/>
          </a:fontRef>
        </p:style>
      </p:cxnSp>
      <p:cxnSp>
        <p:nvCxnSpPr>
          <p:cNvPr id="57" name="Straight Connector 56">
            <a:extLst>
              <a:ext uri="{FF2B5EF4-FFF2-40B4-BE49-F238E27FC236}">
                <a16:creationId xmlns:a16="http://schemas.microsoft.com/office/drawing/2014/main" id="{4E8DF40D-7991-FF06-577A-DF3A724E3017}"/>
              </a:ext>
            </a:extLst>
          </p:cNvPr>
          <p:cNvCxnSpPr>
            <a:cxnSpLocks/>
          </p:cNvCxnSpPr>
          <p:nvPr/>
        </p:nvCxnSpPr>
        <p:spPr>
          <a:xfrm flipV="1">
            <a:off x="5759904" y="34968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58" name="Straight Connector 57">
            <a:extLst>
              <a:ext uri="{FF2B5EF4-FFF2-40B4-BE49-F238E27FC236}">
                <a16:creationId xmlns:a16="http://schemas.microsoft.com/office/drawing/2014/main" id="{1089E788-D5D6-609E-95C0-01776F49C89C}"/>
              </a:ext>
            </a:extLst>
          </p:cNvPr>
          <p:cNvCxnSpPr>
            <a:cxnSpLocks/>
          </p:cNvCxnSpPr>
          <p:nvPr/>
        </p:nvCxnSpPr>
        <p:spPr>
          <a:xfrm flipV="1">
            <a:off x="5446426" y="3730856"/>
            <a:ext cx="1923079" cy="837919"/>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57594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FAEF6-74BD-0A6C-DE75-28B21905D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379E3-9AF8-FED3-3663-2BAE024397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AB9274-7C08-E0BD-FE23-9BE4A47DB1A4}"/>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963269FD-693D-EE37-F85B-2E1793C519F4}"/>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74E87D98-D34C-904D-CB89-E37E2BB45767}"/>
              </a:ext>
            </a:extLst>
          </p:cNvPr>
          <p:cNvSpPr txBox="1"/>
          <p:nvPr/>
        </p:nvSpPr>
        <p:spPr>
          <a:xfrm>
            <a:off x="4678085" y="390555"/>
            <a:ext cx="1075764" cy="461665"/>
          </a:xfrm>
          <a:prstGeom prst="rect">
            <a:avLst/>
          </a:prstGeom>
          <a:noFill/>
        </p:spPr>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7" name="TextBox 16">
            <a:extLst>
              <a:ext uri="{FF2B5EF4-FFF2-40B4-BE49-F238E27FC236}">
                <a16:creationId xmlns:a16="http://schemas.microsoft.com/office/drawing/2014/main" id="{26C118FF-BF15-CA9B-BF9D-D9DDEB0DB38F}"/>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8BCF6C07-4E0A-278C-0938-8AA1C654F1AA}"/>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B7EA0B7D-8F0E-4A02-B4C1-7ABA90E4C757}"/>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2</a:t>
            </a:r>
            <a:endParaRPr lang="en-GB" sz="2400" dirty="0">
              <a:solidFill>
                <a:srgbClr val="FF0000"/>
              </a:solidFill>
            </a:endParaRPr>
          </a:p>
        </p:txBody>
      </p:sp>
      <p:sp>
        <p:nvSpPr>
          <p:cNvPr id="20" name="TextBox 19">
            <a:extLst>
              <a:ext uri="{FF2B5EF4-FFF2-40B4-BE49-F238E27FC236}">
                <a16:creationId xmlns:a16="http://schemas.microsoft.com/office/drawing/2014/main" id="{24BC7F2B-2F13-B43D-3E63-7110094E09FF}"/>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08F89CC2-77FB-9221-F123-C7CB7316DD88}"/>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DA0325E4-DE97-1FF3-88AA-96AFBB691280}"/>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3</a:t>
            </a:r>
            <a:endParaRPr lang="en-GB" sz="2400" dirty="0"/>
          </a:p>
        </p:txBody>
      </p:sp>
      <p:sp>
        <p:nvSpPr>
          <p:cNvPr id="23" name="TextBox 22">
            <a:extLst>
              <a:ext uri="{FF2B5EF4-FFF2-40B4-BE49-F238E27FC236}">
                <a16:creationId xmlns:a16="http://schemas.microsoft.com/office/drawing/2014/main" id="{ABAE9A40-0DF8-1556-F491-98554C39D78A}"/>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85B24B39-0D24-9B1A-C4E7-7E95E806403F}"/>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F3AA00D9-2E9C-E468-53F3-4AF63D74B8BB}"/>
              </a:ext>
            </a:extLst>
          </p:cNvPr>
          <p:cNvSpPr txBox="1"/>
          <p:nvPr/>
        </p:nvSpPr>
        <p:spPr>
          <a:xfrm>
            <a:off x="4731655" y="2028622"/>
            <a:ext cx="1075764" cy="461665"/>
          </a:xfrm>
          <a:prstGeom prst="rect">
            <a:avLst/>
          </a:prstGeom>
          <a:noFill/>
        </p:spPr>
        <p:txBody>
          <a:bodyPr wrap="square" rtlCol="0">
            <a:spAutoFit/>
          </a:bodyPr>
          <a:lstStyle/>
          <a:p>
            <a:r>
              <a:rPr lang="el-GR" sz="2400" dirty="0"/>
              <a:t>β</a:t>
            </a:r>
            <a:r>
              <a:rPr lang="en-US" sz="2400" dirty="0"/>
              <a:t> = </a:t>
            </a:r>
            <a:r>
              <a:rPr lang="en-GB" sz="2400" dirty="0">
                <a:solidFill>
                  <a:srgbClr val="FF0000"/>
                </a:solidFill>
              </a:rPr>
              <a:t>2</a:t>
            </a:r>
          </a:p>
        </p:txBody>
      </p:sp>
      <p:sp>
        <p:nvSpPr>
          <p:cNvPr id="26" name="TextBox 25">
            <a:extLst>
              <a:ext uri="{FF2B5EF4-FFF2-40B4-BE49-F238E27FC236}">
                <a16:creationId xmlns:a16="http://schemas.microsoft.com/office/drawing/2014/main" id="{7CADD738-DB94-25E8-7C0C-A77FDF886003}"/>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1DA712DE-7C37-F40F-235E-5D354DFC050C}"/>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C48B259C-AB94-3863-DE11-ACD4D66F3CDC}"/>
              </a:ext>
            </a:extLst>
          </p:cNvPr>
          <p:cNvSpPr/>
          <p:nvPr/>
        </p:nvSpPr>
        <p:spPr>
          <a:xfrm>
            <a:off x="7912485" y="4548872"/>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C0F32858-F0A8-9267-C631-CC96C5D7FA91}"/>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F2773770-9B4D-C654-A275-347763243029}"/>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69570669-7D19-E2A5-B918-24D876E3FD19}"/>
              </a:ext>
            </a:extLst>
          </p:cNvPr>
          <p:cNvSpPr/>
          <p:nvPr/>
        </p:nvSpPr>
        <p:spPr>
          <a:xfrm>
            <a:off x="2760988" y="4536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DFFFC8B2-2224-CEC9-601B-FBD7F0312B7B}"/>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2F1BD3DB-12CE-4D2D-6AFA-BE21890A0078}"/>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2A9A9280-F233-BB7E-EE58-3E3184603EDF}"/>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FF7D023A-025F-0612-1F9C-A203AF4EB7CF}"/>
              </a:ext>
            </a:extLst>
          </p:cNvPr>
          <p:cNvCxnSpPr>
            <a:cxnSpLocks/>
          </p:cNvCxnSpPr>
          <p:nvPr/>
        </p:nvCxnSpPr>
        <p:spPr>
          <a:xfrm flipV="1">
            <a:off x="3201189" y="410034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8D95CCC2-B403-EC48-CA69-63192DE92822}"/>
              </a:ext>
            </a:extLst>
          </p:cNvPr>
          <p:cNvCxnSpPr>
            <a:cxnSpLocks/>
          </p:cNvCxnSpPr>
          <p:nvPr/>
        </p:nvCxnSpPr>
        <p:spPr>
          <a:xfrm flipV="1">
            <a:off x="3245229" y="430180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F79D3B01-C001-4C36-5E4A-3428790823A0}"/>
              </a:ext>
            </a:extLst>
          </p:cNvPr>
          <p:cNvCxnSpPr>
            <a:cxnSpLocks/>
          </p:cNvCxnSpPr>
          <p:nvPr/>
        </p:nvCxnSpPr>
        <p:spPr>
          <a:xfrm flipV="1">
            <a:off x="3322321" y="4495684"/>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732D8FC9-7E49-83B2-C65C-886D6954B8DC}"/>
              </a:ext>
            </a:extLst>
          </p:cNvPr>
          <p:cNvCxnSpPr>
            <a:cxnSpLocks/>
          </p:cNvCxnSpPr>
          <p:nvPr/>
        </p:nvCxnSpPr>
        <p:spPr>
          <a:xfrm flipV="1">
            <a:off x="3417463" y="4750332"/>
            <a:ext cx="583793" cy="316375"/>
          </a:xfrm>
          <a:prstGeom prst="line">
            <a:avLst/>
          </a:prstGeom>
        </p:spPr>
        <p:style>
          <a:lnRef idx="3">
            <a:schemeClr val="accent1"/>
          </a:lnRef>
          <a:fillRef idx="0">
            <a:schemeClr val="accent1"/>
          </a:fillRef>
          <a:effectRef idx="2">
            <a:schemeClr val="accent1"/>
          </a:effectRef>
          <a:fontRef idx="minor">
            <a:schemeClr val="tx1"/>
          </a:fontRef>
        </p:style>
      </p:cxnSp>
      <p:sp>
        <p:nvSpPr>
          <p:cNvPr id="4" name="Oval 3">
            <a:extLst>
              <a:ext uri="{FF2B5EF4-FFF2-40B4-BE49-F238E27FC236}">
                <a16:creationId xmlns:a16="http://schemas.microsoft.com/office/drawing/2014/main" id="{4570C41E-915D-F09F-9AFE-09E90FCF68CE}"/>
              </a:ext>
            </a:extLst>
          </p:cNvPr>
          <p:cNvSpPr/>
          <p:nvPr/>
        </p:nvSpPr>
        <p:spPr>
          <a:xfrm>
            <a:off x="4722635" y="456092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1BA46733-D7AF-83CF-29F2-4588F0AEC1BF}"/>
              </a:ext>
            </a:extLst>
          </p:cNvPr>
          <p:cNvSpPr/>
          <p:nvPr/>
        </p:nvSpPr>
        <p:spPr>
          <a:xfrm>
            <a:off x="4433326" y="352139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9E66F4E9-0368-393A-BA67-BF08ACB3BDC6}"/>
              </a:ext>
            </a:extLst>
          </p:cNvPr>
          <p:cNvSpPr/>
          <p:nvPr/>
        </p:nvSpPr>
        <p:spPr>
          <a:xfrm>
            <a:off x="5623445" y="48663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DA703CF0-8B65-D506-0CB0-33B4A4F5E29E}"/>
              </a:ext>
            </a:extLst>
          </p:cNvPr>
          <p:cNvSpPr/>
          <p:nvPr/>
        </p:nvSpPr>
        <p:spPr>
          <a:xfrm>
            <a:off x="4044661" y="452880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B62147C6-8A9A-7744-AA28-58933D93B261}"/>
              </a:ext>
            </a:extLst>
          </p:cNvPr>
          <p:cNvCxnSpPr>
            <a:cxnSpLocks/>
          </p:cNvCxnSpPr>
          <p:nvPr/>
        </p:nvCxnSpPr>
        <p:spPr>
          <a:xfrm flipV="1">
            <a:off x="5326727" y="2533642"/>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37" name="Straight Connector 36">
            <a:extLst>
              <a:ext uri="{FF2B5EF4-FFF2-40B4-BE49-F238E27FC236}">
                <a16:creationId xmlns:a16="http://schemas.microsoft.com/office/drawing/2014/main" id="{4035B898-569A-1265-89B5-A18979493369}"/>
              </a:ext>
            </a:extLst>
          </p:cNvPr>
          <p:cNvCxnSpPr>
            <a:cxnSpLocks/>
          </p:cNvCxnSpPr>
          <p:nvPr/>
        </p:nvCxnSpPr>
        <p:spPr>
          <a:xfrm flipV="1">
            <a:off x="5326727" y="26944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1" name="Straight Connector 40">
            <a:extLst>
              <a:ext uri="{FF2B5EF4-FFF2-40B4-BE49-F238E27FC236}">
                <a16:creationId xmlns:a16="http://schemas.microsoft.com/office/drawing/2014/main" id="{B64BC05E-E9C0-7189-05A2-276FEA979FAD}"/>
              </a:ext>
            </a:extLst>
          </p:cNvPr>
          <p:cNvCxnSpPr>
            <a:cxnSpLocks/>
          </p:cNvCxnSpPr>
          <p:nvPr/>
        </p:nvCxnSpPr>
        <p:spPr>
          <a:xfrm flipV="1">
            <a:off x="5645990" y="2889513"/>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42" name="Straight Connector 41">
            <a:extLst>
              <a:ext uri="{FF2B5EF4-FFF2-40B4-BE49-F238E27FC236}">
                <a16:creationId xmlns:a16="http://schemas.microsoft.com/office/drawing/2014/main" id="{EC9A7FB2-E74C-0F65-93E2-2ED4808B3955}"/>
              </a:ext>
            </a:extLst>
          </p:cNvPr>
          <p:cNvCxnSpPr>
            <a:cxnSpLocks/>
          </p:cNvCxnSpPr>
          <p:nvPr/>
        </p:nvCxnSpPr>
        <p:spPr>
          <a:xfrm flipV="1">
            <a:off x="5645990" y="3050356"/>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3" name="Straight Connector 42">
            <a:extLst>
              <a:ext uri="{FF2B5EF4-FFF2-40B4-BE49-F238E27FC236}">
                <a16:creationId xmlns:a16="http://schemas.microsoft.com/office/drawing/2014/main" id="{2FFD60CB-0886-6530-803A-5CEEE86738A0}"/>
              </a:ext>
            </a:extLst>
          </p:cNvPr>
          <p:cNvCxnSpPr>
            <a:cxnSpLocks/>
          </p:cNvCxnSpPr>
          <p:nvPr/>
        </p:nvCxnSpPr>
        <p:spPr>
          <a:xfrm flipV="1">
            <a:off x="5607504" y="33444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44" name="Straight Connector 43">
            <a:extLst>
              <a:ext uri="{FF2B5EF4-FFF2-40B4-BE49-F238E27FC236}">
                <a16:creationId xmlns:a16="http://schemas.microsoft.com/office/drawing/2014/main" id="{4A0A22E8-A6CC-5789-BDB4-3150CB98E4F8}"/>
              </a:ext>
            </a:extLst>
          </p:cNvPr>
          <p:cNvCxnSpPr>
            <a:cxnSpLocks/>
          </p:cNvCxnSpPr>
          <p:nvPr/>
        </p:nvCxnSpPr>
        <p:spPr>
          <a:xfrm flipV="1">
            <a:off x="6166179" y="46040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51" name="Straight Connector 50">
            <a:extLst>
              <a:ext uri="{FF2B5EF4-FFF2-40B4-BE49-F238E27FC236}">
                <a16:creationId xmlns:a16="http://schemas.microsoft.com/office/drawing/2014/main" id="{E492B4C3-BD19-1E86-E48F-4A6FAD51AB3F}"/>
              </a:ext>
            </a:extLst>
          </p:cNvPr>
          <p:cNvCxnSpPr>
            <a:cxnSpLocks/>
          </p:cNvCxnSpPr>
          <p:nvPr/>
        </p:nvCxnSpPr>
        <p:spPr>
          <a:xfrm flipV="1">
            <a:off x="5427326" y="3940662"/>
            <a:ext cx="2049247" cy="986492"/>
          </a:xfrm>
          <a:prstGeom prst="line">
            <a:avLst/>
          </a:prstGeom>
        </p:spPr>
        <p:style>
          <a:lnRef idx="3">
            <a:schemeClr val="accent1"/>
          </a:lnRef>
          <a:fillRef idx="0">
            <a:schemeClr val="accent1"/>
          </a:fillRef>
          <a:effectRef idx="2">
            <a:schemeClr val="accent1"/>
          </a:effectRef>
          <a:fontRef idx="minor">
            <a:schemeClr val="tx1"/>
          </a:fontRef>
        </p:style>
      </p:cxnSp>
      <p:cxnSp>
        <p:nvCxnSpPr>
          <p:cNvPr id="52" name="Straight Connector 51">
            <a:extLst>
              <a:ext uri="{FF2B5EF4-FFF2-40B4-BE49-F238E27FC236}">
                <a16:creationId xmlns:a16="http://schemas.microsoft.com/office/drawing/2014/main" id="{28425CF4-1287-58A7-9439-FB5D5ADEE62C}"/>
              </a:ext>
            </a:extLst>
          </p:cNvPr>
          <p:cNvCxnSpPr>
            <a:cxnSpLocks/>
          </p:cNvCxnSpPr>
          <p:nvPr/>
        </p:nvCxnSpPr>
        <p:spPr>
          <a:xfrm flipV="1">
            <a:off x="5932931" y="4174713"/>
            <a:ext cx="1687278" cy="908136"/>
          </a:xfrm>
          <a:prstGeom prst="line">
            <a:avLst/>
          </a:prstGeom>
        </p:spPr>
        <p:style>
          <a:lnRef idx="3">
            <a:schemeClr val="accent1"/>
          </a:lnRef>
          <a:fillRef idx="0">
            <a:schemeClr val="accent1"/>
          </a:fillRef>
          <a:effectRef idx="2">
            <a:schemeClr val="accent1"/>
          </a:effectRef>
          <a:fontRef idx="minor">
            <a:schemeClr val="tx1"/>
          </a:fontRef>
        </p:style>
      </p:cxnSp>
      <p:cxnSp>
        <p:nvCxnSpPr>
          <p:cNvPr id="57" name="Straight Connector 56">
            <a:extLst>
              <a:ext uri="{FF2B5EF4-FFF2-40B4-BE49-F238E27FC236}">
                <a16:creationId xmlns:a16="http://schemas.microsoft.com/office/drawing/2014/main" id="{A05B615A-400F-C16D-B724-FB36D17F3F90}"/>
              </a:ext>
            </a:extLst>
          </p:cNvPr>
          <p:cNvCxnSpPr>
            <a:cxnSpLocks/>
          </p:cNvCxnSpPr>
          <p:nvPr/>
        </p:nvCxnSpPr>
        <p:spPr>
          <a:xfrm flipV="1">
            <a:off x="5759904" y="34968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58" name="Straight Connector 57">
            <a:extLst>
              <a:ext uri="{FF2B5EF4-FFF2-40B4-BE49-F238E27FC236}">
                <a16:creationId xmlns:a16="http://schemas.microsoft.com/office/drawing/2014/main" id="{14F339F6-C052-7165-F7B4-2872A1DC4443}"/>
              </a:ext>
            </a:extLst>
          </p:cNvPr>
          <p:cNvCxnSpPr>
            <a:cxnSpLocks/>
          </p:cNvCxnSpPr>
          <p:nvPr/>
        </p:nvCxnSpPr>
        <p:spPr>
          <a:xfrm flipV="1">
            <a:off x="5446426" y="3730856"/>
            <a:ext cx="1923079" cy="837919"/>
          </a:xfrm>
          <a:prstGeom prst="line">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B7C0CF67-4AC8-9D3E-A8BB-12DA371184FA}"/>
              </a:ext>
            </a:extLst>
          </p:cNvPr>
          <p:cNvSpPr/>
          <p:nvPr/>
        </p:nvSpPr>
        <p:spPr>
          <a:xfrm>
            <a:off x="5607504" y="205959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9D1897A2-F4C6-0B63-A83C-36670DF049F0}"/>
              </a:ext>
            </a:extLst>
          </p:cNvPr>
          <p:cNvSpPr/>
          <p:nvPr/>
        </p:nvSpPr>
        <p:spPr>
          <a:xfrm>
            <a:off x="8618408" y="3479717"/>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EBC562EA-CD9A-8353-B621-10D42D2AC8FE}"/>
              </a:ext>
            </a:extLst>
          </p:cNvPr>
          <p:cNvSpPr/>
          <p:nvPr/>
        </p:nvSpPr>
        <p:spPr>
          <a:xfrm>
            <a:off x="9334321" y="204017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63009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54713-AF4F-0755-E17C-DD5FEFF3C9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578B4-0F64-D476-704B-5FC38D6952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B4FFF7-A6B5-3D3D-5F82-7DFDEAA95D50}"/>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B7E9E91E-5A2E-2544-8FA0-19D15FBC145F}"/>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A27EFABA-F983-AD9C-3687-7F7C9B0350C3}"/>
              </a:ext>
            </a:extLst>
          </p:cNvPr>
          <p:cNvSpPr txBox="1"/>
          <p:nvPr/>
        </p:nvSpPr>
        <p:spPr>
          <a:xfrm>
            <a:off x="4678085" y="390555"/>
            <a:ext cx="1075764" cy="461665"/>
          </a:xfrm>
          <a:prstGeom prst="rect">
            <a:avLst/>
          </a:prstGeom>
          <a:noFill/>
        </p:spPr>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7" name="TextBox 16">
            <a:extLst>
              <a:ext uri="{FF2B5EF4-FFF2-40B4-BE49-F238E27FC236}">
                <a16:creationId xmlns:a16="http://schemas.microsoft.com/office/drawing/2014/main" id="{C6B839D0-2075-A60C-8B12-B5052C474DC8}"/>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87F5E8D9-A1EB-6484-1C8F-DFF23961DA6A}"/>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EABCF3F0-5B71-BDB2-B498-8D7EC6822247}"/>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2</a:t>
            </a:r>
            <a:endParaRPr lang="en-GB" sz="2400" dirty="0">
              <a:solidFill>
                <a:srgbClr val="FF0000"/>
              </a:solidFill>
            </a:endParaRPr>
          </a:p>
        </p:txBody>
      </p:sp>
      <p:sp>
        <p:nvSpPr>
          <p:cNvPr id="20" name="TextBox 19">
            <a:extLst>
              <a:ext uri="{FF2B5EF4-FFF2-40B4-BE49-F238E27FC236}">
                <a16:creationId xmlns:a16="http://schemas.microsoft.com/office/drawing/2014/main" id="{0E0DEB95-2E6C-75E8-5091-3723DFBA385B}"/>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2B9A14B3-A5F2-F988-9DE1-B6DA11409AC1}"/>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A1DD5E8A-1507-3C2D-0083-FD345AE15EB3}"/>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6</a:t>
            </a:r>
            <a:endParaRPr lang="en-GB" sz="2400" dirty="0"/>
          </a:p>
        </p:txBody>
      </p:sp>
      <p:sp>
        <p:nvSpPr>
          <p:cNvPr id="23" name="TextBox 22">
            <a:extLst>
              <a:ext uri="{FF2B5EF4-FFF2-40B4-BE49-F238E27FC236}">
                <a16:creationId xmlns:a16="http://schemas.microsoft.com/office/drawing/2014/main" id="{A0410C00-A13C-5A7A-A99D-23E001400BF8}"/>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536E2AED-2AF6-C96E-FF68-9EA6FAFC6DC1}"/>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29476E5A-B78E-9553-B459-51A89C7A2581}"/>
              </a:ext>
            </a:extLst>
          </p:cNvPr>
          <p:cNvSpPr txBox="1"/>
          <p:nvPr/>
        </p:nvSpPr>
        <p:spPr>
          <a:xfrm>
            <a:off x="4731655" y="2028622"/>
            <a:ext cx="1075764" cy="461665"/>
          </a:xfrm>
          <a:prstGeom prst="rect">
            <a:avLst/>
          </a:prstGeom>
          <a:noFill/>
        </p:spPr>
        <p:txBody>
          <a:bodyPr wrap="square" rtlCol="0">
            <a:spAutoFit/>
          </a:bodyPr>
          <a:lstStyle/>
          <a:p>
            <a:r>
              <a:rPr lang="el-GR" sz="2400" dirty="0"/>
              <a:t>β</a:t>
            </a:r>
            <a:r>
              <a:rPr lang="en-US" sz="2400" dirty="0"/>
              <a:t> = </a:t>
            </a:r>
            <a:r>
              <a:rPr lang="en-GB" sz="2400" dirty="0">
                <a:solidFill>
                  <a:srgbClr val="FF0000"/>
                </a:solidFill>
              </a:rPr>
              <a:t>2</a:t>
            </a:r>
          </a:p>
        </p:txBody>
      </p:sp>
      <p:sp>
        <p:nvSpPr>
          <p:cNvPr id="26" name="TextBox 25">
            <a:extLst>
              <a:ext uri="{FF2B5EF4-FFF2-40B4-BE49-F238E27FC236}">
                <a16:creationId xmlns:a16="http://schemas.microsoft.com/office/drawing/2014/main" id="{C48C855A-5378-E3B0-EDE1-4364CE6847B5}"/>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7164FB36-9F98-BD32-378B-78BCD30C1E54}"/>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75C058B8-8BA0-FCE7-3C67-D18C3C4C9EBB}"/>
              </a:ext>
            </a:extLst>
          </p:cNvPr>
          <p:cNvSpPr/>
          <p:nvPr/>
        </p:nvSpPr>
        <p:spPr>
          <a:xfrm>
            <a:off x="8567591" y="4580571"/>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D9156B7A-B062-A13E-DBBF-5371C62B22FF}"/>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68B0210A-A0F8-3F86-2284-087ADBA14C20}"/>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669B15C8-A4A3-7E2E-FC44-ADB0B1F2D7CD}"/>
              </a:ext>
            </a:extLst>
          </p:cNvPr>
          <p:cNvSpPr/>
          <p:nvPr/>
        </p:nvSpPr>
        <p:spPr>
          <a:xfrm>
            <a:off x="2760988" y="4536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6CA763A3-2791-2EEA-0D5D-01F0D3FB04A6}"/>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EFDDAC1A-20E1-DEBA-1DD9-0B70E4AF1179}"/>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552B8666-41C3-81EA-7A04-7D398B990541}"/>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18CFD8DD-B723-D9CA-C1D7-A155C4B0823F}"/>
              </a:ext>
            </a:extLst>
          </p:cNvPr>
          <p:cNvCxnSpPr>
            <a:cxnSpLocks/>
          </p:cNvCxnSpPr>
          <p:nvPr/>
        </p:nvCxnSpPr>
        <p:spPr>
          <a:xfrm flipV="1">
            <a:off x="3201189" y="410034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DF393D36-4DF0-CA76-A104-08EFEF1013E6}"/>
              </a:ext>
            </a:extLst>
          </p:cNvPr>
          <p:cNvCxnSpPr>
            <a:cxnSpLocks/>
          </p:cNvCxnSpPr>
          <p:nvPr/>
        </p:nvCxnSpPr>
        <p:spPr>
          <a:xfrm flipV="1">
            <a:off x="3245229" y="430180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86FC1138-EDBC-6A0C-FCD7-4CC505780AD3}"/>
              </a:ext>
            </a:extLst>
          </p:cNvPr>
          <p:cNvCxnSpPr>
            <a:cxnSpLocks/>
          </p:cNvCxnSpPr>
          <p:nvPr/>
        </p:nvCxnSpPr>
        <p:spPr>
          <a:xfrm flipV="1">
            <a:off x="3322321" y="4495684"/>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4A6F883D-E132-4E5B-98CA-982B73FBA6D1}"/>
              </a:ext>
            </a:extLst>
          </p:cNvPr>
          <p:cNvCxnSpPr>
            <a:cxnSpLocks/>
          </p:cNvCxnSpPr>
          <p:nvPr/>
        </p:nvCxnSpPr>
        <p:spPr>
          <a:xfrm flipV="1">
            <a:off x="3417463" y="4750332"/>
            <a:ext cx="583793" cy="316375"/>
          </a:xfrm>
          <a:prstGeom prst="line">
            <a:avLst/>
          </a:prstGeom>
        </p:spPr>
        <p:style>
          <a:lnRef idx="3">
            <a:schemeClr val="accent1"/>
          </a:lnRef>
          <a:fillRef idx="0">
            <a:schemeClr val="accent1"/>
          </a:fillRef>
          <a:effectRef idx="2">
            <a:schemeClr val="accent1"/>
          </a:effectRef>
          <a:fontRef idx="minor">
            <a:schemeClr val="tx1"/>
          </a:fontRef>
        </p:style>
      </p:cxnSp>
      <p:sp>
        <p:nvSpPr>
          <p:cNvPr id="4" name="Oval 3">
            <a:extLst>
              <a:ext uri="{FF2B5EF4-FFF2-40B4-BE49-F238E27FC236}">
                <a16:creationId xmlns:a16="http://schemas.microsoft.com/office/drawing/2014/main" id="{ED7C4D7F-D65E-6424-B4F2-F8393474DAF6}"/>
              </a:ext>
            </a:extLst>
          </p:cNvPr>
          <p:cNvSpPr/>
          <p:nvPr/>
        </p:nvSpPr>
        <p:spPr>
          <a:xfrm>
            <a:off x="4722635" y="456092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358B8047-0DFF-C049-2060-EAC4103413C6}"/>
              </a:ext>
            </a:extLst>
          </p:cNvPr>
          <p:cNvSpPr/>
          <p:nvPr/>
        </p:nvSpPr>
        <p:spPr>
          <a:xfrm>
            <a:off x="4433326" y="352139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1C65DB97-9B7F-DBF7-E7B4-706C96C8E978}"/>
              </a:ext>
            </a:extLst>
          </p:cNvPr>
          <p:cNvSpPr/>
          <p:nvPr/>
        </p:nvSpPr>
        <p:spPr>
          <a:xfrm>
            <a:off x="5623445" y="48663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1E33DC88-46D3-E493-3458-65115965388A}"/>
              </a:ext>
            </a:extLst>
          </p:cNvPr>
          <p:cNvSpPr/>
          <p:nvPr/>
        </p:nvSpPr>
        <p:spPr>
          <a:xfrm>
            <a:off x="4044661" y="452880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6A92E1CE-2D97-F250-FE23-6A7361C539BB}"/>
              </a:ext>
            </a:extLst>
          </p:cNvPr>
          <p:cNvCxnSpPr>
            <a:cxnSpLocks/>
          </p:cNvCxnSpPr>
          <p:nvPr/>
        </p:nvCxnSpPr>
        <p:spPr>
          <a:xfrm flipV="1">
            <a:off x="5326727" y="2533642"/>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37" name="Straight Connector 36">
            <a:extLst>
              <a:ext uri="{FF2B5EF4-FFF2-40B4-BE49-F238E27FC236}">
                <a16:creationId xmlns:a16="http://schemas.microsoft.com/office/drawing/2014/main" id="{821E37EC-9298-51C2-6AD2-89EAE90D113D}"/>
              </a:ext>
            </a:extLst>
          </p:cNvPr>
          <p:cNvCxnSpPr>
            <a:cxnSpLocks/>
          </p:cNvCxnSpPr>
          <p:nvPr/>
        </p:nvCxnSpPr>
        <p:spPr>
          <a:xfrm flipV="1">
            <a:off x="5326727" y="26944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1" name="Straight Connector 40">
            <a:extLst>
              <a:ext uri="{FF2B5EF4-FFF2-40B4-BE49-F238E27FC236}">
                <a16:creationId xmlns:a16="http://schemas.microsoft.com/office/drawing/2014/main" id="{99496649-C92E-C866-AA72-769E469531D2}"/>
              </a:ext>
            </a:extLst>
          </p:cNvPr>
          <p:cNvCxnSpPr>
            <a:cxnSpLocks/>
          </p:cNvCxnSpPr>
          <p:nvPr/>
        </p:nvCxnSpPr>
        <p:spPr>
          <a:xfrm flipV="1">
            <a:off x="5645990" y="2889513"/>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42" name="Straight Connector 41">
            <a:extLst>
              <a:ext uri="{FF2B5EF4-FFF2-40B4-BE49-F238E27FC236}">
                <a16:creationId xmlns:a16="http://schemas.microsoft.com/office/drawing/2014/main" id="{9D689173-0AE5-D91D-34F1-551251E70B01}"/>
              </a:ext>
            </a:extLst>
          </p:cNvPr>
          <p:cNvCxnSpPr>
            <a:cxnSpLocks/>
          </p:cNvCxnSpPr>
          <p:nvPr/>
        </p:nvCxnSpPr>
        <p:spPr>
          <a:xfrm flipV="1">
            <a:off x="5645990" y="3050356"/>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3" name="Straight Connector 42">
            <a:extLst>
              <a:ext uri="{FF2B5EF4-FFF2-40B4-BE49-F238E27FC236}">
                <a16:creationId xmlns:a16="http://schemas.microsoft.com/office/drawing/2014/main" id="{7E89B8FD-3856-B465-C9C1-EDE02B6CDA2B}"/>
              </a:ext>
            </a:extLst>
          </p:cNvPr>
          <p:cNvCxnSpPr>
            <a:cxnSpLocks/>
          </p:cNvCxnSpPr>
          <p:nvPr/>
        </p:nvCxnSpPr>
        <p:spPr>
          <a:xfrm flipV="1">
            <a:off x="5607504" y="33444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44" name="Straight Connector 43">
            <a:extLst>
              <a:ext uri="{FF2B5EF4-FFF2-40B4-BE49-F238E27FC236}">
                <a16:creationId xmlns:a16="http://schemas.microsoft.com/office/drawing/2014/main" id="{AB3B137F-9C2D-7529-0BFB-19B99CAF5DDF}"/>
              </a:ext>
            </a:extLst>
          </p:cNvPr>
          <p:cNvCxnSpPr>
            <a:cxnSpLocks/>
          </p:cNvCxnSpPr>
          <p:nvPr/>
        </p:nvCxnSpPr>
        <p:spPr>
          <a:xfrm flipV="1">
            <a:off x="6166179" y="46040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51" name="Straight Connector 50">
            <a:extLst>
              <a:ext uri="{FF2B5EF4-FFF2-40B4-BE49-F238E27FC236}">
                <a16:creationId xmlns:a16="http://schemas.microsoft.com/office/drawing/2014/main" id="{CC0EAC04-5B26-DDB4-FB02-6D1593FC779E}"/>
              </a:ext>
            </a:extLst>
          </p:cNvPr>
          <p:cNvCxnSpPr>
            <a:cxnSpLocks/>
          </p:cNvCxnSpPr>
          <p:nvPr/>
        </p:nvCxnSpPr>
        <p:spPr>
          <a:xfrm flipV="1">
            <a:off x="5427326" y="3940662"/>
            <a:ext cx="2049247" cy="986492"/>
          </a:xfrm>
          <a:prstGeom prst="line">
            <a:avLst/>
          </a:prstGeom>
        </p:spPr>
        <p:style>
          <a:lnRef idx="3">
            <a:schemeClr val="accent1"/>
          </a:lnRef>
          <a:fillRef idx="0">
            <a:schemeClr val="accent1"/>
          </a:fillRef>
          <a:effectRef idx="2">
            <a:schemeClr val="accent1"/>
          </a:effectRef>
          <a:fontRef idx="minor">
            <a:schemeClr val="tx1"/>
          </a:fontRef>
        </p:style>
      </p:cxnSp>
      <p:cxnSp>
        <p:nvCxnSpPr>
          <p:cNvPr id="52" name="Straight Connector 51">
            <a:extLst>
              <a:ext uri="{FF2B5EF4-FFF2-40B4-BE49-F238E27FC236}">
                <a16:creationId xmlns:a16="http://schemas.microsoft.com/office/drawing/2014/main" id="{5F2FD3D2-8159-9A11-E727-23305E771D35}"/>
              </a:ext>
            </a:extLst>
          </p:cNvPr>
          <p:cNvCxnSpPr>
            <a:cxnSpLocks/>
          </p:cNvCxnSpPr>
          <p:nvPr/>
        </p:nvCxnSpPr>
        <p:spPr>
          <a:xfrm flipV="1">
            <a:off x="5932931" y="4174713"/>
            <a:ext cx="1687278" cy="908136"/>
          </a:xfrm>
          <a:prstGeom prst="line">
            <a:avLst/>
          </a:prstGeom>
        </p:spPr>
        <p:style>
          <a:lnRef idx="3">
            <a:schemeClr val="accent1"/>
          </a:lnRef>
          <a:fillRef idx="0">
            <a:schemeClr val="accent1"/>
          </a:fillRef>
          <a:effectRef idx="2">
            <a:schemeClr val="accent1"/>
          </a:effectRef>
          <a:fontRef idx="minor">
            <a:schemeClr val="tx1"/>
          </a:fontRef>
        </p:style>
      </p:cxnSp>
      <p:cxnSp>
        <p:nvCxnSpPr>
          <p:cNvPr id="57" name="Straight Connector 56">
            <a:extLst>
              <a:ext uri="{FF2B5EF4-FFF2-40B4-BE49-F238E27FC236}">
                <a16:creationId xmlns:a16="http://schemas.microsoft.com/office/drawing/2014/main" id="{E634E8A1-C476-6932-286B-B8B85F8B8AA2}"/>
              </a:ext>
            </a:extLst>
          </p:cNvPr>
          <p:cNvCxnSpPr>
            <a:cxnSpLocks/>
          </p:cNvCxnSpPr>
          <p:nvPr/>
        </p:nvCxnSpPr>
        <p:spPr>
          <a:xfrm flipV="1">
            <a:off x="5759904" y="34968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58" name="Straight Connector 57">
            <a:extLst>
              <a:ext uri="{FF2B5EF4-FFF2-40B4-BE49-F238E27FC236}">
                <a16:creationId xmlns:a16="http://schemas.microsoft.com/office/drawing/2014/main" id="{ED1FB064-815F-80B8-1171-7F272081C5A1}"/>
              </a:ext>
            </a:extLst>
          </p:cNvPr>
          <p:cNvCxnSpPr>
            <a:cxnSpLocks/>
          </p:cNvCxnSpPr>
          <p:nvPr/>
        </p:nvCxnSpPr>
        <p:spPr>
          <a:xfrm flipV="1">
            <a:off x="5446426" y="3730856"/>
            <a:ext cx="1923079" cy="837919"/>
          </a:xfrm>
          <a:prstGeom prst="line">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4B5E453C-9495-B4A8-D088-57C4EADA5390}"/>
              </a:ext>
            </a:extLst>
          </p:cNvPr>
          <p:cNvSpPr/>
          <p:nvPr/>
        </p:nvSpPr>
        <p:spPr>
          <a:xfrm>
            <a:off x="5607504" y="205959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922655AC-1A1D-CFAC-AF91-4E638B6BB9FC}"/>
              </a:ext>
            </a:extLst>
          </p:cNvPr>
          <p:cNvSpPr/>
          <p:nvPr/>
        </p:nvSpPr>
        <p:spPr>
          <a:xfrm>
            <a:off x="8618408" y="3479717"/>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71013F27-CBD5-C95F-6029-0870CE716A17}"/>
              </a:ext>
            </a:extLst>
          </p:cNvPr>
          <p:cNvSpPr/>
          <p:nvPr/>
        </p:nvSpPr>
        <p:spPr>
          <a:xfrm>
            <a:off x="9334321" y="204017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1B177CE6-1FEA-015D-82B8-4264708ED75C}"/>
              </a:ext>
            </a:extLst>
          </p:cNvPr>
          <p:cNvSpPr/>
          <p:nvPr/>
        </p:nvSpPr>
        <p:spPr>
          <a:xfrm>
            <a:off x="7915641" y="457684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751095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B8B92-57CD-0F07-2E6C-EBF9CA9B0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2298A-0686-5B23-0490-FF54DD789C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1515A8-2B9A-0C4F-6271-F1DE5B4127B4}"/>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82FDA376-4E66-550D-A3D0-0FB5465131F4}"/>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1E22FEB4-8A76-8900-343A-35AE2E3BB395}"/>
              </a:ext>
            </a:extLst>
          </p:cNvPr>
          <p:cNvSpPr txBox="1"/>
          <p:nvPr/>
        </p:nvSpPr>
        <p:spPr>
          <a:xfrm>
            <a:off x="4678085" y="390555"/>
            <a:ext cx="1075764" cy="461665"/>
          </a:xfrm>
          <a:prstGeom prst="rect">
            <a:avLst/>
          </a:prstGeom>
          <a:noFill/>
        </p:spPr>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7" name="TextBox 16">
            <a:extLst>
              <a:ext uri="{FF2B5EF4-FFF2-40B4-BE49-F238E27FC236}">
                <a16:creationId xmlns:a16="http://schemas.microsoft.com/office/drawing/2014/main" id="{B37DFDF4-0495-02BF-033A-12BE19E5E9B3}"/>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B30C8449-9779-A12E-CA81-76DA51ED0649}"/>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B2979375-5E44-ED22-3DFE-8AD02538C543}"/>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2</a:t>
            </a:r>
            <a:endParaRPr lang="en-GB" sz="2400" dirty="0">
              <a:solidFill>
                <a:srgbClr val="FF0000"/>
              </a:solidFill>
            </a:endParaRPr>
          </a:p>
        </p:txBody>
      </p:sp>
      <p:sp>
        <p:nvSpPr>
          <p:cNvPr id="20" name="TextBox 19">
            <a:extLst>
              <a:ext uri="{FF2B5EF4-FFF2-40B4-BE49-F238E27FC236}">
                <a16:creationId xmlns:a16="http://schemas.microsoft.com/office/drawing/2014/main" id="{34387553-42A2-EC1C-C5FD-5412727672F0}"/>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8D38E999-01B8-2BD5-3F26-2486109F7ACB}"/>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901E2E11-BDA3-14A9-1B30-D96AE6AA3FCE}"/>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6</a:t>
            </a:r>
            <a:endParaRPr lang="en-GB" sz="2400" dirty="0"/>
          </a:p>
        </p:txBody>
      </p:sp>
      <p:sp>
        <p:nvSpPr>
          <p:cNvPr id="23" name="TextBox 22">
            <a:extLst>
              <a:ext uri="{FF2B5EF4-FFF2-40B4-BE49-F238E27FC236}">
                <a16:creationId xmlns:a16="http://schemas.microsoft.com/office/drawing/2014/main" id="{7961BCB8-28C7-53DF-F8F6-0ED8DE651380}"/>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68A6A232-A077-8A29-6CF5-6279C1F747E9}"/>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372F3B3B-3722-1712-934D-CF1C6EE25F2C}"/>
              </a:ext>
            </a:extLst>
          </p:cNvPr>
          <p:cNvSpPr txBox="1"/>
          <p:nvPr/>
        </p:nvSpPr>
        <p:spPr>
          <a:xfrm>
            <a:off x="4731655" y="2028622"/>
            <a:ext cx="1075764" cy="461665"/>
          </a:xfrm>
          <a:prstGeom prst="rect">
            <a:avLst/>
          </a:prstGeom>
          <a:noFill/>
        </p:spPr>
        <p:txBody>
          <a:bodyPr wrap="square" rtlCol="0">
            <a:spAutoFit/>
          </a:bodyPr>
          <a:lstStyle/>
          <a:p>
            <a:r>
              <a:rPr lang="el-GR" sz="2400" dirty="0"/>
              <a:t>β</a:t>
            </a:r>
            <a:r>
              <a:rPr lang="en-US" sz="2400" dirty="0"/>
              <a:t> = </a:t>
            </a:r>
            <a:r>
              <a:rPr lang="en-GB" sz="2400" dirty="0">
                <a:solidFill>
                  <a:srgbClr val="FF0000"/>
                </a:solidFill>
              </a:rPr>
              <a:t>2</a:t>
            </a:r>
          </a:p>
        </p:txBody>
      </p:sp>
      <p:sp>
        <p:nvSpPr>
          <p:cNvPr id="26" name="TextBox 25">
            <a:extLst>
              <a:ext uri="{FF2B5EF4-FFF2-40B4-BE49-F238E27FC236}">
                <a16:creationId xmlns:a16="http://schemas.microsoft.com/office/drawing/2014/main" id="{6C842358-639F-40E5-3B36-2953FDC3C74C}"/>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GB" sz="2400" dirty="0"/>
              <a:t>∞</a:t>
            </a:r>
          </a:p>
        </p:txBody>
      </p:sp>
      <p:sp>
        <p:nvSpPr>
          <p:cNvPr id="28" name="TextBox 27">
            <a:extLst>
              <a:ext uri="{FF2B5EF4-FFF2-40B4-BE49-F238E27FC236}">
                <a16:creationId xmlns:a16="http://schemas.microsoft.com/office/drawing/2014/main" id="{BAD7CCED-C105-ED88-94F7-16C518D7811F}"/>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CD6897B2-6B08-D5E9-C0D0-4CA9D8A957B6}"/>
              </a:ext>
            </a:extLst>
          </p:cNvPr>
          <p:cNvSpPr/>
          <p:nvPr/>
        </p:nvSpPr>
        <p:spPr>
          <a:xfrm>
            <a:off x="9186009" y="4560920"/>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64688BC9-2338-2551-24FF-FB38D21F2E91}"/>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271381D3-E0C9-E3BD-59B8-AC17EFFDE73F}"/>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65116FF8-C6C6-4616-9FC5-0545F59308D7}"/>
              </a:ext>
            </a:extLst>
          </p:cNvPr>
          <p:cNvSpPr/>
          <p:nvPr/>
        </p:nvSpPr>
        <p:spPr>
          <a:xfrm>
            <a:off x="2760988" y="4536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7982350C-B731-8346-D935-53ECE8F8AC78}"/>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F302D60A-13A3-C41E-DCDD-725227C26439}"/>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42F52BF0-2912-88B5-4249-38741EF38CC9}"/>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7E1EAE05-00D9-428E-F637-082EF4809223}"/>
              </a:ext>
            </a:extLst>
          </p:cNvPr>
          <p:cNvCxnSpPr>
            <a:cxnSpLocks/>
          </p:cNvCxnSpPr>
          <p:nvPr/>
        </p:nvCxnSpPr>
        <p:spPr>
          <a:xfrm flipV="1">
            <a:off x="3201189" y="410034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089318F1-3077-B523-3820-F585B33D0E8A}"/>
              </a:ext>
            </a:extLst>
          </p:cNvPr>
          <p:cNvCxnSpPr>
            <a:cxnSpLocks/>
          </p:cNvCxnSpPr>
          <p:nvPr/>
        </p:nvCxnSpPr>
        <p:spPr>
          <a:xfrm flipV="1">
            <a:off x="3245229" y="430180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4FA4758E-0CF7-613C-F464-43FD91A2D6D6}"/>
              </a:ext>
            </a:extLst>
          </p:cNvPr>
          <p:cNvCxnSpPr>
            <a:cxnSpLocks/>
          </p:cNvCxnSpPr>
          <p:nvPr/>
        </p:nvCxnSpPr>
        <p:spPr>
          <a:xfrm flipV="1">
            <a:off x="3322321" y="4495684"/>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2EB4E8EB-750B-1F37-DCE7-3C0BFC9137B0}"/>
              </a:ext>
            </a:extLst>
          </p:cNvPr>
          <p:cNvCxnSpPr>
            <a:cxnSpLocks/>
          </p:cNvCxnSpPr>
          <p:nvPr/>
        </p:nvCxnSpPr>
        <p:spPr>
          <a:xfrm flipV="1">
            <a:off x="3417463" y="4750332"/>
            <a:ext cx="583793" cy="316375"/>
          </a:xfrm>
          <a:prstGeom prst="line">
            <a:avLst/>
          </a:prstGeom>
        </p:spPr>
        <p:style>
          <a:lnRef idx="3">
            <a:schemeClr val="accent1"/>
          </a:lnRef>
          <a:fillRef idx="0">
            <a:schemeClr val="accent1"/>
          </a:fillRef>
          <a:effectRef idx="2">
            <a:schemeClr val="accent1"/>
          </a:effectRef>
          <a:fontRef idx="minor">
            <a:schemeClr val="tx1"/>
          </a:fontRef>
        </p:style>
      </p:cxnSp>
      <p:sp>
        <p:nvSpPr>
          <p:cNvPr id="4" name="Oval 3">
            <a:extLst>
              <a:ext uri="{FF2B5EF4-FFF2-40B4-BE49-F238E27FC236}">
                <a16:creationId xmlns:a16="http://schemas.microsoft.com/office/drawing/2014/main" id="{78D10355-A201-0189-9532-F106117D2363}"/>
              </a:ext>
            </a:extLst>
          </p:cNvPr>
          <p:cNvSpPr/>
          <p:nvPr/>
        </p:nvSpPr>
        <p:spPr>
          <a:xfrm>
            <a:off x="4722635" y="456092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C6C1225E-12E1-C02B-7AEF-9F56F75AA47C}"/>
              </a:ext>
            </a:extLst>
          </p:cNvPr>
          <p:cNvSpPr/>
          <p:nvPr/>
        </p:nvSpPr>
        <p:spPr>
          <a:xfrm>
            <a:off x="4433326" y="352139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945D9369-780E-9491-EEBA-44E0C4413376}"/>
              </a:ext>
            </a:extLst>
          </p:cNvPr>
          <p:cNvSpPr/>
          <p:nvPr/>
        </p:nvSpPr>
        <p:spPr>
          <a:xfrm>
            <a:off x="5623445" y="48663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4DF43ED2-E672-65B0-EF8C-4EEF1DE511E5}"/>
              </a:ext>
            </a:extLst>
          </p:cNvPr>
          <p:cNvSpPr/>
          <p:nvPr/>
        </p:nvSpPr>
        <p:spPr>
          <a:xfrm>
            <a:off x="4044661" y="452880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19C546AD-73BB-DAEC-D282-F63468F4FECE}"/>
              </a:ext>
            </a:extLst>
          </p:cNvPr>
          <p:cNvCxnSpPr>
            <a:cxnSpLocks/>
          </p:cNvCxnSpPr>
          <p:nvPr/>
        </p:nvCxnSpPr>
        <p:spPr>
          <a:xfrm flipV="1">
            <a:off x="5326727" y="2533642"/>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37" name="Straight Connector 36">
            <a:extLst>
              <a:ext uri="{FF2B5EF4-FFF2-40B4-BE49-F238E27FC236}">
                <a16:creationId xmlns:a16="http://schemas.microsoft.com/office/drawing/2014/main" id="{3C572D11-A2A7-3054-ED33-C4E0371A8336}"/>
              </a:ext>
            </a:extLst>
          </p:cNvPr>
          <p:cNvCxnSpPr>
            <a:cxnSpLocks/>
          </p:cNvCxnSpPr>
          <p:nvPr/>
        </p:nvCxnSpPr>
        <p:spPr>
          <a:xfrm flipV="1">
            <a:off x="5326727" y="26944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1" name="Straight Connector 40">
            <a:extLst>
              <a:ext uri="{FF2B5EF4-FFF2-40B4-BE49-F238E27FC236}">
                <a16:creationId xmlns:a16="http://schemas.microsoft.com/office/drawing/2014/main" id="{6D9C72BA-DD2F-B3C8-D8B4-244016A95182}"/>
              </a:ext>
            </a:extLst>
          </p:cNvPr>
          <p:cNvCxnSpPr>
            <a:cxnSpLocks/>
          </p:cNvCxnSpPr>
          <p:nvPr/>
        </p:nvCxnSpPr>
        <p:spPr>
          <a:xfrm flipV="1">
            <a:off x="5645990" y="2889513"/>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42" name="Straight Connector 41">
            <a:extLst>
              <a:ext uri="{FF2B5EF4-FFF2-40B4-BE49-F238E27FC236}">
                <a16:creationId xmlns:a16="http://schemas.microsoft.com/office/drawing/2014/main" id="{20FD2853-32A0-6D48-286C-0ECA28AEE1CE}"/>
              </a:ext>
            </a:extLst>
          </p:cNvPr>
          <p:cNvCxnSpPr>
            <a:cxnSpLocks/>
          </p:cNvCxnSpPr>
          <p:nvPr/>
        </p:nvCxnSpPr>
        <p:spPr>
          <a:xfrm flipV="1">
            <a:off x="5645990" y="3050356"/>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3" name="Straight Connector 42">
            <a:extLst>
              <a:ext uri="{FF2B5EF4-FFF2-40B4-BE49-F238E27FC236}">
                <a16:creationId xmlns:a16="http://schemas.microsoft.com/office/drawing/2014/main" id="{5AC260C7-FC04-A175-95A8-6AD2E7AE7238}"/>
              </a:ext>
            </a:extLst>
          </p:cNvPr>
          <p:cNvCxnSpPr>
            <a:cxnSpLocks/>
          </p:cNvCxnSpPr>
          <p:nvPr/>
        </p:nvCxnSpPr>
        <p:spPr>
          <a:xfrm flipV="1">
            <a:off x="5607504" y="33444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44" name="Straight Connector 43">
            <a:extLst>
              <a:ext uri="{FF2B5EF4-FFF2-40B4-BE49-F238E27FC236}">
                <a16:creationId xmlns:a16="http://schemas.microsoft.com/office/drawing/2014/main" id="{136B56BF-5646-20CC-651E-F7BB30231617}"/>
              </a:ext>
            </a:extLst>
          </p:cNvPr>
          <p:cNvCxnSpPr>
            <a:cxnSpLocks/>
          </p:cNvCxnSpPr>
          <p:nvPr/>
        </p:nvCxnSpPr>
        <p:spPr>
          <a:xfrm flipV="1">
            <a:off x="6166179" y="46040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51" name="Straight Connector 50">
            <a:extLst>
              <a:ext uri="{FF2B5EF4-FFF2-40B4-BE49-F238E27FC236}">
                <a16:creationId xmlns:a16="http://schemas.microsoft.com/office/drawing/2014/main" id="{B6FC8445-3669-583F-1663-752C5FA0617D}"/>
              </a:ext>
            </a:extLst>
          </p:cNvPr>
          <p:cNvCxnSpPr>
            <a:cxnSpLocks/>
          </p:cNvCxnSpPr>
          <p:nvPr/>
        </p:nvCxnSpPr>
        <p:spPr>
          <a:xfrm flipV="1">
            <a:off x="5427326" y="3940662"/>
            <a:ext cx="2049247" cy="986492"/>
          </a:xfrm>
          <a:prstGeom prst="line">
            <a:avLst/>
          </a:prstGeom>
        </p:spPr>
        <p:style>
          <a:lnRef idx="3">
            <a:schemeClr val="accent1"/>
          </a:lnRef>
          <a:fillRef idx="0">
            <a:schemeClr val="accent1"/>
          </a:fillRef>
          <a:effectRef idx="2">
            <a:schemeClr val="accent1"/>
          </a:effectRef>
          <a:fontRef idx="minor">
            <a:schemeClr val="tx1"/>
          </a:fontRef>
        </p:style>
      </p:cxnSp>
      <p:cxnSp>
        <p:nvCxnSpPr>
          <p:cNvPr id="52" name="Straight Connector 51">
            <a:extLst>
              <a:ext uri="{FF2B5EF4-FFF2-40B4-BE49-F238E27FC236}">
                <a16:creationId xmlns:a16="http://schemas.microsoft.com/office/drawing/2014/main" id="{F4FAB4CC-CD09-42AD-CDD3-397993F77B96}"/>
              </a:ext>
            </a:extLst>
          </p:cNvPr>
          <p:cNvCxnSpPr>
            <a:cxnSpLocks/>
          </p:cNvCxnSpPr>
          <p:nvPr/>
        </p:nvCxnSpPr>
        <p:spPr>
          <a:xfrm flipV="1">
            <a:off x="5932931" y="4174713"/>
            <a:ext cx="1687278" cy="908136"/>
          </a:xfrm>
          <a:prstGeom prst="line">
            <a:avLst/>
          </a:prstGeom>
        </p:spPr>
        <p:style>
          <a:lnRef idx="3">
            <a:schemeClr val="accent1"/>
          </a:lnRef>
          <a:fillRef idx="0">
            <a:schemeClr val="accent1"/>
          </a:fillRef>
          <a:effectRef idx="2">
            <a:schemeClr val="accent1"/>
          </a:effectRef>
          <a:fontRef idx="minor">
            <a:schemeClr val="tx1"/>
          </a:fontRef>
        </p:style>
      </p:cxnSp>
      <p:cxnSp>
        <p:nvCxnSpPr>
          <p:cNvPr id="57" name="Straight Connector 56">
            <a:extLst>
              <a:ext uri="{FF2B5EF4-FFF2-40B4-BE49-F238E27FC236}">
                <a16:creationId xmlns:a16="http://schemas.microsoft.com/office/drawing/2014/main" id="{8813586B-FEB4-BBB9-4776-9BED39F631E8}"/>
              </a:ext>
            </a:extLst>
          </p:cNvPr>
          <p:cNvCxnSpPr>
            <a:cxnSpLocks/>
          </p:cNvCxnSpPr>
          <p:nvPr/>
        </p:nvCxnSpPr>
        <p:spPr>
          <a:xfrm flipV="1">
            <a:off x="5759904" y="34968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58" name="Straight Connector 57">
            <a:extLst>
              <a:ext uri="{FF2B5EF4-FFF2-40B4-BE49-F238E27FC236}">
                <a16:creationId xmlns:a16="http://schemas.microsoft.com/office/drawing/2014/main" id="{0DB89778-D8C9-8D84-E773-36D1EEFA6170}"/>
              </a:ext>
            </a:extLst>
          </p:cNvPr>
          <p:cNvCxnSpPr>
            <a:cxnSpLocks/>
          </p:cNvCxnSpPr>
          <p:nvPr/>
        </p:nvCxnSpPr>
        <p:spPr>
          <a:xfrm flipV="1">
            <a:off x="5446426" y="3730856"/>
            <a:ext cx="1923079" cy="837919"/>
          </a:xfrm>
          <a:prstGeom prst="line">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698126AE-B01A-F0E7-6F39-D52A2735C903}"/>
              </a:ext>
            </a:extLst>
          </p:cNvPr>
          <p:cNvSpPr/>
          <p:nvPr/>
        </p:nvSpPr>
        <p:spPr>
          <a:xfrm>
            <a:off x="5607504" y="205959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F07FF0B8-BCF2-E35C-7083-3B98BE97E603}"/>
              </a:ext>
            </a:extLst>
          </p:cNvPr>
          <p:cNvSpPr/>
          <p:nvPr/>
        </p:nvSpPr>
        <p:spPr>
          <a:xfrm>
            <a:off x="8618408" y="3479717"/>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EE82AB6A-6552-8BEA-48A5-0ECF190EAA41}"/>
              </a:ext>
            </a:extLst>
          </p:cNvPr>
          <p:cNvSpPr/>
          <p:nvPr/>
        </p:nvSpPr>
        <p:spPr>
          <a:xfrm>
            <a:off x="9334321" y="204017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3474BD60-FE24-491A-DB46-61C24791AB5B}"/>
              </a:ext>
            </a:extLst>
          </p:cNvPr>
          <p:cNvSpPr/>
          <p:nvPr/>
        </p:nvSpPr>
        <p:spPr>
          <a:xfrm>
            <a:off x="7915641" y="457684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66377FDE-A78C-A677-8BDD-9A375C10D815}"/>
              </a:ext>
            </a:extLst>
          </p:cNvPr>
          <p:cNvSpPr/>
          <p:nvPr/>
        </p:nvSpPr>
        <p:spPr>
          <a:xfrm>
            <a:off x="85295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557529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F42EC-71F5-707E-6EFE-17F6039B5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DE8E4-51E9-CC1F-55D5-249B4893A4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AF5568-EE56-3CE4-01F0-3BDA222DE2E0}"/>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2B978DDB-5F2A-9B0F-98DF-61E06BA22663}"/>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5768ACD3-09C9-EBBA-BC16-C8280EFDA9AE}"/>
              </a:ext>
            </a:extLst>
          </p:cNvPr>
          <p:cNvSpPr txBox="1"/>
          <p:nvPr/>
        </p:nvSpPr>
        <p:spPr>
          <a:xfrm>
            <a:off x="4678085" y="390555"/>
            <a:ext cx="1075764" cy="461665"/>
          </a:xfrm>
          <a:prstGeom prst="rect">
            <a:avLst/>
          </a:prstGeom>
          <a:noFill/>
        </p:spPr>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7" name="TextBox 16">
            <a:extLst>
              <a:ext uri="{FF2B5EF4-FFF2-40B4-BE49-F238E27FC236}">
                <a16:creationId xmlns:a16="http://schemas.microsoft.com/office/drawing/2014/main" id="{B5C15EB5-E262-25F1-8601-8A2DB789D579}"/>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8B7BB570-CEF3-851B-BFCC-383722553BBC}"/>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DD505E63-D022-75DC-FEB9-5061FEFBF204}"/>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2</a:t>
            </a:r>
            <a:endParaRPr lang="en-GB" sz="2400" dirty="0">
              <a:solidFill>
                <a:srgbClr val="FF0000"/>
              </a:solidFill>
            </a:endParaRPr>
          </a:p>
        </p:txBody>
      </p:sp>
      <p:sp>
        <p:nvSpPr>
          <p:cNvPr id="20" name="TextBox 19">
            <a:extLst>
              <a:ext uri="{FF2B5EF4-FFF2-40B4-BE49-F238E27FC236}">
                <a16:creationId xmlns:a16="http://schemas.microsoft.com/office/drawing/2014/main" id="{EFCFDBDD-3CEA-9F14-815D-4B20E4037BCF}"/>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D49FC5C0-4AF7-1502-183D-F14FA67F656F}"/>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98BAC4E6-EF84-73FD-A20C-D51C14742E4E}"/>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6</a:t>
            </a:r>
            <a:endParaRPr lang="en-GB" sz="2400" dirty="0"/>
          </a:p>
        </p:txBody>
      </p:sp>
      <p:sp>
        <p:nvSpPr>
          <p:cNvPr id="23" name="TextBox 22">
            <a:extLst>
              <a:ext uri="{FF2B5EF4-FFF2-40B4-BE49-F238E27FC236}">
                <a16:creationId xmlns:a16="http://schemas.microsoft.com/office/drawing/2014/main" id="{4818A42F-15CB-37F3-87EC-E0F3C15C334F}"/>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8927E8DC-E78B-A55D-07F7-BE5DDBDB5108}"/>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7513AE71-C0A0-8B8C-E4D8-C5FFC9075FAC}"/>
              </a:ext>
            </a:extLst>
          </p:cNvPr>
          <p:cNvSpPr txBox="1"/>
          <p:nvPr/>
        </p:nvSpPr>
        <p:spPr>
          <a:xfrm>
            <a:off x="4731655" y="2028622"/>
            <a:ext cx="1075764" cy="461665"/>
          </a:xfrm>
          <a:prstGeom prst="rect">
            <a:avLst/>
          </a:prstGeom>
          <a:noFill/>
        </p:spPr>
        <p:txBody>
          <a:bodyPr wrap="square" rtlCol="0">
            <a:spAutoFit/>
          </a:bodyPr>
          <a:lstStyle/>
          <a:p>
            <a:r>
              <a:rPr lang="el-GR" sz="2400" dirty="0"/>
              <a:t>β</a:t>
            </a:r>
            <a:r>
              <a:rPr lang="en-US" sz="2400" dirty="0"/>
              <a:t> = </a:t>
            </a:r>
            <a:r>
              <a:rPr lang="en-GB" sz="2400" dirty="0">
                <a:solidFill>
                  <a:srgbClr val="FF0000"/>
                </a:solidFill>
              </a:rPr>
              <a:t>2</a:t>
            </a:r>
          </a:p>
        </p:txBody>
      </p:sp>
      <p:sp>
        <p:nvSpPr>
          <p:cNvPr id="26" name="TextBox 25">
            <a:extLst>
              <a:ext uri="{FF2B5EF4-FFF2-40B4-BE49-F238E27FC236}">
                <a16:creationId xmlns:a16="http://schemas.microsoft.com/office/drawing/2014/main" id="{F699D036-3622-2231-BFEA-910551CE6AA4}"/>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6</a:t>
            </a:r>
            <a:endParaRPr lang="en-GB" sz="2400" dirty="0"/>
          </a:p>
        </p:txBody>
      </p:sp>
      <p:sp>
        <p:nvSpPr>
          <p:cNvPr id="28" name="TextBox 27">
            <a:extLst>
              <a:ext uri="{FF2B5EF4-FFF2-40B4-BE49-F238E27FC236}">
                <a16:creationId xmlns:a16="http://schemas.microsoft.com/office/drawing/2014/main" id="{2ACE65ED-9989-51A2-F919-75B51CAF8A7E}"/>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CF655841-E85F-B87F-5E40-B955BDE54A6D}"/>
              </a:ext>
            </a:extLst>
          </p:cNvPr>
          <p:cNvSpPr/>
          <p:nvPr/>
        </p:nvSpPr>
        <p:spPr>
          <a:xfrm>
            <a:off x="9320163" y="2072210"/>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7A959123-B29E-E320-E259-B5B5ADFDCDC0}"/>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26CD8D6F-2994-4727-6740-450FE7C63B78}"/>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9F09A192-30E8-17FF-ADC2-8A762A530ED8}"/>
              </a:ext>
            </a:extLst>
          </p:cNvPr>
          <p:cNvSpPr/>
          <p:nvPr/>
        </p:nvSpPr>
        <p:spPr>
          <a:xfrm>
            <a:off x="2760988" y="4536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FAB8BD06-2033-FEF9-2EFE-815E98838CD2}"/>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E2BCB206-1838-4736-6D1B-F8D2B1AFAA0E}"/>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B2EC41A1-B231-7D3B-44D3-ABD3D0D04AAD}"/>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386BAE1F-E7A9-70AC-F007-341A0DDE0CDA}"/>
              </a:ext>
            </a:extLst>
          </p:cNvPr>
          <p:cNvCxnSpPr>
            <a:cxnSpLocks/>
          </p:cNvCxnSpPr>
          <p:nvPr/>
        </p:nvCxnSpPr>
        <p:spPr>
          <a:xfrm flipV="1">
            <a:off x="3201189" y="410034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795A2E3D-1399-DBB0-892D-2F1CAA4AC4AF}"/>
              </a:ext>
            </a:extLst>
          </p:cNvPr>
          <p:cNvCxnSpPr>
            <a:cxnSpLocks/>
          </p:cNvCxnSpPr>
          <p:nvPr/>
        </p:nvCxnSpPr>
        <p:spPr>
          <a:xfrm flipV="1">
            <a:off x="3245229" y="430180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F761E90B-3E62-4400-D5C3-03448C39540E}"/>
              </a:ext>
            </a:extLst>
          </p:cNvPr>
          <p:cNvCxnSpPr>
            <a:cxnSpLocks/>
          </p:cNvCxnSpPr>
          <p:nvPr/>
        </p:nvCxnSpPr>
        <p:spPr>
          <a:xfrm flipV="1">
            <a:off x="3322321" y="4495684"/>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00932F85-C0DE-A57D-93B7-D2630684D6D7}"/>
              </a:ext>
            </a:extLst>
          </p:cNvPr>
          <p:cNvCxnSpPr>
            <a:cxnSpLocks/>
          </p:cNvCxnSpPr>
          <p:nvPr/>
        </p:nvCxnSpPr>
        <p:spPr>
          <a:xfrm flipV="1">
            <a:off x="3417463" y="4750332"/>
            <a:ext cx="583793" cy="316375"/>
          </a:xfrm>
          <a:prstGeom prst="line">
            <a:avLst/>
          </a:prstGeom>
        </p:spPr>
        <p:style>
          <a:lnRef idx="3">
            <a:schemeClr val="accent1"/>
          </a:lnRef>
          <a:fillRef idx="0">
            <a:schemeClr val="accent1"/>
          </a:fillRef>
          <a:effectRef idx="2">
            <a:schemeClr val="accent1"/>
          </a:effectRef>
          <a:fontRef idx="minor">
            <a:schemeClr val="tx1"/>
          </a:fontRef>
        </p:style>
      </p:cxnSp>
      <p:sp>
        <p:nvSpPr>
          <p:cNvPr id="4" name="Oval 3">
            <a:extLst>
              <a:ext uri="{FF2B5EF4-FFF2-40B4-BE49-F238E27FC236}">
                <a16:creationId xmlns:a16="http://schemas.microsoft.com/office/drawing/2014/main" id="{8E35333C-2452-E048-D2A6-4FD8B7113019}"/>
              </a:ext>
            </a:extLst>
          </p:cNvPr>
          <p:cNvSpPr/>
          <p:nvPr/>
        </p:nvSpPr>
        <p:spPr>
          <a:xfrm>
            <a:off x="4722635" y="456092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353A7A9D-29AE-FC2C-34C3-6CEC51578B8D}"/>
              </a:ext>
            </a:extLst>
          </p:cNvPr>
          <p:cNvSpPr/>
          <p:nvPr/>
        </p:nvSpPr>
        <p:spPr>
          <a:xfrm>
            <a:off x="4433326" y="352139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EEBB6A61-2488-4D3D-EEB1-77D02506C12D}"/>
              </a:ext>
            </a:extLst>
          </p:cNvPr>
          <p:cNvSpPr/>
          <p:nvPr/>
        </p:nvSpPr>
        <p:spPr>
          <a:xfrm>
            <a:off x="5623445" y="48663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131AA7CC-A8CC-7CF1-1767-1326A2263739}"/>
              </a:ext>
            </a:extLst>
          </p:cNvPr>
          <p:cNvSpPr/>
          <p:nvPr/>
        </p:nvSpPr>
        <p:spPr>
          <a:xfrm>
            <a:off x="4044661" y="452880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9D8D6622-6853-52D0-F8C9-3C8819C0A3AE}"/>
              </a:ext>
            </a:extLst>
          </p:cNvPr>
          <p:cNvCxnSpPr>
            <a:cxnSpLocks/>
          </p:cNvCxnSpPr>
          <p:nvPr/>
        </p:nvCxnSpPr>
        <p:spPr>
          <a:xfrm flipV="1">
            <a:off x="5326727" y="2533642"/>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37" name="Straight Connector 36">
            <a:extLst>
              <a:ext uri="{FF2B5EF4-FFF2-40B4-BE49-F238E27FC236}">
                <a16:creationId xmlns:a16="http://schemas.microsoft.com/office/drawing/2014/main" id="{D7E0E187-6605-F844-AD09-91FC33444A66}"/>
              </a:ext>
            </a:extLst>
          </p:cNvPr>
          <p:cNvCxnSpPr>
            <a:cxnSpLocks/>
          </p:cNvCxnSpPr>
          <p:nvPr/>
        </p:nvCxnSpPr>
        <p:spPr>
          <a:xfrm flipV="1">
            <a:off x="5326727" y="26944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1" name="Straight Connector 40">
            <a:extLst>
              <a:ext uri="{FF2B5EF4-FFF2-40B4-BE49-F238E27FC236}">
                <a16:creationId xmlns:a16="http://schemas.microsoft.com/office/drawing/2014/main" id="{7AD4E9FF-66AB-8EAC-AD50-6C22083F80E6}"/>
              </a:ext>
            </a:extLst>
          </p:cNvPr>
          <p:cNvCxnSpPr>
            <a:cxnSpLocks/>
          </p:cNvCxnSpPr>
          <p:nvPr/>
        </p:nvCxnSpPr>
        <p:spPr>
          <a:xfrm flipV="1">
            <a:off x="5645990" y="2889513"/>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42" name="Straight Connector 41">
            <a:extLst>
              <a:ext uri="{FF2B5EF4-FFF2-40B4-BE49-F238E27FC236}">
                <a16:creationId xmlns:a16="http://schemas.microsoft.com/office/drawing/2014/main" id="{75583F39-2E4A-7705-0350-2E93C59C6163}"/>
              </a:ext>
            </a:extLst>
          </p:cNvPr>
          <p:cNvCxnSpPr>
            <a:cxnSpLocks/>
          </p:cNvCxnSpPr>
          <p:nvPr/>
        </p:nvCxnSpPr>
        <p:spPr>
          <a:xfrm flipV="1">
            <a:off x="5645990" y="3050356"/>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3" name="Straight Connector 42">
            <a:extLst>
              <a:ext uri="{FF2B5EF4-FFF2-40B4-BE49-F238E27FC236}">
                <a16:creationId xmlns:a16="http://schemas.microsoft.com/office/drawing/2014/main" id="{490315F0-8D86-B8F3-822C-44CC65D23013}"/>
              </a:ext>
            </a:extLst>
          </p:cNvPr>
          <p:cNvCxnSpPr>
            <a:cxnSpLocks/>
          </p:cNvCxnSpPr>
          <p:nvPr/>
        </p:nvCxnSpPr>
        <p:spPr>
          <a:xfrm flipV="1">
            <a:off x="5607504" y="33444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44" name="Straight Connector 43">
            <a:extLst>
              <a:ext uri="{FF2B5EF4-FFF2-40B4-BE49-F238E27FC236}">
                <a16:creationId xmlns:a16="http://schemas.microsoft.com/office/drawing/2014/main" id="{1B912716-F098-EDDB-01F2-38702820282C}"/>
              </a:ext>
            </a:extLst>
          </p:cNvPr>
          <p:cNvCxnSpPr>
            <a:cxnSpLocks/>
          </p:cNvCxnSpPr>
          <p:nvPr/>
        </p:nvCxnSpPr>
        <p:spPr>
          <a:xfrm flipV="1">
            <a:off x="6166179" y="46040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51" name="Straight Connector 50">
            <a:extLst>
              <a:ext uri="{FF2B5EF4-FFF2-40B4-BE49-F238E27FC236}">
                <a16:creationId xmlns:a16="http://schemas.microsoft.com/office/drawing/2014/main" id="{E17A95A9-9DB1-26F9-74D7-80BD13E85AAA}"/>
              </a:ext>
            </a:extLst>
          </p:cNvPr>
          <p:cNvCxnSpPr>
            <a:cxnSpLocks/>
          </p:cNvCxnSpPr>
          <p:nvPr/>
        </p:nvCxnSpPr>
        <p:spPr>
          <a:xfrm flipV="1">
            <a:off x="5427326" y="3940662"/>
            <a:ext cx="2049247" cy="986492"/>
          </a:xfrm>
          <a:prstGeom prst="line">
            <a:avLst/>
          </a:prstGeom>
        </p:spPr>
        <p:style>
          <a:lnRef idx="3">
            <a:schemeClr val="accent1"/>
          </a:lnRef>
          <a:fillRef idx="0">
            <a:schemeClr val="accent1"/>
          </a:fillRef>
          <a:effectRef idx="2">
            <a:schemeClr val="accent1"/>
          </a:effectRef>
          <a:fontRef idx="minor">
            <a:schemeClr val="tx1"/>
          </a:fontRef>
        </p:style>
      </p:cxnSp>
      <p:cxnSp>
        <p:nvCxnSpPr>
          <p:cNvPr id="52" name="Straight Connector 51">
            <a:extLst>
              <a:ext uri="{FF2B5EF4-FFF2-40B4-BE49-F238E27FC236}">
                <a16:creationId xmlns:a16="http://schemas.microsoft.com/office/drawing/2014/main" id="{92F53079-D038-4A1C-AE19-506905F32668}"/>
              </a:ext>
            </a:extLst>
          </p:cNvPr>
          <p:cNvCxnSpPr>
            <a:cxnSpLocks/>
          </p:cNvCxnSpPr>
          <p:nvPr/>
        </p:nvCxnSpPr>
        <p:spPr>
          <a:xfrm flipV="1">
            <a:off x="5932931" y="4174713"/>
            <a:ext cx="1687278" cy="908136"/>
          </a:xfrm>
          <a:prstGeom prst="line">
            <a:avLst/>
          </a:prstGeom>
        </p:spPr>
        <p:style>
          <a:lnRef idx="3">
            <a:schemeClr val="accent1"/>
          </a:lnRef>
          <a:fillRef idx="0">
            <a:schemeClr val="accent1"/>
          </a:fillRef>
          <a:effectRef idx="2">
            <a:schemeClr val="accent1"/>
          </a:effectRef>
          <a:fontRef idx="minor">
            <a:schemeClr val="tx1"/>
          </a:fontRef>
        </p:style>
      </p:cxnSp>
      <p:cxnSp>
        <p:nvCxnSpPr>
          <p:cNvPr id="57" name="Straight Connector 56">
            <a:extLst>
              <a:ext uri="{FF2B5EF4-FFF2-40B4-BE49-F238E27FC236}">
                <a16:creationId xmlns:a16="http://schemas.microsoft.com/office/drawing/2014/main" id="{E49EFA3B-FB36-BAEE-787A-79BB20D7C2D8}"/>
              </a:ext>
            </a:extLst>
          </p:cNvPr>
          <p:cNvCxnSpPr>
            <a:cxnSpLocks/>
          </p:cNvCxnSpPr>
          <p:nvPr/>
        </p:nvCxnSpPr>
        <p:spPr>
          <a:xfrm flipV="1">
            <a:off x="5759904" y="34968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58" name="Straight Connector 57">
            <a:extLst>
              <a:ext uri="{FF2B5EF4-FFF2-40B4-BE49-F238E27FC236}">
                <a16:creationId xmlns:a16="http://schemas.microsoft.com/office/drawing/2014/main" id="{091CC6A6-767F-D5B9-FE26-16C3ABA72C5E}"/>
              </a:ext>
            </a:extLst>
          </p:cNvPr>
          <p:cNvCxnSpPr>
            <a:cxnSpLocks/>
          </p:cNvCxnSpPr>
          <p:nvPr/>
        </p:nvCxnSpPr>
        <p:spPr>
          <a:xfrm flipV="1">
            <a:off x="5446426" y="3730856"/>
            <a:ext cx="1923079" cy="837919"/>
          </a:xfrm>
          <a:prstGeom prst="line">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177CAD1E-0530-F15C-0D4B-C4EAC4A1BA14}"/>
              </a:ext>
            </a:extLst>
          </p:cNvPr>
          <p:cNvSpPr/>
          <p:nvPr/>
        </p:nvSpPr>
        <p:spPr>
          <a:xfrm>
            <a:off x="5607504" y="205959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965CF46A-CF0B-FDBF-6284-46A61CB9E919}"/>
              </a:ext>
            </a:extLst>
          </p:cNvPr>
          <p:cNvSpPr/>
          <p:nvPr/>
        </p:nvSpPr>
        <p:spPr>
          <a:xfrm>
            <a:off x="8618408" y="3479717"/>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A112652C-28AA-6387-0A4A-8B5DA4A89596}"/>
              </a:ext>
            </a:extLst>
          </p:cNvPr>
          <p:cNvSpPr/>
          <p:nvPr/>
        </p:nvSpPr>
        <p:spPr>
          <a:xfrm>
            <a:off x="9216934" y="455187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D09A0058-6DB8-A3B7-87F6-2DEA7B7350AA}"/>
              </a:ext>
            </a:extLst>
          </p:cNvPr>
          <p:cNvSpPr/>
          <p:nvPr/>
        </p:nvSpPr>
        <p:spPr>
          <a:xfrm>
            <a:off x="7915641" y="457684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3DBAC7AD-8661-418A-4D98-6BA3DE4BEF2F}"/>
              </a:ext>
            </a:extLst>
          </p:cNvPr>
          <p:cNvSpPr/>
          <p:nvPr/>
        </p:nvSpPr>
        <p:spPr>
          <a:xfrm>
            <a:off x="85295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13180EE0-A197-D139-6ADC-BE1F0AD05472}"/>
              </a:ext>
            </a:extLst>
          </p:cNvPr>
          <p:cNvSpPr/>
          <p:nvPr/>
        </p:nvSpPr>
        <p:spPr>
          <a:xfrm>
            <a:off x="633225" y="457416"/>
            <a:ext cx="2954215" cy="129821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a:t>
            </a:r>
          </a:p>
          <a:p>
            <a:pPr algn="ctr"/>
            <a:r>
              <a:rPr lang="el-GR" sz="2400" dirty="0">
                <a:solidFill>
                  <a:srgbClr val="FF0000"/>
                </a:solidFill>
              </a:rPr>
              <a:t>β</a:t>
            </a:r>
            <a:r>
              <a:rPr lang="en-US" sz="2400" dirty="0">
                <a:solidFill>
                  <a:srgbClr val="FF0000"/>
                </a:solidFill>
              </a:rPr>
              <a:t> &lt;= </a:t>
            </a:r>
            <a:r>
              <a:rPr lang="el-GR" sz="2400" dirty="0">
                <a:solidFill>
                  <a:srgbClr val="FF0000"/>
                </a:solidFill>
              </a:rPr>
              <a:t>α</a:t>
            </a:r>
            <a:endParaRPr lang="en-US" sz="2400" dirty="0">
              <a:solidFill>
                <a:srgbClr val="FF0000"/>
              </a:solidFill>
            </a:endParaRPr>
          </a:p>
          <a:p>
            <a:pPr algn="ctr"/>
            <a:r>
              <a:rPr lang="en-US" sz="2400" dirty="0">
                <a:solidFill>
                  <a:srgbClr val="FF0000"/>
                </a:solidFill>
              </a:rPr>
              <a:t>6 &lt;= 8</a:t>
            </a:r>
          </a:p>
          <a:p>
            <a:pPr algn="ctr"/>
            <a:endParaRPr lang="en-US" dirty="0"/>
          </a:p>
        </p:txBody>
      </p:sp>
    </p:spTree>
    <p:extLst>
      <p:ext uri="{BB962C8B-B14F-4D97-AF65-F5344CB8AC3E}">
        <p14:creationId xmlns:p14="http://schemas.microsoft.com/office/powerpoint/2010/main" val="20888703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D0CF0-3277-C9B0-3692-60B0BA878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2A63A-A341-5428-DBE8-497825E1CF3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CD419C-4DF1-2377-B5DA-A897819A3B9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08D9EFBE-0655-A099-98D9-A5078F461C2D}"/>
              </a:ext>
            </a:extLst>
          </p:cNvPr>
          <p:cNvPicPr>
            <a:picLocks noChangeAspect="1"/>
          </p:cNvPicPr>
          <p:nvPr/>
        </p:nvPicPr>
        <p:blipFill>
          <a:blip r:embed="rId2"/>
          <a:srcRect l="15794" t="33498" r="16995" b="9387"/>
          <a:stretch/>
        </p:blipFill>
        <p:spPr>
          <a:xfrm>
            <a:off x="173419" y="286603"/>
            <a:ext cx="11845162" cy="5662068"/>
          </a:xfrm>
          <a:prstGeom prst="rect">
            <a:avLst/>
          </a:prstGeom>
        </p:spPr>
      </p:pic>
      <p:sp>
        <p:nvSpPr>
          <p:cNvPr id="16" name="TextBox 15">
            <a:extLst>
              <a:ext uri="{FF2B5EF4-FFF2-40B4-BE49-F238E27FC236}">
                <a16:creationId xmlns:a16="http://schemas.microsoft.com/office/drawing/2014/main" id="{33CD66F0-8B8C-B71A-96F5-5B71F1BE1EEE}"/>
              </a:ext>
            </a:extLst>
          </p:cNvPr>
          <p:cNvSpPr txBox="1"/>
          <p:nvPr/>
        </p:nvSpPr>
        <p:spPr>
          <a:xfrm>
            <a:off x="4678085" y="390555"/>
            <a:ext cx="1075764" cy="461665"/>
          </a:xfrm>
          <a:prstGeom prst="rect">
            <a:avLst/>
          </a:prstGeom>
          <a:noFill/>
        </p:spPr>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7" name="TextBox 16">
            <a:extLst>
              <a:ext uri="{FF2B5EF4-FFF2-40B4-BE49-F238E27FC236}">
                <a16:creationId xmlns:a16="http://schemas.microsoft.com/office/drawing/2014/main" id="{E05854A1-E7A5-6812-CC11-216BC7990176}"/>
              </a:ext>
            </a:extLst>
          </p:cNvPr>
          <p:cNvSpPr txBox="1"/>
          <p:nvPr/>
        </p:nvSpPr>
        <p:spPr>
          <a:xfrm>
            <a:off x="1053875" y="3638296"/>
            <a:ext cx="959628"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E0421BDD-0811-F2BB-2E8A-C3567104E651}"/>
              </a:ext>
            </a:extLst>
          </p:cNvPr>
          <p:cNvSpPr txBox="1"/>
          <p:nvPr/>
        </p:nvSpPr>
        <p:spPr>
          <a:xfrm>
            <a:off x="2524515" y="363829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9</a:t>
            </a:r>
            <a:endParaRPr lang="en-GB" sz="2400" dirty="0">
              <a:solidFill>
                <a:srgbClr val="FF0000"/>
              </a:solidFill>
            </a:endParaRPr>
          </a:p>
        </p:txBody>
      </p:sp>
      <p:sp>
        <p:nvSpPr>
          <p:cNvPr id="19" name="TextBox 18">
            <a:extLst>
              <a:ext uri="{FF2B5EF4-FFF2-40B4-BE49-F238E27FC236}">
                <a16:creationId xmlns:a16="http://schemas.microsoft.com/office/drawing/2014/main" id="{6DE028F0-28D7-B03F-2AA2-CC82C0CC6152}"/>
              </a:ext>
            </a:extLst>
          </p:cNvPr>
          <p:cNvSpPr txBox="1"/>
          <p:nvPr/>
        </p:nvSpPr>
        <p:spPr>
          <a:xfrm>
            <a:off x="3958381"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2</a:t>
            </a:r>
            <a:endParaRPr lang="en-GB" sz="2400" dirty="0">
              <a:solidFill>
                <a:srgbClr val="FF0000"/>
              </a:solidFill>
            </a:endParaRPr>
          </a:p>
        </p:txBody>
      </p:sp>
      <p:sp>
        <p:nvSpPr>
          <p:cNvPr id="20" name="TextBox 19">
            <a:extLst>
              <a:ext uri="{FF2B5EF4-FFF2-40B4-BE49-F238E27FC236}">
                <a16:creationId xmlns:a16="http://schemas.microsoft.com/office/drawing/2014/main" id="{6069FA4C-AC86-80A3-20CB-6E438DF50C96}"/>
              </a:ext>
            </a:extLst>
          </p:cNvPr>
          <p:cNvSpPr txBox="1"/>
          <p:nvPr/>
        </p:nvSpPr>
        <p:spPr>
          <a:xfrm>
            <a:off x="5122226" y="3803974"/>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1" name="TextBox 20">
            <a:extLst>
              <a:ext uri="{FF2B5EF4-FFF2-40B4-BE49-F238E27FC236}">
                <a16:creationId xmlns:a16="http://schemas.microsoft.com/office/drawing/2014/main" id="{900E8AD8-A5D9-667E-B30E-B17A6C9DD07C}"/>
              </a:ext>
            </a:extLst>
          </p:cNvPr>
          <p:cNvSpPr txBox="1"/>
          <p:nvPr/>
        </p:nvSpPr>
        <p:spPr>
          <a:xfrm>
            <a:off x="6385140" y="380397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2" name="TextBox 21">
            <a:extLst>
              <a:ext uri="{FF2B5EF4-FFF2-40B4-BE49-F238E27FC236}">
                <a16:creationId xmlns:a16="http://schemas.microsoft.com/office/drawing/2014/main" id="{53E2382D-9A72-475A-F29A-75EAB163AD21}"/>
              </a:ext>
            </a:extLst>
          </p:cNvPr>
          <p:cNvSpPr txBox="1"/>
          <p:nvPr/>
        </p:nvSpPr>
        <p:spPr>
          <a:xfrm>
            <a:off x="7899972" y="3755623"/>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solidFill>
                  <a:srgbClr val="FF0000"/>
                </a:solidFill>
              </a:rPr>
              <a:t>6</a:t>
            </a:r>
            <a:endParaRPr lang="en-GB" sz="2400" dirty="0"/>
          </a:p>
        </p:txBody>
      </p:sp>
      <p:sp>
        <p:nvSpPr>
          <p:cNvPr id="23" name="TextBox 22">
            <a:extLst>
              <a:ext uri="{FF2B5EF4-FFF2-40B4-BE49-F238E27FC236}">
                <a16:creationId xmlns:a16="http://schemas.microsoft.com/office/drawing/2014/main" id="{FC4F8879-8017-AFEA-1914-86C83332A5C4}"/>
              </a:ext>
            </a:extLst>
          </p:cNvPr>
          <p:cNvSpPr txBox="1"/>
          <p:nvPr/>
        </p:nvSpPr>
        <p:spPr>
          <a:xfrm>
            <a:off x="9700768" y="3717875"/>
            <a:ext cx="1075764" cy="830997"/>
          </a:xfrm>
          <a:prstGeom prst="rect">
            <a:avLst/>
          </a:prstGeom>
          <a:noFill/>
        </p:spPr>
        <p:txBody>
          <a:bodyPr wrap="square" rtlCol="0">
            <a:spAutoFit/>
          </a:bodyPr>
          <a:lstStyle/>
          <a:p>
            <a:r>
              <a:rPr lang="el-GR" sz="2400" dirty="0"/>
              <a:t>α </a:t>
            </a:r>
            <a:r>
              <a:rPr lang="en-US" sz="2400" dirty="0"/>
              <a:t>=</a:t>
            </a:r>
            <a:br>
              <a:rPr lang="en-US" sz="2400" dirty="0"/>
            </a:br>
            <a:r>
              <a:rPr lang="en-US" sz="2400" dirty="0"/>
              <a:t>-</a:t>
            </a:r>
            <a:r>
              <a:rPr lang="en-GB" sz="2400" dirty="0"/>
              <a:t>∞</a:t>
            </a:r>
          </a:p>
        </p:txBody>
      </p:sp>
      <p:sp>
        <p:nvSpPr>
          <p:cNvPr id="24" name="TextBox 23">
            <a:extLst>
              <a:ext uri="{FF2B5EF4-FFF2-40B4-BE49-F238E27FC236}">
                <a16:creationId xmlns:a16="http://schemas.microsoft.com/office/drawing/2014/main" id="{5A62E2A7-9D92-1F16-5ED7-64A2C83BE7DA}"/>
              </a:ext>
            </a:extLst>
          </p:cNvPr>
          <p:cNvSpPr txBox="1"/>
          <p:nvPr/>
        </p:nvSpPr>
        <p:spPr>
          <a:xfrm>
            <a:off x="1409878" y="21514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8</a:t>
            </a:r>
            <a:endParaRPr lang="en-GB" sz="2400" dirty="0"/>
          </a:p>
        </p:txBody>
      </p:sp>
      <p:sp>
        <p:nvSpPr>
          <p:cNvPr id="25" name="TextBox 24">
            <a:extLst>
              <a:ext uri="{FF2B5EF4-FFF2-40B4-BE49-F238E27FC236}">
                <a16:creationId xmlns:a16="http://schemas.microsoft.com/office/drawing/2014/main" id="{E77440DA-3965-C886-4969-CC3768A161EC}"/>
              </a:ext>
            </a:extLst>
          </p:cNvPr>
          <p:cNvSpPr txBox="1"/>
          <p:nvPr/>
        </p:nvSpPr>
        <p:spPr>
          <a:xfrm>
            <a:off x="4731655" y="2028622"/>
            <a:ext cx="1075764" cy="461665"/>
          </a:xfrm>
          <a:prstGeom prst="rect">
            <a:avLst/>
          </a:prstGeom>
          <a:noFill/>
        </p:spPr>
        <p:txBody>
          <a:bodyPr wrap="square" rtlCol="0">
            <a:spAutoFit/>
          </a:bodyPr>
          <a:lstStyle/>
          <a:p>
            <a:r>
              <a:rPr lang="el-GR" sz="2400" dirty="0"/>
              <a:t>β</a:t>
            </a:r>
            <a:r>
              <a:rPr lang="en-US" sz="2400" dirty="0"/>
              <a:t> = </a:t>
            </a:r>
            <a:r>
              <a:rPr lang="en-GB" sz="2400" dirty="0">
                <a:solidFill>
                  <a:srgbClr val="FF0000"/>
                </a:solidFill>
              </a:rPr>
              <a:t>2</a:t>
            </a:r>
          </a:p>
        </p:txBody>
      </p:sp>
      <p:sp>
        <p:nvSpPr>
          <p:cNvPr id="26" name="TextBox 25">
            <a:extLst>
              <a:ext uri="{FF2B5EF4-FFF2-40B4-BE49-F238E27FC236}">
                <a16:creationId xmlns:a16="http://schemas.microsoft.com/office/drawing/2014/main" id="{C9B6D4FB-C0AE-5709-A8DB-9DCD8AEF23F3}"/>
              </a:ext>
            </a:extLst>
          </p:cNvPr>
          <p:cNvSpPr txBox="1"/>
          <p:nvPr/>
        </p:nvSpPr>
        <p:spPr>
          <a:xfrm>
            <a:off x="8374009" y="2036620"/>
            <a:ext cx="1075764" cy="461665"/>
          </a:xfrm>
          <a:prstGeom prst="rect">
            <a:avLst/>
          </a:prstGeom>
          <a:noFill/>
        </p:spPr>
        <p:txBody>
          <a:bodyPr wrap="square" rtlCol="0">
            <a:spAutoFit/>
          </a:bodyPr>
          <a:lstStyle/>
          <a:p>
            <a:r>
              <a:rPr lang="el-GR" sz="2400" dirty="0"/>
              <a:t>β</a:t>
            </a:r>
            <a:r>
              <a:rPr lang="en-US" sz="2400" dirty="0"/>
              <a:t> = </a:t>
            </a:r>
            <a:r>
              <a:rPr lang="en-US" sz="2400" dirty="0">
                <a:solidFill>
                  <a:srgbClr val="FF0000"/>
                </a:solidFill>
              </a:rPr>
              <a:t>6</a:t>
            </a:r>
            <a:endParaRPr lang="en-GB" sz="2400" dirty="0"/>
          </a:p>
        </p:txBody>
      </p:sp>
      <p:sp>
        <p:nvSpPr>
          <p:cNvPr id="28" name="TextBox 27">
            <a:extLst>
              <a:ext uri="{FF2B5EF4-FFF2-40B4-BE49-F238E27FC236}">
                <a16:creationId xmlns:a16="http://schemas.microsoft.com/office/drawing/2014/main" id="{1430DA58-5E42-D84D-DD31-012C08332798}"/>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7" name="Oval 6">
            <a:extLst>
              <a:ext uri="{FF2B5EF4-FFF2-40B4-BE49-F238E27FC236}">
                <a16:creationId xmlns:a16="http://schemas.microsoft.com/office/drawing/2014/main" id="{3FD9FAF9-BB0C-E497-FDEF-6910084BEEE4}"/>
              </a:ext>
            </a:extLst>
          </p:cNvPr>
          <p:cNvSpPr/>
          <p:nvPr/>
        </p:nvSpPr>
        <p:spPr>
          <a:xfrm>
            <a:off x="9320163" y="2072210"/>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A18282BF-294F-6DCD-9708-053B425C0C5A}"/>
              </a:ext>
            </a:extLst>
          </p:cNvPr>
          <p:cNvSpPr/>
          <p:nvPr/>
        </p:nvSpPr>
        <p:spPr>
          <a:xfrm>
            <a:off x="1828133" y="350448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F37DC555-1E6E-B49E-436F-1F74478C78D9}"/>
              </a:ext>
            </a:extLst>
          </p:cNvPr>
          <p:cNvSpPr/>
          <p:nvPr/>
        </p:nvSpPr>
        <p:spPr>
          <a:xfrm>
            <a:off x="2476622" y="206749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C3A3B010-9A1B-1532-C5EF-79F36FB239A0}"/>
              </a:ext>
            </a:extLst>
          </p:cNvPr>
          <p:cNvSpPr/>
          <p:nvPr/>
        </p:nvSpPr>
        <p:spPr>
          <a:xfrm>
            <a:off x="2760988" y="4536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7D9A2E80-CFD0-DF67-3268-6DC905FABE90}"/>
              </a:ext>
            </a:extLst>
          </p:cNvPr>
          <p:cNvSpPr/>
          <p:nvPr/>
        </p:nvSpPr>
        <p:spPr>
          <a:xfrm>
            <a:off x="1453483" y="458057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835B1FF-EC93-6976-E218-74E34721D0B1}"/>
              </a:ext>
            </a:extLst>
          </p:cNvPr>
          <p:cNvSpPr/>
          <p:nvPr/>
        </p:nvSpPr>
        <p:spPr>
          <a:xfrm>
            <a:off x="20936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59C63D8D-D301-E01B-CEA0-D70D4E5B0A3C}"/>
              </a:ext>
            </a:extLst>
          </p:cNvPr>
          <p:cNvSpPr/>
          <p:nvPr/>
        </p:nvSpPr>
        <p:spPr>
          <a:xfrm>
            <a:off x="3040538" y="351854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FAECC51A-0114-0A90-5736-B11C64478AB4}"/>
              </a:ext>
            </a:extLst>
          </p:cNvPr>
          <p:cNvCxnSpPr>
            <a:cxnSpLocks/>
          </p:cNvCxnSpPr>
          <p:nvPr/>
        </p:nvCxnSpPr>
        <p:spPr>
          <a:xfrm flipV="1">
            <a:off x="3201189" y="410034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C351EDD1-04D6-8E2F-DBA6-ABDAE7DC7A83}"/>
              </a:ext>
            </a:extLst>
          </p:cNvPr>
          <p:cNvCxnSpPr>
            <a:cxnSpLocks/>
          </p:cNvCxnSpPr>
          <p:nvPr/>
        </p:nvCxnSpPr>
        <p:spPr>
          <a:xfrm flipV="1">
            <a:off x="3245229" y="4301808"/>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9F116B37-5EE2-A80E-B0B1-A3C29F97B309}"/>
              </a:ext>
            </a:extLst>
          </p:cNvPr>
          <p:cNvCxnSpPr>
            <a:cxnSpLocks/>
          </p:cNvCxnSpPr>
          <p:nvPr/>
        </p:nvCxnSpPr>
        <p:spPr>
          <a:xfrm flipV="1">
            <a:off x="3322321" y="4495684"/>
            <a:ext cx="583793" cy="3163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ADFC44B2-16EA-D193-1545-E987257AA430}"/>
              </a:ext>
            </a:extLst>
          </p:cNvPr>
          <p:cNvCxnSpPr>
            <a:cxnSpLocks/>
          </p:cNvCxnSpPr>
          <p:nvPr/>
        </p:nvCxnSpPr>
        <p:spPr>
          <a:xfrm flipV="1">
            <a:off x="3417463" y="4750332"/>
            <a:ext cx="583793" cy="316375"/>
          </a:xfrm>
          <a:prstGeom prst="line">
            <a:avLst/>
          </a:prstGeom>
        </p:spPr>
        <p:style>
          <a:lnRef idx="3">
            <a:schemeClr val="accent1"/>
          </a:lnRef>
          <a:fillRef idx="0">
            <a:schemeClr val="accent1"/>
          </a:fillRef>
          <a:effectRef idx="2">
            <a:schemeClr val="accent1"/>
          </a:effectRef>
          <a:fontRef idx="minor">
            <a:schemeClr val="tx1"/>
          </a:fontRef>
        </p:style>
      </p:cxnSp>
      <p:sp>
        <p:nvSpPr>
          <p:cNvPr id="4" name="Oval 3">
            <a:extLst>
              <a:ext uri="{FF2B5EF4-FFF2-40B4-BE49-F238E27FC236}">
                <a16:creationId xmlns:a16="http://schemas.microsoft.com/office/drawing/2014/main" id="{72EC38D6-9E3D-121E-9A1C-C479A7C7E005}"/>
              </a:ext>
            </a:extLst>
          </p:cNvPr>
          <p:cNvSpPr/>
          <p:nvPr/>
        </p:nvSpPr>
        <p:spPr>
          <a:xfrm>
            <a:off x="4722635" y="456092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1169BF11-6E7A-F2D8-A35F-8F26505E7710}"/>
              </a:ext>
            </a:extLst>
          </p:cNvPr>
          <p:cNvSpPr/>
          <p:nvPr/>
        </p:nvSpPr>
        <p:spPr>
          <a:xfrm>
            <a:off x="4433326" y="352139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4DD6076F-A380-1C64-7D23-717812FC7F10}"/>
              </a:ext>
            </a:extLst>
          </p:cNvPr>
          <p:cNvSpPr/>
          <p:nvPr/>
        </p:nvSpPr>
        <p:spPr>
          <a:xfrm>
            <a:off x="5623445" y="48663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25BAF5A6-B001-5FE1-BB86-EB7364C5D0B2}"/>
              </a:ext>
            </a:extLst>
          </p:cNvPr>
          <p:cNvSpPr/>
          <p:nvPr/>
        </p:nvSpPr>
        <p:spPr>
          <a:xfrm>
            <a:off x="4044661" y="4528806"/>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E1C0F81F-7176-8183-05BE-54D7AFACA555}"/>
              </a:ext>
            </a:extLst>
          </p:cNvPr>
          <p:cNvCxnSpPr>
            <a:cxnSpLocks/>
          </p:cNvCxnSpPr>
          <p:nvPr/>
        </p:nvCxnSpPr>
        <p:spPr>
          <a:xfrm flipV="1">
            <a:off x="5326727" y="2533642"/>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37" name="Straight Connector 36">
            <a:extLst>
              <a:ext uri="{FF2B5EF4-FFF2-40B4-BE49-F238E27FC236}">
                <a16:creationId xmlns:a16="http://schemas.microsoft.com/office/drawing/2014/main" id="{A899FCF7-39FE-7430-1F19-423C5D44DA98}"/>
              </a:ext>
            </a:extLst>
          </p:cNvPr>
          <p:cNvCxnSpPr>
            <a:cxnSpLocks/>
          </p:cNvCxnSpPr>
          <p:nvPr/>
        </p:nvCxnSpPr>
        <p:spPr>
          <a:xfrm flipV="1">
            <a:off x="5326727" y="26944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1" name="Straight Connector 40">
            <a:extLst>
              <a:ext uri="{FF2B5EF4-FFF2-40B4-BE49-F238E27FC236}">
                <a16:creationId xmlns:a16="http://schemas.microsoft.com/office/drawing/2014/main" id="{70085B8F-511E-693C-D524-CFB89FFE5A81}"/>
              </a:ext>
            </a:extLst>
          </p:cNvPr>
          <p:cNvCxnSpPr>
            <a:cxnSpLocks/>
          </p:cNvCxnSpPr>
          <p:nvPr/>
        </p:nvCxnSpPr>
        <p:spPr>
          <a:xfrm flipV="1">
            <a:off x="5645990" y="2889513"/>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42" name="Straight Connector 41">
            <a:extLst>
              <a:ext uri="{FF2B5EF4-FFF2-40B4-BE49-F238E27FC236}">
                <a16:creationId xmlns:a16="http://schemas.microsoft.com/office/drawing/2014/main" id="{B968D5CB-7521-6F19-D89C-7A74099472F5}"/>
              </a:ext>
            </a:extLst>
          </p:cNvPr>
          <p:cNvCxnSpPr>
            <a:cxnSpLocks/>
          </p:cNvCxnSpPr>
          <p:nvPr/>
        </p:nvCxnSpPr>
        <p:spPr>
          <a:xfrm flipV="1">
            <a:off x="5645990" y="3050356"/>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3" name="Straight Connector 42">
            <a:extLst>
              <a:ext uri="{FF2B5EF4-FFF2-40B4-BE49-F238E27FC236}">
                <a16:creationId xmlns:a16="http://schemas.microsoft.com/office/drawing/2014/main" id="{97C97C7E-68D3-9394-5C73-059737E74581}"/>
              </a:ext>
            </a:extLst>
          </p:cNvPr>
          <p:cNvCxnSpPr>
            <a:cxnSpLocks/>
          </p:cNvCxnSpPr>
          <p:nvPr/>
        </p:nvCxnSpPr>
        <p:spPr>
          <a:xfrm flipV="1">
            <a:off x="5607504" y="33444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44" name="Straight Connector 43">
            <a:extLst>
              <a:ext uri="{FF2B5EF4-FFF2-40B4-BE49-F238E27FC236}">
                <a16:creationId xmlns:a16="http://schemas.microsoft.com/office/drawing/2014/main" id="{6BCA5B0D-D832-A54F-2D34-4ED15AD49177}"/>
              </a:ext>
            </a:extLst>
          </p:cNvPr>
          <p:cNvCxnSpPr>
            <a:cxnSpLocks/>
          </p:cNvCxnSpPr>
          <p:nvPr/>
        </p:nvCxnSpPr>
        <p:spPr>
          <a:xfrm flipV="1">
            <a:off x="6166179" y="4604085"/>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51" name="Straight Connector 50">
            <a:extLst>
              <a:ext uri="{FF2B5EF4-FFF2-40B4-BE49-F238E27FC236}">
                <a16:creationId xmlns:a16="http://schemas.microsoft.com/office/drawing/2014/main" id="{D093AA38-4983-6E6C-1CCC-D16153FB6D9D}"/>
              </a:ext>
            </a:extLst>
          </p:cNvPr>
          <p:cNvCxnSpPr>
            <a:cxnSpLocks/>
          </p:cNvCxnSpPr>
          <p:nvPr/>
        </p:nvCxnSpPr>
        <p:spPr>
          <a:xfrm flipV="1">
            <a:off x="5427326" y="3940662"/>
            <a:ext cx="2049247" cy="986492"/>
          </a:xfrm>
          <a:prstGeom prst="line">
            <a:avLst/>
          </a:prstGeom>
        </p:spPr>
        <p:style>
          <a:lnRef idx="3">
            <a:schemeClr val="accent1"/>
          </a:lnRef>
          <a:fillRef idx="0">
            <a:schemeClr val="accent1"/>
          </a:fillRef>
          <a:effectRef idx="2">
            <a:schemeClr val="accent1"/>
          </a:effectRef>
          <a:fontRef idx="minor">
            <a:schemeClr val="tx1"/>
          </a:fontRef>
        </p:style>
      </p:cxnSp>
      <p:cxnSp>
        <p:nvCxnSpPr>
          <p:cNvPr id="52" name="Straight Connector 51">
            <a:extLst>
              <a:ext uri="{FF2B5EF4-FFF2-40B4-BE49-F238E27FC236}">
                <a16:creationId xmlns:a16="http://schemas.microsoft.com/office/drawing/2014/main" id="{8FE119A9-D6ED-039E-37C8-BF2A207F1BBD}"/>
              </a:ext>
            </a:extLst>
          </p:cNvPr>
          <p:cNvCxnSpPr>
            <a:cxnSpLocks/>
          </p:cNvCxnSpPr>
          <p:nvPr/>
        </p:nvCxnSpPr>
        <p:spPr>
          <a:xfrm flipV="1">
            <a:off x="5932931" y="4174713"/>
            <a:ext cx="1687278" cy="908136"/>
          </a:xfrm>
          <a:prstGeom prst="line">
            <a:avLst/>
          </a:prstGeom>
        </p:spPr>
        <p:style>
          <a:lnRef idx="3">
            <a:schemeClr val="accent1"/>
          </a:lnRef>
          <a:fillRef idx="0">
            <a:schemeClr val="accent1"/>
          </a:fillRef>
          <a:effectRef idx="2">
            <a:schemeClr val="accent1"/>
          </a:effectRef>
          <a:fontRef idx="minor">
            <a:schemeClr val="tx1"/>
          </a:fontRef>
        </p:style>
      </p:cxnSp>
      <p:cxnSp>
        <p:nvCxnSpPr>
          <p:cNvPr id="57" name="Straight Connector 56">
            <a:extLst>
              <a:ext uri="{FF2B5EF4-FFF2-40B4-BE49-F238E27FC236}">
                <a16:creationId xmlns:a16="http://schemas.microsoft.com/office/drawing/2014/main" id="{621F5B1B-E94B-DDE2-C4BF-0D31A0C4E356}"/>
              </a:ext>
            </a:extLst>
          </p:cNvPr>
          <p:cNvCxnSpPr>
            <a:cxnSpLocks/>
          </p:cNvCxnSpPr>
          <p:nvPr/>
        </p:nvCxnSpPr>
        <p:spPr>
          <a:xfrm flipV="1">
            <a:off x="5759904" y="3496805"/>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58" name="Straight Connector 57">
            <a:extLst>
              <a:ext uri="{FF2B5EF4-FFF2-40B4-BE49-F238E27FC236}">
                <a16:creationId xmlns:a16="http://schemas.microsoft.com/office/drawing/2014/main" id="{A3CE0D0F-06ED-B6D9-AB51-243AB90AACC2}"/>
              </a:ext>
            </a:extLst>
          </p:cNvPr>
          <p:cNvCxnSpPr>
            <a:cxnSpLocks/>
          </p:cNvCxnSpPr>
          <p:nvPr/>
        </p:nvCxnSpPr>
        <p:spPr>
          <a:xfrm flipV="1">
            <a:off x="5446426" y="3730856"/>
            <a:ext cx="1923079" cy="837919"/>
          </a:xfrm>
          <a:prstGeom prst="line">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3CDC37BE-0574-62D6-6AAD-B5BBCB260F57}"/>
              </a:ext>
            </a:extLst>
          </p:cNvPr>
          <p:cNvSpPr/>
          <p:nvPr/>
        </p:nvSpPr>
        <p:spPr>
          <a:xfrm>
            <a:off x="5607504" y="205959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42A5A9E7-BCF0-3C03-2FD6-91FA9538B2EE}"/>
              </a:ext>
            </a:extLst>
          </p:cNvPr>
          <p:cNvSpPr/>
          <p:nvPr/>
        </p:nvSpPr>
        <p:spPr>
          <a:xfrm>
            <a:off x="8618408" y="3479717"/>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422200B7-3962-43A4-4744-419209098BF5}"/>
              </a:ext>
            </a:extLst>
          </p:cNvPr>
          <p:cNvSpPr/>
          <p:nvPr/>
        </p:nvSpPr>
        <p:spPr>
          <a:xfrm>
            <a:off x="9216934" y="455187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CDA27FEE-2E50-B61F-3E90-67F0C0B3362B}"/>
              </a:ext>
            </a:extLst>
          </p:cNvPr>
          <p:cNvSpPr/>
          <p:nvPr/>
        </p:nvSpPr>
        <p:spPr>
          <a:xfrm>
            <a:off x="7915641" y="457684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54B67656-5310-B8FD-AF49-B8770E6808FB}"/>
              </a:ext>
            </a:extLst>
          </p:cNvPr>
          <p:cNvSpPr/>
          <p:nvPr/>
        </p:nvSpPr>
        <p:spPr>
          <a:xfrm>
            <a:off x="8529534" y="457312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09AA28A9-5760-ABE8-420A-7F82129A3A70}"/>
              </a:ext>
            </a:extLst>
          </p:cNvPr>
          <p:cNvSpPr/>
          <p:nvPr/>
        </p:nvSpPr>
        <p:spPr>
          <a:xfrm>
            <a:off x="633225" y="457416"/>
            <a:ext cx="2954215" cy="129821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a:t>
            </a:r>
          </a:p>
          <a:p>
            <a:pPr algn="ctr"/>
            <a:r>
              <a:rPr lang="el-GR" sz="2400" dirty="0">
                <a:solidFill>
                  <a:srgbClr val="FF0000"/>
                </a:solidFill>
              </a:rPr>
              <a:t>β</a:t>
            </a:r>
            <a:r>
              <a:rPr lang="en-US" sz="2400" dirty="0">
                <a:solidFill>
                  <a:srgbClr val="FF0000"/>
                </a:solidFill>
              </a:rPr>
              <a:t> &lt;= </a:t>
            </a:r>
            <a:r>
              <a:rPr lang="el-GR" sz="2400" dirty="0">
                <a:solidFill>
                  <a:srgbClr val="FF0000"/>
                </a:solidFill>
              </a:rPr>
              <a:t>α</a:t>
            </a:r>
            <a:endParaRPr lang="en-US" sz="2400" dirty="0">
              <a:solidFill>
                <a:srgbClr val="FF0000"/>
              </a:solidFill>
            </a:endParaRPr>
          </a:p>
          <a:p>
            <a:pPr algn="ctr"/>
            <a:r>
              <a:rPr lang="en-US" sz="2400" dirty="0">
                <a:solidFill>
                  <a:srgbClr val="FF0000"/>
                </a:solidFill>
              </a:rPr>
              <a:t>6 &lt;= 8</a:t>
            </a:r>
          </a:p>
          <a:p>
            <a:pPr algn="ctr"/>
            <a:endParaRPr lang="en-US" dirty="0"/>
          </a:p>
        </p:txBody>
      </p:sp>
      <p:cxnSp>
        <p:nvCxnSpPr>
          <p:cNvPr id="40" name="Straight Connector 39">
            <a:extLst>
              <a:ext uri="{FF2B5EF4-FFF2-40B4-BE49-F238E27FC236}">
                <a16:creationId xmlns:a16="http://schemas.microsoft.com/office/drawing/2014/main" id="{B49081CE-3630-81D0-98BF-F89B6F153E2B}"/>
              </a:ext>
            </a:extLst>
          </p:cNvPr>
          <p:cNvCxnSpPr>
            <a:cxnSpLocks/>
          </p:cNvCxnSpPr>
          <p:nvPr/>
        </p:nvCxnSpPr>
        <p:spPr>
          <a:xfrm flipV="1">
            <a:off x="9518110" y="3468129"/>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45" name="Straight Connector 44">
            <a:extLst>
              <a:ext uri="{FF2B5EF4-FFF2-40B4-BE49-F238E27FC236}">
                <a16:creationId xmlns:a16="http://schemas.microsoft.com/office/drawing/2014/main" id="{400F4B13-6F4E-7AC2-FE2E-726881598E86}"/>
              </a:ext>
            </a:extLst>
          </p:cNvPr>
          <p:cNvCxnSpPr>
            <a:cxnSpLocks/>
          </p:cNvCxnSpPr>
          <p:nvPr/>
        </p:nvCxnSpPr>
        <p:spPr>
          <a:xfrm flipV="1">
            <a:off x="9518110" y="3628972"/>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6" name="Straight Connector 45">
            <a:extLst>
              <a:ext uri="{FF2B5EF4-FFF2-40B4-BE49-F238E27FC236}">
                <a16:creationId xmlns:a16="http://schemas.microsoft.com/office/drawing/2014/main" id="{2FA87EBC-311E-54B3-FEAA-CC771E2E10E7}"/>
              </a:ext>
            </a:extLst>
          </p:cNvPr>
          <p:cNvCxnSpPr>
            <a:cxnSpLocks/>
          </p:cNvCxnSpPr>
          <p:nvPr/>
        </p:nvCxnSpPr>
        <p:spPr>
          <a:xfrm flipV="1">
            <a:off x="9837373" y="3824000"/>
            <a:ext cx="1220349" cy="654972"/>
          </a:xfrm>
          <a:prstGeom prst="line">
            <a:avLst/>
          </a:prstGeom>
        </p:spPr>
        <p:style>
          <a:lnRef idx="3">
            <a:schemeClr val="accent1"/>
          </a:lnRef>
          <a:fillRef idx="0">
            <a:schemeClr val="accent1"/>
          </a:fillRef>
          <a:effectRef idx="2">
            <a:schemeClr val="accent1"/>
          </a:effectRef>
          <a:fontRef idx="minor">
            <a:schemeClr val="tx1"/>
          </a:fontRef>
        </p:style>
      </p:cxnSp>
      <p:cxnSp>
        <p:nvCxnSpPr>
          <p:cNvPr id="47" name="Straight Connector 46">
            <a:extLst>
              <a:ext uri="{FF2B5EF4-FFF2-40B4-BE49-F238E27FC236}">
                <a16:creationId xmlns:a16="http://schemas.microsoft.com/office/drawing/2014/main" id="{324D3735-7215-9FDE-DAE8-2E5397236CCA}"/>
              </a:ext>
            </a:extLst>
          </p:cNvPr>
          <p:cNvCxnSpPr>
            <a:cxnSpLocks/>
          </p:cNvCxnSpPr>
          <p:nvPr/>
        </p:nvCxnSpPr>
        <p:spPr>
          <a:xfrm flipV="1">
            <a:off x="9837373" y="3984843"/>
            <a:ext cx="1454030" cy="734515"/>
          </a:xfrm>
          <a:prstGeom prst="line">
            <a:avLst/>
          </a:prstGeom>
        </p:spPr>
        <p:style>
          <a:lnRef idx="3">
            <a:schemeClr val="accent1"/>
          </a:lnRef>
          <a:fillRef idx="0">
            <a:schemeClr val="accent1"/>
          </a:fillRef>
          <a:effectRef idx="2">
            <a:schemeClr val="accent1"/>
          </a:effectRef>
          <a:fontRef idx="minor">
            <a:schemeClr val="tx1"/>
          </a:fontRef>
        </p:style>
      </p:cxnSp>
      <p:cxnSp>
        <p:nvCxnSpPr>
          <p:cNvPr id="48" name="Straight Connector 47">
            <a:extLst>
              <a:ext uri="{FF2B5EF4-FFF2-40B4-BE49-F238E27FC236}">
                <a16:creationId xmlns:a16="http://schemas.microsoft.com/office/drawing/2014/main" id="{88C99199-7B39-1B39-D036-4273D8DC1B82}"/>
              </a:ext>
            </a:extLst>
          </p:cNvPr>
          <p:cNvCxnSpPr>
            <a:cxnSpLocks/>
          </p:cNvCxnSpPr>
          <p:nvPr/>
        </p:nvCxnSpPr>
        <p:spPr>
          <a:xfrm flipV="1">
            <a:off x="9798887" y="4278892"/>
            <a:ext cx="1465965" cy="625521"/>
          </a:xfrm>
          <a:prstGeom prst="line">
            <a:avLst/>
          </a:prstGeom>
        </p:spPr>
        <p:style>
          <a:lnRef idx="3">
            <a:schemeClr val="accent1"/>
          </a:lnRef>
          <a:fillRef idx="0">
            <a:schemeClr val="accent1"/>
          </a:fillRef>
          <a:effectRef idx="2">
            <a:schemeClr val="accent1"/>
          </a:effectRef>
          <a:fontRef idx="minor">
            <a:schemeClr val="tx1"/>
          </a:fontRef>
        </p:style>
      </p:cxnSp>
      <p:cxnSp>
        <p:nvCxnSpPr>
          <p:cNvPr id="49" name="Straight Connector 48">
            <a:extLst>
              <a:ext uri="{FF2B5EF4-FFF2-40B4-BE49-F238E27FC236}">
                <a16:creationId xmlns:a16="http://schemas.microsoft.com/office/drawing/2014/main" id="{5C9E3340-BBA6-57DA-AADA-CD09AE0932F9}"/>
              </a:ext>
            </a:extLst>
          </p:cNvPr>
          <p:cNvCxnSpPr>
            <a:cxnSpLocks/>
          </p:cNvCxnSpPr>
          <p:nvPr/>
        </p:nvCxnSpPr>
        <p:spPr>
          <a:xfrm flipV="1">
            <a:off x="9951287" y="4431292"/>
            <a:ext cx="1465965" cy="625521"/>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18618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42E0C-3DB6-669F-6A59-DBA8E7053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9A6EA-F5A7-FFCF-69F3-BFE04FEA7720}"/>
              </a:ext>
            </a:extLst>
          </p:cNvPr>
          <p:cNvSpPr>
            <a:spLocks noGrp="1"/>
          </p:cNvSpPr>
          <p:nvPr>
            <p:ph type="title"/>
          </p:nvPr>
        </p:nvSpPr>
        <p:spPr/>
        <p:txBody>
          <a:bodyPr/>
          <a:lstStyle/>
          <a:p>
            <a:r>
              <a:rPr lang="en-US" sz="4800" dirty="0">
                <a:latin typeface="Arial" panose="020B0604020202020204" pitchFamily="34" charset="0"/>
                <a:cs typeface="Arial" panose="020B0604020202020204" pitchFamily="34" charset="0"/>
              </a:rPr>
              <a:t>Example : Get the Value of I after applying alpha beta algorithm</a:t>
            </a:r>
            <a:endParaRPr lang="en-US" dirty="0"/>
          </a:p>
        </p:txBody>
      </p:sp>
      <p:pic>
        <p:nvPicPr>
          <p:cNvPr id="5" name="Content Placeholder 4" descr="A screenshot of a computer&#10;&#10;Description automatically generated">
            <a:extLst>
              <a:ext uri="{FF2B5EF4-FFF2-40B4-BE49-F238E27FC236}">
                <a16:creationId xmlns:a16="http://schemas.microsoft.com/office/drawing/2014/main" id="{DBFF482E-C64E-075E-593B-398DD58039C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296238" y="2190540"/>
            <a:ext cx="9078682" cy="4190163"/>
          </a:xfrm>
        </p:spPr>
      </p:pic>
    </p:spTree>
    <p:extLst>
      <p:ext uri="{BB962C8B-B14F-4D97-AF65-F5344CB8AC3E}">
        <p14:creationId xmlns:p14="http://schemas.microsoft.com/office/powerpoint/2010/main" val="8122466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C0778-2B28-2809-7A0A-7DCBD5F90B86}"/>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0A4BC475-B24D-B4A5-E2C2-8838E41F383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9DB81E69-409A-09B3-5882-226E4C072360}"/>
              </a:ext>
            </a:extLst>
          </p:cNvPr>
          <p:cNvSpPr txBox="1"/>
          <p:nvPr/>
        </p:nvSpPr>
        <p:spPr>
          <a:xfrm>
            <a:off x="5194326" y="88981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3" name="TextBox 2">
            <a:extLst>
              <a:ext uri="{FF2B5EF4-FFF2-40B4-BE49-F238E27FC236}">
                <a16:creationId xmlns:a16="http://schemas.microsoft.com/office/drawing/2014/main" id="{1C05F390-4B71-BE28-751F-9713D507DA5B}"/>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4" name="TextBox 3">
            <a:extLst>
              <a:ext uri="{FF2B5EF4-FFF2-40B4-BE49-F238E27FC236}">
                <a16:creationId xmlns:a16="http://schemas.microsoft.com/office/drawing/2014/main" id="{5EB1D4C4-0A01-262E-15CF-3661A3879FBE}"/>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5" name="TextBox 4">
            <a:extLst>
              <a:ext uri="{FF2B5EF4-FFF2-40B4-BE49-F238E27FC236}">
                <a16:creationId xmlns:a16="http://schemas.microsoft.com/office/drawing/2014/main" id="{B695C418-0904-E62A-B5A0-D641BC8AF645}"/>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6" name="TextBox 5">
            <a:extLst>
              <a:ext uri="{FF2B5EF4-FFF2-40B4-BE49-F238E27FC236}">
                <a16:creationId xmlns:a16="http://schemas.microsoft.com/office/drawing/2014/main" id="{2D145191-F603-067A-25E0-9663229CBB6D}"/>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7" name="TextBox 6">
            <a:extLst>
              <a:ext uri="{FF2B5EF4-FFF2-40B4-BE49-F238E27FC236}">
                <a16:creationId xmlns:a16="http://schemas.microsoft.com/office/drawing/2014/main" id="{B3F67BA7-FC1D-F857-91DD-D7D53E339237}"/>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9C1E6F94-FF8B-FB2A-9FFB-8AEE17B49DAE}"/>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5294ACD3-520E-52C0-9B96-1061E7ED8AA2}"/>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98C2871C-49F4-4995-8F6B-764EB1CC9D9D}"/>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920C8C73-F057-7109-DAFF-C8981D68E6E5}"/>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Tree>
    <p:extLst>
      <p:ext uri="{BB962C8B-B14F-4D97-AF65-F5344CB8AC3E}">
        <p14:creationId xmlns:p14="http://schemas.microsoft.com/office/powerpoint/2010/main" val="9957421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56B67-AFE4-32E8-59BC-7E92C1B8D6FB}"/>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707B221F-568B-A408-0A60-FFDC72A5FC8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5586386F-CE46-FDF6-9A52-559979717E2D}"/>
              </a:ext>
            </a:extLst>
          </p:cNvPr>
          <p:cNvSpPr txBox="1"/>
          <p:nvPr/>
        </p:nvSpPr>
        <p:spPr>
          <a:xfrm>
            <a:off x="5194326" y="88981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3" name="TextBox 2">
            <a:extLst>
              <a:ext uri="{FF2B5EF4-FFF2-40B4-BE49-F238E27FC236}">
                <a16:creationId xmlns:a16="http://schemas.microsoft.com/office/drawing/2014/main" id="{B125AD53-D2AD-C149-227E-E8CA1AD82A79}"/>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5412A332-8745-321C-889C-7CF2BD891183}"/>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5" name="TextBox 4">
            <a:extLst>
              <a:ext uri="{FF2B5EF4-FFF2-40B4-BE49-F238E27FC236}">
                <a16:creationId xmlns:a16="http://schemas.microsoft.com/office/drawing/2014/main" id="{A21A3975-A6E3-3D91-A6BC-850CD2C2A8E6}"/>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6" name="TextBox 5">
            <a:extLst>
              <a:ext uri="{FF2B5EF4-FFF2-40B4-BE49-F238E27FC236}">
                <a16:creationId xmlns:a16="http://schemas.microsoft.com/office/drawing/2014/main" id="{47C0F9A6-4F09-E398-A025-9325492AE173}"/>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7" name="TextBox 6">
            <a:extLst>
              <a:ext uri="{FF2B5EF4-FFF2-40B4-BE49-F238E27FC236}">
                <a16:creationId xmlns:a16="http://schemas.microsoft.com/office/drawing/2014/main" id="{AE113C2D-6590-C7EB-D2E1-EB3EEBD6A73B}"/>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3C291EC3-CA09-F26C-45EE-6AF5BE701703}"/>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5083CD6C-78F1-550F-9E52-6B4804A8B7B5}"/>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2B50FCDF-84F7-6EFD-2E9A-083EC96BAE36}"/>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60F79315-A7D4-39EC-8711-C54ACC324254}"/>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810EA172-C724-CCD5-5568-48F07F8F09D4}"/>
              </a:ext>
            </a:extLst>
          </p:cNvPr>
          <p:cNvSpPr/>
          <p:nvPr/>
        </p:nvSpPr>
        <p:spPr>
          <a:xfrm>
            <a:off x="2901311" y="310207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0E2A30B4-701E-E79D-F643-F28C69558270}"/>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F1D82A35-60EB-0CE6-47DA-2AE29052BFE0}"/>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BFAD570B-C121-D8E1-4F95-974606341152}"/>
              </a:ext>
            </a:extLst>
          </p:cNvPr>
          <p:cNvSpPr/>
          <p:nvPr/>
        </p:nvSpPr>
        <p:spPr>
          <a:xfrm>
            <a:off x="1262226" y="5118775"/>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18123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8CD9E-FEB7-4268-8444-6E504AB3E0B9}"/>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B241C9C8-B8EF-242C-62C2-B5A24926105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FD41A7EE-9C68-214C-BDE3-C456299C0397}"/>
              </a:ext>
            </a:extLst>
          </p:cNvPr>
          <p:cNvSpPr txBox="1"/>
          <p:nvPr/>
        </p:nvSpPr>
        <p:spPr>
          <a:xfrm>
            <a:off x="5194326" y="88981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3" name="TextBox 2">
            <a:extLst>
              <a:ext uri="{FF2B5EF4-FFF2-40B4-BE49-F238E27FC236}">
                <a16:creationId xmlns:a16="http://schemas.microsoft.com/office/drawing/2014/main" id="{A9C0D0FC-C3C6-E5D1-5182-5BFF7150F32F}"/>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986F3B2B-4962-46B6-FD44-5E80102EC7AE}"/>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5" name="TextBox 4">
            <a:extLst>
              <a:ext uri="{FF2B5EF4-FFF2-40B4-BE49-F238E27FC236}">
                <a16:creationId xmlns:a16="http://schemas.microsoft.com/office/drawing/2014/main" id="{A149C8D4-EB14-55B4-A215-F37F6B8E90A9}"/>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6" name="TextBox 5">
            <a:extLst>
              <a:ext uri="{FF2B5EF4-FFF2-40B4-BE49-F238E27FC236}">
                <a16:creationId xmlns:a16="http://schemas.microsoft.com/office/drawing/2014/main" id="{A4BC6EF7-D384-FE37-DE34-02864B306501}"/>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7" name="TextBox 6">
            <a:extLst>
              <a:ext uri="{FF2B5EF4-FFF2-40B4-BE49-F238E27FC236}">
                <a16:creationId xmlns:a16="http://schemas.microsoft.com/office/drawing/2014/main" id="{0630A8FB-5F91-1EC4-C27E-05C60FF90ED0}"/>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344F7148-D0C7-CF4F-DDE2-59FBF292DAA8}"/>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555E2FC0-0A00-8B18-1F0B-AE7E55E10492}"/>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36F95443-E660-338F-9A7E-2C2FBEA317E6}"/>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A85A379A-5DD6-0A91-259F-ABDCFAB3F700}"/>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380F2DE1-53B6-6BDC-5C93-4D64F14921B9}"/>
              </a:ext>
            </a:extLst>
          </p:cNvPr>
          <p:cNvSpPr/>
          <p:nvPr/>
        </p:nvSpPr>
        <p:spPr>
          <a:xfrm>
            <a:off x="2901311" y="310207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56A87370-FEF1-1443-0629-71F0236FDB82}"/>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BB3C1F48-2815-4A92-8CD0-6BA02A664260}"/>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CE43AD2B-46B1-BD15-B2CC-184665416704}"/>
              </a:ext>
            </a:extLst>
          </p:cNvPr>
          <p:cNvSpPr/>
          <p:nvPr/>
        </p:nvSpPr>
        <p:spPr>
          <a:xfrm>
            <a:off x="1733341" y="5072823"/>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F0B36A2F-CEFE-1F42-56EC-2BD0BFA2E1C4}"/>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232212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8805E-3FAD-CA62-F24A-8A54C6C01ADF}"/>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80B2ECC3-2E6B-A8B1-A71A-BEC99DB7875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212DDF75-98C6-6F8C-1629-3848158A87C5}"/>
              </a:ext>
            </a:extLst>
          </p:cNvPr>
          <p:cNvSpPr txBox="1"/>
          <p:nvPr/>
        </p:nvSpPr>
        <p:spPr>
          <a:xfrm>
            <a:off x="5194326" y="88981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3" name="TextBox 2">
            <a:extLst>
              <a:ext uri="{FF2B5EF4-FFF2-40B4-BE49-F238E27FC236}">
                <a16:creationId xmlns:a16="http://schemas.microsoft.com/office/drawing/2014/main" id="{0C855B48-CD3B-CD44-7F3B-BE2589AE9AEA}"/>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B05BE74B-3D12-E18C-3936-D0D5211F1D4F}"/>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5" name="TextBox 4">
            <a:extLst>
              <a:ext uri="{FF2B5EF4-FFF2-40B4-BE49-F238E27FC236}">
                <a16:creationId xmlns:a16="http://schemas.microsoft.com/office/drawing/2014/main" id="{56B5D2FD-41F5-9226-FE03-1785F3EEE8FC}"/>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6" name="TextBox 5">
            <a:extLst>
              <a:ext uri="{FF2B5EF4-FFF2-40B4-BE49-F238E27FC236}">
                <a16:creationId xmlns:a16="http://schemas.microsoft.com/office/drawing/2014/main" id="{D444A79F-EA46-7B15-8BA5-A62C15E25CB2}"/>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7" name="TextBox 6">
            <a:extLst>
              <a:ext uri="{FF2B5EF4-FFF2-40B4-BE49-F238E27FC236}">
                <a16:creationId xmlns:a16="http://schemas.microsoft.com/office/drawing/2014/main" id="{7CAE5463-697C-F032-B9AE-9D06E907972D}"/>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D02E51C1-0A13-FE6B-6157-A852C72C3336}"/>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0A271E7E-D245-D5F3-02C3-04A775FE9E21}"/>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F2D3608C-47DB-D6A9-89E7-75C1229E6E28}"/>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0BBCC33B-C5C1-4C4A-011F-313F10A41AAB}"/>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E85333B4-B735-8B17-B207-C4EBB5F7E027}"/>
              </a:ext>
            </a:extLst>
          </p:cNvPr>
          <p:cNvSpPr/>
          <p:nvPr/>
        </p:nvSpPr>
        <p:spPr>
          <a:xfrm>
            <a:off x="2901311" y="310207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861233F4-7FCB-F852-55B7-93A56D596072}"/>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C90CA760-A772-D520-E25B-8414DFF37CEC}"/>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F9E6C8A2-A91A-B92E-9C5A-E9F85A24E7DF}"/>
              </a:ext>
            </a:extLst>
          </p:cNvPr>
          <p:cNvSpPr/>
          <p:nvPr/>
        </p:nvSpPr>
        <p:spPr>
          <a:xfrm>
            <a:off x="2248906" y="5060731"/>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ECEE4C55-148D-6DA4-008A-C48CF30E5181}"/>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851055C6-003F-4E8A-51C2-CC0B73D24A3A}"/>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745935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4F0B6-30E2-AD7E-8BBB-92A58F270352}"/>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14F92483-D66F-85AC-15F9-A21A4D0077E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052FD920-198F-7BF6-6CF3-FAAE64AA3F7D}"/>
              </a:ext>
            </a:extLst>
          </p:cNvPr>
          <p:cNvSpPr txBox="1"/>
          <p:nvPr/>
        </p:nvSpPr>
        <p:spPr>
          <a:xfrm>
            <a:off x="5194326" y="88981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3" name="TextBox 2">
            <a:extLst>
              <a:ext uri="{FF2B5EF4-FFF2-40B4-BE49-F238E27FC236}">
                <a16:creationId xmlns:a16="http://schemas.microsoft.com/office/drawing/2014/main" id="{7BBABBEC-B0CA-C8B3-8156-2D7F95EB1774}"/>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0671EF94-CE71-16C8-5547-1DBB49A50D5B}"/>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5" name="TextBox 4">
            <a:extLst>
              <a:ext uri="{FF2B5EF4-FFF2-40B4-BE49-F238E27FC236}">
                <a16:creationId xmlns:a16="http://schemas.microsoft.com/office/drawing/2014/main" id="{B414B117-7D0A-1DBA-3ED0-E7BB00C448D2}"/>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6" name="TextBox 5">
            <a:extLst>
              <a:ext uri="{FF2B5EF4-FFF2-40B4-BE49-F238E27FC236}">
                <a16:creationId xmlns:a16="http://schemas.microsoft.com/office/drawing/2014/main" id="{E9B33D93-F53C-1A01-0AB4-B6102278D6C5}"/>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7" name="TextBox 6">
            <a:extLst>
              <a:ext uri="{FF2B5EF4-FFF2-40B4-BE49-F238E27FC236}">
                <a16:creationId xmlns:a16="http://schemas.microsoft.com/office/drawing/2014/main" id="{BC098128-F642-D6AD-C1B5-2EE756088DED}"/>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0F52BA6A-0775-2940-5BB4-F33723040A86}"/>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A2662255-A586-29A6-A601-8C73EFF4ED40}"/>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endParaRPr lang="en-GB" sz="2400" dirty="0"/>
          </a:p>
        </p:txBody>
      </p:sp>
      <p:sp>
        <p:nvSpPr>
          <p:cNvPr id="10" name="TextBox 9">
            <a:extLst>
              <a:ext uri="{FF2B5EF4-FFF2-40B4-BE49-F238E27FC236}">
                <a16:creationId xmlns:a16="http://schemas.microsoft.com/office/drawing/2014/main" id="{75186CEC-1DAD-0F33-712B-0E6A581B128F}"/>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EF98A809-8A70-8497-8464-4952A83E77E2}"/>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604F0340-3530-3E3E-8878-950B58EE7AEF}"/>
              </a:ext>
            </a:extLst>
          </p:cNvPr>
          <p:cNvSpPr/>
          <p:nvPr/>
        </p:nvSpPr>
        <p:spPr>
          <a:xfrm>
            <a:off x="2257980" y="508213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B734A976-9D27-D221-B270-17B77516DA0F}"/>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7EB1EF79-DB56-5D03-8FCD-50AAB50141BD}"/>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A440813D-F4A8-3E4B-64B6-9EE847E8AF42}"/>
              </a:ext>
            </a:extLst>
          </p:cNvPr>
          <p:cNvSpPr/>
          <p:nvPr/>
        </p:nvSpPr>
        <p:spPr>
          <a:xfrm>
            <a:off x="2855108" y="3097162"/>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FCDF76E7-1CE8-5965-37DA-D39F09DF6415}"/>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173444E4-3199-3889-3B04-7BFAE62B72E7}"/>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59686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49792-90B7-AD0E-7CB6-7999EBAB0039}"/>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4DFE0708-2DE6-59A9-2FCF-AD4C66E7AC6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C1C63B47-6B83-5A81-AA8C-4E88D8A3A741}"/>
              </a:ext>
            </a:extLst>
          </p:cNvPr>
          <p:cNvSpPr txBox="1"/>
          <p:nvPr/>
        </p:nvSpPr>
        <p:spPr>
          <a:xfrm>
            <a:off x="5194326" y="88981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3" name="TextBox 2">
            <a:extLst>
              <a:ext uri="{FF2B5EF4-FFF2-40B4-BE49-F238E27FC236}">
                <a16:creationId xmlns:a16="http://schemas.microsoft.com/office/drawing/2014/main" id="{9EFB37D9-3149-7F65-FD34-2F66A47E6841}"/>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1549D151-8B0A-366A-E3FB-041BDB3AC442}"/>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p>
        </p:txBody>
      </p:sp>
      <p:sp>
        <p:nvSpPr>
          <p:cNvPr id="5" name="TextBox 4">
            <a:extLst>
              <a:ext uri="{FF2B5EF4-FFF2-40B4-BE49-F238E27FC236}">
                <a16:creationId xmlns:a16="http://schemas.microsoft.com/office/drawing/2014/main" id="{8DFE8044-2BCD-F06E-DAE7-871CD7642FC4}"/>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6" name="TextBox 5">
            <a:extLst>
              <a:ext uri="{FF2B5EF4-FFF2-40B4-BE49-F238E27FC236}">
                <a16:creationId xmlns:a16="http://schemas.microsoft.com/office/drawing/2014/main" id="{13E21EC7-CEF8-7615-4538-7DAA03A5B3F3}"/>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7" name="TextBox 6">
            <a:extLst>
              <a:ext uri="{FF2B5EF4-FFF2-40B4-BE49-F238E27FC236}">
                <a16:creationId xmlns:a16="http://schemas.microsoft.com/office/drawing/2014/main" id="{1199B246-DF7E-B2FB-47DB-4D01BC880EE5}"/>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70A0E57D-8BB1-E750-5022-EB339EA9B96B}"/>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B4BD1377-36CE-6E58-26F3-1936E2683250}"/>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endParaRPr lang="en-GB" sz="2400" dirty="0"/>
          </a:p>
        </p:txBody>
      </p:sp>
      <p:sp>
        <p:nvSpPr>
          <p:cNvPr id="10" name="TextBox 9">
            <a:extLst>
              <a:ext uri="{FF2B5EF4-FFF2-40B4-BE49-F238E27FC236}">
                <a16:creationId xmlns:a16="http://schemas.microsoft.com/office/drawing/2014/main" id="{FB45C45E-81F8-4BCC-D0EE-76C054E57BB5}"/>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CC729F22-469F-8EF8-8C7F-605355545849}"/>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E4EE2B05-ADB9-38AE-84F8-E89E3713B410}"/>
              </a:ext>
            </a:extLst>
          </p:cNvPr>
          <p:cNvSpPr/>
          <p:nvPr/>
        </p:nvSpPr>
        <p:spPr>
          <a:xfrm>
            <a:off x="2257980" y="508213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537C9572-DB6C-6A6B-7682-E6384C343921}"/>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1AF529BD-93B6-7CDF-42F9-73DB870E447B}"/>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EAA29545-49D3-A35F-5576-61E3ACB2846A}"/>
              </a:ext>
            </a:extLst>
          </p:cNvPr>
          <p:cNvSpPr/>
          <p:nvPr/>
        </p:nvSpPr>
        <p:spPr>
          <a:xfrm>
            <a:off x="2743958" y="5103545"/>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7844ECB3-E795-43AA-E4B4-93C8177415CE}"/>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0961F5D7-9AB7-3286-FA07-1544E09F8ECE}"/>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554B13F4-113F-557A-C8AE-7177E3E5E592}"/>
              </a:ext>
            </a:extLst>
          </p:cNvPr>
          <p:cNvSpPr/>
          <p:nvPr/>
        </p:nvSpPr>
        <p:spPr>
          <a:xfrm>
            <a:off x="2951565" y="30798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D00E5256-626E-650B-9EC2-B909B4258CDC}"/>
              </a:ext>
            </a:extLst>
          </p:cNvPr>
          <p:cNvSpPr/>
          <p:nvPr/>
        </p:nvSpPr>
        <p:spPr>
          <a:xfrm>
            <a:off x="411572" y="343990"/>
            <a:ext cx="2954215" cy="129821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a:t>
            </a:r>
          </a:p>
          <a:p>
            <a:pPr algn="ctr"/>
            <a:r>
              <a:rPr lang="el-GR" sz="2400" dirty="0">
                <a:solidFill>
                  <a:srgbClr val="FF0000"/>
                </a:solidFill>
              </a:rPr>
              <a:t>α</a:t>
            </a:r>
            <a:r>
              <a:rPr lang="en-US" sz="2400" dirty="0">
                <a:solidFill>
                  <a:srgbClr val="FF0000"/>
                </a:solidFill>
              </a:rPr>
              <a:t> &gt;= </a:t>
            </a:r>
            <a:r>
              <a:rPr lang="el-GR" sz="2400" dirty="0">
                <a:solidFill>
                  <a:srgbClr val="FF0000"/>
                </a:solidFill>
              </a:rPr>
              <a:t>β</a:t>
            </a:r>
            <a:endParaRPr lang="en-US" sz="2400"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latin typeface="Avenir Next LT Pro" panose="020F0502020204030204"/>
              </a:rPr>
              <a:t>5</a:t>
            </a:r>
            <a:r>
              <a:rPr kumimoji="0" lang="en-US" sz="2400" b="0" i="0" u="none" strike="noStrike" kern="1200" cap="none" spc="0" normalizeH="0" baseline="0" noProof="0" dirty="0">
                <a:ln>
                  <a:noFill/>
                </a:ln>
                <a:solidFill>
                  <a:srgbClr val="FF0000"/>
                </a:solidFill>
                <a:effectLst/>
                <a:uLnTx/>
                <a:uFillTx/>
                <a:latin typeface="Avenir Next LT Pro" panose="020F0502020204030204"/>
                <a:ea typeface="+mn-ea"/>
                <a:cs typeface="+mn-cs"/>
              </a:rPr>
              <a:t> &gt;= </a:t>
            </a:r>
            <a:r>
              <a:rPr lang="en-US" sz="2400" dirty="0">
                <a:solidFill>
                  <a:srgbClr val="FF0000"/>
                </a:solidFill>
                <a:latin typeface="Avenir Next LT Pro" panose="020F0502020204030204"/>
              </a:rPr>
              <a:t>4</a:t>
            </a:r>
            <a:endParaRPr kumimoji="0" lang="en-US" sz="2400" b="0" i="0" u="none" strike="noStrike" kern="1200" cap="none" spc="0" normalizeH="0" baseline="0" noProof="0" dirty="0">
              <a:ln>
                <a:noFill/>
              </a:ln>
              <a:solidFill>
                <a:srgbClr val="FF0000"/>
              </a:solidFill>
              <a:effectLst/>
              <a:uLnTx/>
              <a:uFillTx/>
              <a:latin typeface="Avenir Next LT Pro" panose="020F0502020204030204"/>
              <a:ea typeface="+mn-ea"/>
              <a:cs typeface="+mn-cs"/>
            </a:endParaRPr>
          </a:p>
          <a:p>
            <a:pPr algn="ctr"/>
            <a:endParaRPr lang="en-US" dirty="0"/>
          </a:p>
        </p:txBody>
      </p:sp>
      <p:sp>
        <p:nvSpPr>
          <p:cNvPr id="21" name="Oval 20">
            <a:extLst>
              <a:ext uri="{FF2B5EF4-FFF2-40B4-BE49-F238E27FC236}">
                <a16:creationId xmlns:a16="http://schemas.microsoft.com/office/drawing/2014/main" id="{1E25A356-A8AC-3349-3C47-E0C7FF37FCC2}"/>
              </a:ext>
            </a:extLst>
          </p:cNvPr>
          <p:cNvSpPr/>
          <p:nvPr/>
        </p:nvSpPr>
        <p:spPr>
          <a:xfrm>
            <a:off x="2818885" y="4339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305345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80632-77C0-A820-875F-304E77761497}"/>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9A28DC21-527C-B9DF-57E9-EA0BFCEA97B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2AFE069F-A843-F283-4D11-D4B3C961D16C}"/>
              </a:ext>
            </a:extLst>
          </p:cNvPr>
          <p:cNvSpPr txBox="1"/>
          <p:nvPr/>
        </p:nvSpPr>
        <p:spPr>
          <a:xfrm>
            <a:off x="5194326" y="88981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3" name="TextBox 2">
            <a:extLst>
              <a:ext uri="{FF2B5EF4-FFF2-40B4-BE49-F238E27FC236}">
                <a16:creationId xmlns:a16="http://schemas.microsoft.com/office/drawing/2014/main" id="{A9ADD90E-18D4-28AB-11D4-B20F39F527B8}"/>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9FED8F66-C391-AE03-E855-F3F511A0A0D3}"/>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p>
        </p:txBody>
      </p:sp>
      <p:sp>
        <p:nvSpPr>
          <p:cNvPr id="5" name="TextBox 4">
            <a:extLst>
              <a:ext uri="{FF2B5EF4-FFF2-40B4-BE49-F238E27FC236}">
                <a16:creationId xmlns:a16="http://schemas.microsoft.com/office/drawing/2014/main" id="{6340F4AE-DBD4-DB28-045A-A47F522026CA}"/>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6" name="TextBox 5">
            <a:extLst>
              <a:ext uri="{FF2B5EF4-FFF2-40B4-BE49-F238E27FC236}">
                <a16:creationId xmlns:a16="http://schemas.microsoft.com/office/drawing/2014/main" id="{D237ADC0-0299-DFC4-32DF-EF42CBC69337}"/>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7" name="TextBox 6">
            <a:extLst>
              <a:ext uri="{FF2B5EF4-FFF2-40B4-BE49-F238E27FC236}">
                <a16:creationId xmlns:a16="http://schemas.microsoft.com/office/drawing/2014/main" id="{DEC91CA6-1718-684E-1BF7-1D4EB35E9D5A}"/>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6C7D6A72-F4AA-7036-AAD1-D3218E1DAD5F}"/>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6F139243-B083-6509-A085-398A8B705E35}"/>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endParaRPr lang="en-GB" sz="2400" dirty="0"/>
          </a:p>
        </p:txBody>
      </p:sp>
      <p:sp>
        <p:nvSpPr>
          <p:cNvPr id="10" name="TextBox 9">
            <a:extLst>
              <a:ext uri="{FF2B5EF4-FFF2-40B4-BE49-F238E27FC236}">
                <a16:creationId xmlns:a16="http://schemas.microsoft.com/office/drawing/2014/main" id="{4218ADA7-6BC9-7A7E-A9B7-FDFCFF73051B}"/>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023270AC-A12A-6B93-45EF-A7CA885938EF}"/>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DCB31D81-8020-E823-B4E2-751BAD808296}"/>
              </a:ext>
            </a:extLst>
          </p:cNvPr>
          <p:cNvSpPr/>
          <p:nvPr/>
        </p:nvSpPr>
        <p:spPr>
          <a:xfrm>
            <a:off x="2257980" y="508213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5E2BB55E-7BA6-567D-9FB5-FA0F91621846}"/>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B9011CAF-1232-2533-5C2B-3693E41580AE}"/>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BA3482BA-B536-AD51-7C83-642E1BEA7E77}"/>
              </a:ext>
            </a:extLst>
          </p:cNvPr>
          <p:cNvSpPr/>
          <p:nvPr/>
        </p:nvSpPr>
        <p:spPr>
          <a:xfrm>
            <a:off x="2743958" y="5103545"/>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F0C83ED5-87B2-E744-13B3-0132D34D8D61}"/>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195AAE36-CE23-D997-D8F3-1A2BABB9D681}"/>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ED1AFAD6-6568-4E97-91E8-DF07C6A0698C}"/>
              </a:ext>
            </a:extLst>
          </p:cNvPr>
          <p:cNvSpPr/>
          <p:nvPr/>
        </p:nvSpPr>
        <p:spPr>
          <a:xfrm>
            <a:off x="2951565" y="30798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446B15CF-171F-6179-BD19-532C1E1FA323}"/>
              </a:ext>
            </a:extLst>
          </p:cNvPr>
          <p:cNvSpPr/>
          <p:nvPr/>
        </p:nvSpPr>
        <p:spPr>
          <a:xfrm>
            <a:off x="411572" y="343990"/>
            <a:ext cx="2954215" cy="129821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a:t>
            </a:r>
          </a:p>
          <a:p>
            <a:pPr algn="ctr"/>
            <a:r>
              <a:rPr lang="el-GR" sz="2400" dirty="0">
                <a:solidFill>
                  <a:srgbClr val="FF0000"/>
                </a:solidFill>
              </a:rPr>
              <a:t>α</a:t>
            </a:r>
            <a:r>
              <a:rPr lang="en-US" sz="2400" dirty="0">
                <a:solidFill>
                  <a:srgbClr val="FF0000"/>
                </a:solidFill>
              </a:rPr>
              <a:t> &gt;= </a:t>
            </a:r>
            <a:r>
              <a:rPr lang="el-GR" sz="2400" dirty="0">
                <a:solidFill>
                  <a:srgbClr val="FF0000"/>
                </a:solidFill>
              </a:rPr>
              <a:t>β</a:t>
            </a:r>
            <a:endParaRPr lang="en-US" sz="2400"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latin typeface="Avenir Next LT Pro" panose="020F0502020204030204"/>
              </a:rPr>
              <a:t>5</a:t>
            </a:r>
            <a:r>
              <a:rPr kumimoji="0" lang="en-US" sz="2400" b="0" i="0" u="none" strike="noStrike" kern="1200" cap="none" spc="0" normalizeH="0" baseline="0" noProof="0" dirty="0">
                <a:ln>
                  <a:noFill/>
                </a:ln>
                <a:solidFill>
                  <a:srgbClr val="FF0000"/>
                </a:solidFill>
                <a:effectLst/>
                <a:uLnTx/>
                <a:uFillTx/>
                <a:latin typeface="Avenir Next LT Pro" panose="020F0502020204030204"/>
                <a:ea typeface="+mn-ea"/>
                <a:cs typeface="+mn-cs"/>
              </a:rPr>
              <a:t> &gt;= </a:t>
            </a:r>
            <a:r>
              <a:rPr lang="en-US" sz="2400" dirty="0">
                <a:solidFill>
                  <a:srgbClr val="FF0000"/>
                </a:solidFill>
                <a:latin typeface="Avenir Next LT Pro" panose="020F0502020204030204"/>
              </a:rPr>
              <a:t>4</a:t>
            </a:r>
            <a:endParaRPr kumimoji="0" lang="en-US" sz="2400" b="0" i="0" u="none" strike="noStrike" kern="1200" cap="none" spc="0" normalizeH="0" baseline="0" noProof="0" dirty="0">
              <a:ln>
                <a:noFill/>
              </a:ln>
              <a:solidFill>
                <a:srgbClr val="FF0000"/>
              </a:solidFill>
              <a:effectLst/>
              <a:uLnTx/>
              <a:uFillTx/>
              <a:latin typeface="Avenir Next LT Pro" panose="020F0502020204030204"/>
              <a:ea typeface="+mn-ea"/>
              <a:cs typeface="+mn-cs"/>
            </a:endParaRPr>
          </a:p>
          <a:p>
            <a:pPr algn="ctr"/>
            <a:endParaRPr lang="en-US" dirty="0"/>
          </a:p>
        </p:txBody>
      </p:sp>
      <p:cxnSp>
        <p:nvCxnSpPr>
          <p:cNvPr id="23" name="Straight Connector 22">
            <a:extLst>
              <a:ext uri="{FF2B5EF4-FFF2-40B4-BE49-F238E27FC236}">
                <a16:creationId xmlns:a16="http://schemas.microsoft.com/office/drawing/2014/main" id="{EFA9E7D8-BD60-C50C-45AE-30ED5E020093}"/>
              </a:ext>
            </a:extLst>
          </p:cNvPr>
          <p:cNvCxnSpPr>
            <a:cxnSpLocks/>
          </p:cNvCxnSpPr>
          <p:nvPr/>
        </p:nvCxnSpPr>
        <p:spPr>
          <a:xfrm flipV="1">
            <a:off x="3319588" y="4789363"/>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F3867CAE-27EE-FE48-05E6-88233046B5FF}"/>
              </a:ext>
            </a:extLst>
          </p:cNvPr>
          <p:cNvCxnSpPr>
            <a:cxnSpLocks/>
          </p:cNvCxnSpPr>
          <p:nvPr/>
        </p:nvCxnSpPr>
        <p:spPr>
          <a:xfrm flipV="1">
            <a:off x="3319588" y="5050535"/>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C32B426D-7849-F736-790E-EA776F09AC8F}"/>
              </a:ext>
            </a:extLst>
          </p:cNvPr>
          <p:cNvCxnSpPr>
            <a:cxnSpLocks/>
          </p:cNvCxnSpPr>
          <p:nvPr/>
        </p:nvCxnSpPr>
        <p:spPr>
          <a:xfrm flipV="1">
            <a:off x="3281102" y="5144648"/>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51" name="Oval 50">
            <a:extLst>
              <a:ext uri="{FF2B5EF4-FFF2-40B4-BE49-F238E27FC236}">
                <a16:creationId xmlns:a16="http://schemas.microsoft.com/office/drawing/2014/main" id="{DCC81EE6-486F-57CC-D475-73A0F8105188}"/>
              </a:ext>
            </a:extLst>
          </p:cNvPr>
          <p:cNvSpPr/>
          <p:nvPr/>
        </p:nvSpPr>
        <p:spPr>
          <a:xfrm>
            <a:off x="2818885" y="4339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496874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4FA85-7D49-FD8F-4A1B-F0D7344D132A}"/>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4B99DEC4-07FF-751A-427B-AEF9A7230D0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DFFCEBA6-D58D-8993-3E6C-B447AC59A687}"/>
              </a:ext>
            </a:extLst>
          </p:cNvPr>
          <p:cNvSpPr txBox="1"/>
          <p:nvPr/>
        </p:nvSpPr>
        <p:spPr>
          <a:xfrm>
            <a:off x="5194326" y="88981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3" name="TextBox 2">
            <a:extLst>
              <a:ext uri="{FF2B5EF4-FFF2-40B4-BE49-F238E27FC236}">
                <a16:creationId xmlns:a16="http://schemas.microsoft.com/office/drawing/2014/main" id="{7BFAF398-9F79-D537-A1AF-769552353F9F}"/>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29768761-6AFC-58B4-9B83-D2EF65C4491D}"/>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p>
        </p:txBody>
      </p:sp>
      <p:sp>
        <p:nvSpPr>
          <p:cNvPr id="5" name="TextBox 4">
            <a:extLst>
              <a:ext uri="{FF2B5EF4-FFF2-40B4-BE49-F238E27FC236}">
                <a16:creationId xmlns:a16="http://schemas.microsoft.com/office/drawing/2014/main" id="{05B63CF8-6CFB-23EB-7EE9-A23E2D100918}"/>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p>
        </p:txBody>
      </p:sp>
      <p:sp>
        <p:nvSpPr>
          <p:cNvPr id="6" name="TextBox 5">
            <a:extLst>
              <a:ext uri="{FF2B5EF4-FFF2-40B4-BE49-F238E27FC236}">
                <a16:creationId xmlns:a16="http://schemas.microsoft.com/office/drawing/2014/main" id="{0A712699-3EFF-91C3-D386-BD247325BDD6}"/>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7" name="TextBox 6">
            <a:extLst>
              <a:ext uri="{FF2B5EF4-FFF2-40B4-BE49-F238E27FC236}">
                <a16:creationId xmlns:a16="http://schemas.microsoft.com/office/drawing/2014/main" id="{7AEDB461-7E98-837A-8A54-B70944EA2C5A}"/>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188B0EBF-5521-1003-C7DD-1F21D5AA91DC}"/>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5D984FF8-1FFA-8870-6AE5-D77CAA4D1EFD}"/>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endParaRPr lang="en-GB" sz="2400" dirty="0"/>
          </a:p>
        </p:txBody>
      </p:sp>
      <p:sp>
        <p:nvSpPr>
          <p:cNvPr id="10" name="TextBox 9">
            <a:extLst>
              <a:ext uri="{FF2B5EF4-FFF2-40B4-BE49-F238E27FC236}">
                <a16:creationId xmlns:a16="http://schemas.microsoft.com/office/drawing/2014/main" id="{B0FE41C3-96C8-B9F9-A5DB-FB0F9231D2F6}"/>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3A02CD4E-B47D-85ED-CB82-E5858E5AC862}"/>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D97A4CBE-F4AD-A27D-0E7D-B46570873DAD}"/>
              </a:ext>
            </a:extLst>
          </p:cNvPr>
          <p:cNvSpPr/>
          <p:nvPr/>
        </p:nvSpPr>
        <p:spPr>
          <a:xfrm>
            <a:off x="2257980" y="508213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BF2576CE-0AE0-093D-617A-B8F1F207A47F}"/>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4B80D54E-87FC-743B-D465-424E6AE7FCEA}"/>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22A8FA2D-FED5-F0E0-6065-3B591D408750}"/>
              </a:ext>
            </a:extLst>
          </p:cNvPr>
          <p:cNvSpPr/>
          <p:nvPr/>
        </p:nvSpPr>
        <p:spPr>
          <a:xfrm>
            <a:off x="4125996" y="5046617"/>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C8377986-F27B-6BA1-FFF6-3FC3B6CF12AA}"/>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06FFAEC8-82C6-6D82-75F9-D28A77064C18}"/>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1C086E6B-550F-814C-C735-6EC8F1951F5F}"/>
              </a:ext>
            </a:extLst>
          </p:cNvPr>
          <p:cNvSpPr/>
          <p:nvPr/>
        </p:nvSpPr>
        <p:spPr>
          <a:xfrm>
            <a:off x="2951565" y="30798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Connector 22">
            <a:extLst>
              <a:ext uri="{FF2B5EF4-FFF2-40B4-BE49-F238E27FC236}">
                <a16:creationId xmlns:a16="http://schemas.microsoft.com/office/drawing/2014/main" id="{4EE26D39-8F02-4B18-60AA-775BF944ED97}"/>
              </a:ext>
            </a:extLst>
          </p:cNvPr>
          <p:cNvCxnSpPr>
            <a:cxnSpLocks/>
          </p:cNvCxnSpPr>
          <p:nvPr/>
        </p:nvCxnSpPr>
        <p:spPr>
          <a:xfrm flipV="1">
            <a:off x="3319588" y="4789363"/>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29F6752A-D537-0641-2BE9-54D629FFCC68}"/>
              </a:ext>
            </a:extLst>
          </p:cNvPr>
          <p:cNvCxnSpPr>
            <a:cxnSpLocks/>
          </p:cNvCxnSpPr>
          <p:nvPr/>
        </p:nvCxnSpPr>
        <p:spPr>
          <a:xfrm flipV="1">
            <a:off x="3319588" y="5050535"/>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DE3B1372-EB3A-EBD0-BBE3-B15506294285}"/>
              </a:ext>
            </a:extLst>
          </p:cNvPr>
          <p:cNvCxnSpPr>
            <a:cxnSpLocks/>
          </p:cNvCxnSpPr>
          <p:nvPr/>
        </p:nvCxnSpPr>
        <p:spPr>
          <a:xfrm flipV="1">
            <a:off x="3281102" y="5144648"/>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21" name="Oval 20">
            <a:extLst>
              <a:ext uri="{FF2B5EF4-FFF2-40B4-BE49-F238E27FC236}">
                <a16:creationId xmlns:a16="http://schemas.microsoft.com/office/drawing/2014/main" id="{515968A4-A8EC-6BCF-B707-C10833AF53A0}"/>
              </a:ext>
            </a:extLst>
          </p:cNvPr>
          <p:cNvSpPr/>
          <p:nvPr/>
        </p:nvSpPr>
        <p:spPr>
          <a:xfrm>
            <a:off x="2752136" y="50956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58F228C3-E4B5-1036-7615-48D185131E94}"/>
              </a:ext>
            </a:extLst>
          </p:cNvPr>
          <p:cNvSpPr/>
          <p:nvPr/>
        </p:nvSpPr>
        <p:spPr>
          <a:xfrm>
            <a:off x="4308966" y="427825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305441E6-1237-6E2C-5791-3EE4AA24A07D}"/>
              </a:ext>
            </a:extLst>
          </p:cNvPr>
          <p:cNvSpPr/>
          <p:nvPr/>
        </p:nvSpPr>
        <p:spPr>
          <a:xfrm>
            <a:off x="2818885" y="4339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E8BD83DE-CC9E-991C-207E-3A6E7AD8A7CF}"/>
              </a:ext>
            </a:extLst>
          </p:cNvPr>
          <p:cNvSpPr/>
          <p:nvPr/>
        </p:nvSpPr>
        <p:spPr>
          <a:xfrm>
            <a:off x="411572" y="343990"/>
            <a:ext cx="2954215" cy="129821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a:t>
            </a:r>
          </a:p>
          <a:p>
            <a:pPr algn="ctr"/>
            <a:r>
              <a:rPr lang="el-GR" sz="2400" dirty="0">
                <a:solidFill>
                  <a:srgbClr val="FF0000"/>
                </a:solidFill>
              </a:rPr>
              <a:t>α</a:t>
            </a:r>
            <a:r>
              <a:rPr lang="en-US" sz="2400" dirty="0">
                <a:solidFill>
                  <a:srgbClr val="FF0000"/>
                </a:solidFill>
              </a:rPr>
              <a:t> &gt;= </a:t>
            </a:r>
            <a:r>
              <a:rPr lang="el-GR" sz="2400" dirty="0">
                <a:solidFill>
                  <a:srgbClr val="FF0000"/>
                </a:solidFill>
              </a:rPr>
              <a:t>β</a:t>
            </a:r>
            <a:endParaRPr lang="en-US" sz="2400"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venir Next LT Pro" panose="020F0502020204030204"/>
                <a:ea typeface="+mn-ea"/>
                <a:cs typeface="+mn-cs"/>
              </a:rPr>
              <a:t>6 &gt;= </a:t>
            </a:r>
            <a:r>
              <a:rPr lang="en-US" sz="2400" dirty="0">
                <a:solidFill>
                  <a:srgbClr val="FF0000"/>
                </a:solidFill>
                <a:latin typeface="Avenir Next LT Pro" panose="020F0502020204030204"/>
              </a:rPr>
              <a:t>4</a:t>
            </a:r>
            <a:endParaRPr kumimoji="0" lang="en-US" sz="2400" b="0" i="0" u="none" strike="noStrike" kern="1200" cap="none" spc="0" normalizeH="0" baseline="0" noProof="0" dirty="0">
              <a:ln>
                <a:noFill/>
              </a:ln>
              <a:solidFill>
                <a:srgbClr val="FF0000"/>
              </a:solidFill>
              <a:effectLst/>
              <a:uLnTx/>
              <a:uFillTx/>
              <a:latin typeface="Avenir Next LT Pro" panose="020F0502020204030204"/>
              <a:ea typeface="+mn-ea"/>
              <a:cs typeface="+mn-cs"/>
            </a:endParaRPr>
          </a:p>
          <a:p>
            <a:pPr algn="ctr"/>
            <a:endParaRPr lang="en-US" dirty="0"/>
          </a:p>
        </p:txBody>
      </p:sp>
    </p:spTree>
    <p:extLst>
      <p:ext uri="{BB962C8B-B14F-4D97-AF65-F5344CB8AC3E}">
        <p14:creationId xmlns:p14="http://schemas.microsoft.com/office/powerpoint/2010/main" val="29152639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26409-3C02-2C7C-A762-149B2DC97F68}"/>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54B89678-8469-2BEB-26FD-E9C7443FD0B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CB31D2D2-9E54-F271-C2AD-0CA97FA459CC}"/>
              </a:ext>
            </a:extLst>
          </p:cNvPr>
          <p:cNvSpPr txBox="1"/>
          <p:nvPr/>
        </p:nvSpPr>
        <p:spPr>
          <a:xfrm>
            <a:off x="5194326" y="88981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3" name="TextBox 2">
            <a:extLst>
              <a:ext uri="{FF2B5EF4-FFF2-40B4-BE49-F238E27FC236}">
                <a16:creationId xmlns:a16="http://schemas.microsoft.com/office/drawing/2014/main" id="{E24BFD55-3FDF-20EB-B61E-B3A42ED6F111}"/>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B8511430-079F-2524-5E25-6D46A37002C4}"/>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p>
        </p:txBody>
      </p:sp>
      <p:sp>
        <p:nvSpPr>
          <p:cNvPr id="5" name="TextBox 4">
            <a:extLst>
              <a:ext uri="{FF2B5EF4-FFF2-40B4-BE49-F238E27FC236}">
                <a16:creationId xmlns:a16="http://schemas.microsoft.com/office/drawing/2014/main" id="{9EF90E6A-2531-6C69-D193-0AEFE873FD2C}"/>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p>
        </p:txBody>
      </p:sp>
      <p:sp>
        <p:nvSpPr>
          <p:cNvPr id="6" name="TextBox 5">
            <a:extLst>
              <a:ext uri="{FF2B5EF4-FFF2-40B4-BE49-F238E27FC236}">
                <a16:creationId xmlns:a16="http://schemas.microsoft.com/office/drawing/2014/main" id="{B0A6FEB9-B004-7DA2-011B-9B1D742F15BC}"/>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7" name="TextBox 6">
            <a:extLst>
              <a:ext uri="{FF2B5EF4-FFF2-40B4-BE49-F238E27FC236}">
                <a16:creationId xmlns:a16="http://schemas.microsoft.com/office/drawing/2014/main" id="{3555A5C7-CACF-ED2A-D965-445AB6903EAD}"/>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113AF1E1-6A88-0972-0FDC-1E9BFE058E53}"/>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CFA4A867-EBB0-3A30-DC06-8A59BE3F0E06}"/>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endParaRPr lang="en-GB" sz="2400" dirty="0"/>
          </a:p>
        </p:txBody>
      </p:sp>
      <p:sp>
        <p:nvSpPr>
          <p:cNvPr id="10" name="TextBox 9">
            <a:extLst>
              <a:ext uri="{FF2B5EF4-FFF2-40B4-BE49-F238E27FC236}">
                <a16:creationId xmlns:a16="http://schemas.microsoft.com/office/drawing/2014/main" id="{98734A8E-26FC-84F3-2B63-3C6F77ADFB6B}"/>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B3669FDE-E949-319B-AEFD-CAAAC7473E84}"/>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E11ACA59-9DCF-E364-9CAD-9047CF6D4BBF}"/>
              </a:ext>
            </a:extLst>
          </p:cNvPr>
          <p:cNvSpPr/>
          <p:nvPr/>
        </p:nvSpPr>
        <p:spPr>
          <a:xfrm>
            <a:off x="2257980" y="508213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DA73B192-D96C-45BA-8A33-B88A1A83CD83}"/>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40A16BC5-26F6-762A-8C8B-3EBD94011935}"/>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407384DD-DF0C-EB85-D3BE-DAB874422D29}"/>
              </a:ext>
            </a:extLst>
          </p:cNvPr>
          <p:cNvSpPr/>
          <p:nvPr/>
        </p:nvSpPr>
        <p:spPr>
          <a:xfrm>
            <a:off x="4125996" y="5046617"/>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777324CC-8CB0-1B94-E9F2-40AAE52BE178}"/>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EDDE5DCB-E761-AE88-46F4-F78D82E517FD}"/>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896414AD-7E15-CE31-0BAC-FB935CEC2DF6}"/>
              </a:ext>
            </a:extLst>
          </p:cNvPr>
          <p:cNvSpPr/>
          <p:nvPr/>
        </p:nvSpPr>
        <p:spPr>
          <a:xfrm>
            <a:off x="2951565" y="30798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Connector 22">
            <a:extLst>
              <a:ext uri="{FF2B5EF4-FFF2-40B4-BE49-F238E27FC236}">
                <a16:creationId xmlns:a16="http://schemas.microsoft.com/office/drawing/2014/main" id="{4A5B1F67-AEBD-0AAF-94CE-2D8FA251FE43}"/>
              </a:ext>
            </a:extLst>
          </p:cNvPr>
          <p:cNvCxnSpPr>
            <a:cxnSpLocks/>
          </p:cNvCxnSpPr>
          <p:nvPr/>
        </p:nvCxnSpPr>
        <p:spPr>
          <a:xfrm flipV="1">
            <a:off x="3319588" y="4789363"/>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2FF7F918-0BAD-08E3-ED8D-38A8FB2970F0}"/>
              </a:ext>
            </a:extLst>
          </p:cNvPr>
          <p:cNvCxnSpPr>
            <a:cxnSpLocks/>
          </p:cNvCxnSpPr>
          <p:nvPr/>
        </p:nvCxnSpPr>
        <p:spPr>
          <a:xfrm flipV="1">
            <a:off x="3319588" y="5050535"/>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C8E0C834-4DED-D5AB-F7E8-1465AAD3BE67}"/>
              </a:ext>
            </a:extLst>
          </p:cNvPr>
          <p:cNvCxnSpPr>
            <a:cxnSpLocks/>
          </p:cNvCxnSpPr>
          <p:nvPr/>
        </p:nvCxnSpPr>
        <p:spPr>
          <a:xfrm flipV="1">
            <a:off x="3281102" y="5144648"/>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21" name="Oval 20">
            <a:extLst>
              <a:ext uri="{FF2B5EF4-FFF2-40B4-BE49-F238E27FC236}">
                <a16:creationId xmlns:a16="http://schemas.microsoft.com/office/drawing/2014/main" id="{102B071A-B76D-B56E-0AA6-3261E8E26A98}"/>
              </a:ext>
            </a:extLst>
          </p:cNvPr>
          <p:cNvSpPr/>
          <p:nvPr/>
        </p:nvSpPr>
        <p:spPr>
          <a:xfrm>
            <a:off x="2752136" y="50956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CA21E17A-5148-BF2E-935A-0A8E291A1E34}"/>
              </a:ext>
            </a:extLst>
          </p:cNvPr>
          <p:cNvSpPr/>
          <p:nvPr/>
        </p:nvSpPr>
        <p:spPr>
          <a:xfrm>
            <a:off x="4308966" y="427825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DBFB9B49-7642-7845-DA05-569AA806AE47}"/>
              </a:ext>
            </a:extLst>
          </p:cNvPr>
          <p:cNvSpPr/>
          <p:nvPr/>
        </p:nvSpPr>
        <p:spPr>
          <a:xfrm>
            <a:off x="2818885" y="4339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6390D754-2D20-EAF9-80D5-DEF3BDF04461}"/>
              </a:ext>
            </a:extLst>
          </p:cNvPr>
          <p:cNvSpPr/>
          <p:nvPr/>
        </p:nvSpPr>
        <p:spPr>
          <a:xfrm>
            <a:off x="411572" y="343990"/>
            <a:ext cx="2954215" cy="129821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a:t>
            </a:r>
          </a:p>
          <a:p>
            <a:pPr algn="ctr"/>
            <a:r>
              <a:rPr lang="el-GR" sz="2400" dirty="0">
                <a:solidFill>
                  <a:srgbClr val="FF0000"/>
                </a:solidFill>
              </a:rPr>
              <a:t>α</a:t>
            </a:r>
            <a:r>
              <a:rPr lang="en-US" sz="2400" dirty="0">
                <a:solidFill>
                  <a:srgbClr val="FF0000"/>
                </a:solidFill>
              </a:rPr>
              <a:t> &gt;= </a:t>
            </a:r>
            <a:r>
              <a:rPr lang="el-GR" sz="2400" dirty="0">
                <a:solidFill>
                  <a:srgbClr val="FF0000"/>
                </a:solidFill>
              </a:rPr>
              <a:t>β</a:t>
            </a:r>
            <a:endParaRPr lang="en-US" sz="2400"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venir Next LT Pro" panose="020F0502020204030204"/>
                <a:ea typeface="+mn-ea"/>
                <a:cs typeface="+mn-cs"/>
              </a:rPr>
              <a:t>6 &gt;= </a:t>
            </a:r>
            <a:r>
              <a:rPr lang="en-US" sz="2400" dirty="0">
                <a:solidFill>
                  <a:srgbClr val="FF0000"/>
                </a:solidFill>
                <a:latin typeface="Avenir Next LT Pro" panose="020F0502020204030204"/>
              </a:rPr>
              <a:t>4</a:t>
            </a:r>
            <a:endParaRPr kumimoji="0" lang="en-US" sz="2400" b="0" i="0" u="none" strike="noStrike" kern="1200" cap="none" spc="0" normalizeH="0" baseline="0" noProof="0" dirty="0">
              <a:ln>
                <a:noFill/>
              </a:ln>
              <a:solidFill>
                <a:srgbClr val="FF0000"/>
              </a:solidFill>
              <a:effectLst/>
              <a:uLnTx/>
              <a:uFillTx/>
              <a:latin typeface="Avenir Next LT Pro" panose="020F0502020204030204"/>
              <a:ea typeface="+mn-ea"/>
              <a:cs typeface="+mn-cs"/>
            </a:endParaRPr>
          </a:p>
          <a:p>
            <a:pPr algn="ctr"/>
            <a:endParaRPr lang="en-US" dirty="0"/>
          </a:p>
        </p:txBody>
      </p:sp>
      <p:cxnSp>
        <p:nvCxnSpPr>
          <p:cNvPr id="20" name="Straight Connector 19">
            <a:extLst>
              <a:ext uri="{FF2B5EF4-FFF2-40B4-BE49-F238E27FC236}">
                <a16:creationId xmlns:a16="http://schemas.microsoft.com/office/drawing/2014/main" id="{992D3AD2-4307-205D-0DFC-C69046261EA2}"/>
              </a:ext>
            </a:extLst>
          </p:cNvPr>
          <p:cNvCxnSpPr>
            <a:cxnSpLocks/>
          </p:cNvCxnSpPr>
          <p:nvPr/>
        </p:nvCxnSpPr>
        <p:spPr>
          <a:xfrm flipV="1">
            <a:off x="4798330" y="4824884"/>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CB4C514F-BC6A-44E8-7DA7-A26BBDD68D86}"/>
              </a:ext>
            </a:extLst>
          </p:cNvPr>
          <p:cNvCxnSpPr>
            <a:cxnSpLocks/>
          </p:cNvCxnSpPr>
          <p:nvPr/>
        </p:nvCxnSpPr>
        <p:spPr>
          <a:xfrm flipV="1">
            <a:off x="4798330" y="5086056"/>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90D7F3B0-9692-CADB-4098-4401229EF978}"/>
              </a:ext>
            </a:extLst>
          </p:cNvPr>
          <p:cNvCxnSpPr>
            <a:cxnSpLocks/>
          </p:cNvCxnSpPr>
          <p:nvPr/>
        </p:nvCxnSpPr>
        <p:spPr>
          <a:xfrm flipV="1">
            <a:off x="4759844" y="5180169"/>
            <a:ext cx="844894" cy="404247"/>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72214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0C070-4C0A-B1FD-E9DE-0C33056DC7B0}"/>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424165B6-DAD0-9E81-4683-E2912EC58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AB871986-01F0-CC9C-F1C3-37DBFD2CF960}"/>
              </a:ext>
            </a:extLst>
          </p:cNvPr>
          <p:cNvSpPr txBox="1"/>
          <p:nvPr/>
        </p:nvSpPr>
        <p:spPr>
          <a:xfrm>
            <a:off x="5194326" y="88981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p>
        </p:txBody>
      </p:sp>
      <p:sp>
        <p:nvSpPr>
          <p:cNvPr id="3" name="TextBox 2">
            <a:extLst>
              <a:ext uri="{FF2B5EF4-FFF2-40B4-BE49-F238E27FC236}">
                <a16:creationId xmlns:a16="http://schemas.microsoft.com/office/drawing/2014/main" id="{F223CBDF-2625-1BE9-8923-DDEAE1D6620C}"/>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9C56F8D3-7490-0209-0FA0-056741F533A0}"/>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p>
        </p:txBody>
      </p:sp>
      <p:sp>
        <p:nvSpPr>
          <p:cNvPr id="5" name="TextBox 4">
            <a:extLst>
              <a:ext uri="{FF2B5EF4-FFF2-40B4-BE49-F238E27FC236}">
                <a16:creationId xmlns:a16="http://schemas.microsoft.com/office/drawing/2014/main" id="{CBEA6DAB-A0D3-E624-BECE-E34815E02979}"/>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p>
        </p:txBody>
      </p:sp>
      <p:sp>
        <p:nvSpPr>
          <p:cNvPr id="6" name="TextBox 5">
            <a:extLst>
              <a:ext uri="{FF2B5EF4-FFF2-40B4-BE49-F238E27FC236}">
                <a16:creationId xmlns:a16="http://schemas.microsoft.com/office/drawing/2014/main" id="{2F13EC04-6D90-2D84-C98C-ED40291F5242}"/>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3</a:t>
            </a:r>
            <a:endParaRPr lang="en-GB" sz="2400" dirty="0">
              <a:solidFill>
                <a:srgbClr val="FF0000"/>
              </a:solidFill>
            </a:endParaRPr>
          </a:p>
        </p:txBody>
      </p:sp>
      <p:sp>
        <p:nvSpPr>
          <p:cNvPr id="7" name="TextBox 6">
            <a:extLst>
              <a:ext uri="{FF2B5EF4-FFF2-40B4-BE49-F238E27FC236}">
                <a16:creationId xmlns:a16="http://schemas.microsoft.com/office/drawing/2014/main" id="{4CCC0881-EABA-F98A-DD58-F7012D8DA6D2}"/>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8E0E783A-7493-E890-E435-8E534BD8DDB3}"/>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C96BEB2B-AD34-4970-4D47-CEED58CA503A}"/>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endParaRPr lang="en-GB" sz="2400" dirty="0"/>
          </a:p>
        </p:txBody>
      </p:sp>
      <p:sp>
        <p:nvSpPr>
          <p:cNvPr id="10" name="TextBox 9">
            <a:extLst>
              <a:ext uri="{FF2B5EF4-FFF2-40B4-BE49-F238E27FC236}">
                <a16:creationId xmlns:a16="http://schemas.microsoft.com/office/drawing/2014/main" id="{623F4E01-56E2-4A70-6D09-4970055C8A1C}"/>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DF4A24BF-B74E-513D-EE35-3D3AF57EA17D}"/>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B2FFE7BA-2AC9-2AF0-27F0-1D88C4A45C17}"/>
              </a:ext>
            </a:extLst>
          </p:cNvPr>
          <p:cNvSpPr/>
          <p:nvPr/>
        </p:nvSpPr>
        <p:spPr>
          <a:xfrm>
            <a:off x="2257980" y="508213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CED45163-A2EF-90F5-44E4-8B6A7C210AA9}"/>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E9B3007B-2D3A-1E11-A65C-718B3C5EDAD8}"/>
              </a:ext>
            </a:extLst>
          </p:cNvPr>
          <p:cNvSpPr/>
          <p:nvPr/>
        </p:nvSpPr>
        <p:spPr>
          <a:xfrm>
            <a:off x="5057836" y="1336765"/>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7EEF6E9F-8431-14F6-53F0-66F01233EA71}"/>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84ABDFF9-B100-A590-0461-84AA66516924}"/>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9BBA8D28-1D9F-DCD0-E300-EA5A5CF839E2}"/>
              </a:ext>
            </a:extLst>
          </p:cNvPr>
          <p:cNvSpPr/>
          <p:nvPr/>
        </p:nvSpPr>
        <p:spPr>
          <a:xfrm>
            <a:off x="2951565" y="30798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Connector 22">
            <a:extLst>
              <a:ext uri="{FF2B5EF4-FFF2-40B4-BE49-F238E27FC236}">
                <a16:creationId xmlns:a16="http://schemas.microsoft.com/office/drawing/2014/main" id="{1F829854-9677-02C6-5464-E0D4556DB97E}"/>
              </a:ext>
            </a:extLst>
          </p:cNvPr>
          <p:cNvCxnSpPr>
            <a:cxnSpLocks/>
          </p:cNvCxnSpPr>
          <p:nvPr/>
        </p:nvCxnSpPr>
        <p:spPr>
          <a:xfrm flipV="1">
            <a:off x="3319588" y="4789363"/>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2D29A830-7A9D-5572-CC63-706B9DDE7C9C}"/>
              </a:ext>
            </a:extLst>
          </p:cNvPr>
          <p:cNvCxnSpPr>
            <a:cxnSpLocks/>
          </p:cNvCxnSpPr>
          <p:nvPr/>
        </p:nvCxnSpPr>
        <p:spPr>
          <a:xfrm flipV="1">
            <a:off x="3319588" y="5050535"/>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88FAA0BE-0EA6-6C07-7129-17736342B91F}"/>
              </a:ext>
            </a:extLst>
          </p:cNvPr>
          <p:cNvCxnSpPr>
            <a:cxnSpLocks/>
          </p:cNvCxnSpPr>
          <p:nvPr/>
        </p:nvCxnSpPr>
        <p:spPr>
          <a:xfrm flipV="1">
            <a:off x="3281102" y="5144648"/>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21" name="Oval 20">
            <a:extLst>
              <a:ext uri="{FF2B5EF4-FFF2-40B4-BE49-F238E27FC236}">
                <a16:creationId xmlns:a16="http://schemas.microsoft.com/office/drawing/2014/main" id="{A472F768-B209-8D2C-17C8-E4E839FF4C0A}"/>
              </a:ext>
            </a:extLst>
          </p:cNvPr>
          <p:cNvSpPr/>
          <p:nvPr/>
        </p:nvSpPr>
        <p:spPr>
          <a:xfrm>
            <a:off x="2752136" y="50956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F9B31B54-5C22-3EDC-EC2B-B968945FDD2A}"/>
              </a:ext>
            </a:extLst>
          </p:cNvPr>
          <p:cNvSpPr/>
          <p:nvPr/>
        </p:nvSpPr>
        <p:spPr>
          <a:xfrm>
            <a:off x="4308966" y="427825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6E1E3368-A5E5-0277-D841-83761468E0B7}"/>
              </a:ext>
            </a:extLst>
          </p:cNvPr>
          <p:cNvSpPr/>
          <p:nvPr/>
        </p:nvSpPr>
        <p:spPr>
          <a:xfrm>
            <a:off x="2818885" y="4339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a:extLst>
              <a:ext uri="{FF2B5EF4-FFF2-40B4-BE49-F238E27FC236}">
                <a16:creationId xmlns:a16="http://schemas.microsoft.com/office/drawing/2014/main" id="{4DE2B7DF-8BD8-3431-9A7B-C9CED9D90ED4}"/>
              </a:ext>
            </a:extLst>
          </p:cNvPr>
          <p:cNvCxnSpPr>
            <a:cxnSpLocks/>
          </p:cNvCxnSpPr>
          <p:nvPr/>
        </p:nvCxnSpPr>
        <p:spPr>
          <a:xfrm flipV="1">
            <a:off x="4798330" y="4824884"/>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8B983190-538A-26CF-4537-A1D5961CFE85}"/>
              </a:ext>
            </a:extLst>
          </p:cNvPr>
          <p:cNvCxnSpPr>
            <a:cxnSpLocks/>
          </p:cNvCxnSpPr>
          <p:nvPr/>
        </p:nvCxnSpPr>
        <p:spPr>
          <a:xfrm flipV="1">
            <a:off x="4798330" y="5086056"/>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6207AF42-72DF-7480-B818-3D9D90207D5F}"/>
              </a:ext>
            </a:extLst>
          </p:cNvPr>
          <p:cNvCxnSpPr>
            <a:cxnSpLocks/>
          </p:cNvCxnSpPr>
          <p:nvPr/>
        </p:nvCxnSpPr>
        <p:spPr>
          <a:xfrm flipV="1">
            <a:off x="4759844" y="5180169"/>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3925C82B-E180-679B-0D9B-1B09D68B5441}"/>
              </a:ext>
            </a:extLst>
          </p:cNvPr>
          <p:cNvSpPr/>
          <p:nvPr/>
        </p:nvSpPr>
        <p:spPr>
          <a:xfrm>
            <a:off x="4175327" y="509810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371307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52F31-C3BC-8A5A-DF7C-46D81155BD08}"/>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CF2AA711-311B-FF7C-CD75-8607B55B296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96F2D5A2-A1A1-2620-E0CC-31C46436838F}"/>
              </a:ext>
            </a:extLst>
          </p:cNvPr>
          <p:cNvSpPr txBox="1"/>
          <p:nvPr/>
        </p:nvSpPr>
        <p:spPr>
          <a:xfrm>
            <a:off x="5120131" y="81191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3" name="TextBox 2">
            <a:extLst>
              <a:ext uri="{FF2B5EF4-FFF2-40B4-BE49-F238E27FC236}">
                <a16:creationId xmlns:a16="http://schemas.microsoft.com/office/drawing/2014/main" id="{0423E562-C266-37A3-F2EA-32D3C0FDB8D6}"/>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07F144E6-B7B1-7FD8-CAA4-8DF16D4735F5}"/>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p>
        </p:txBody>
      </p:sp>
      <p:sp>
        <p:nvSpPr>
          <p:cNvPr id="5" name="TextBox 4">
            <a:extLst>
              <a:ext uri="{FF2B5EF4-FFF2-40B4-BE49-F238E27FC236}">
                <a16:creationId xmlns:a16="http://schemas.microsoft.com/office/drawing/2014/main" id="{29A94244-65F7-E72B-4E2E-D6C050962748}"/>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p>
        </p:txBody>
      </p:sp>
      <p:sp>
        <p:nvSpPr>
          <p:cNvPr id="6" name="TextBox 5">
            <a:extLst>
              <a:ext uri="{FF2B5EF4-FFF2-40B4-BE49-F238E27FC236}">
                <a16:creationId xmlns:a16="http://schemas.microsoft.com/office/drawing/2014/main" id="{A219E913-3CFC-9CB4-5EEF-2F296DDF3862}"/>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3</a:t>
            </a:r>
            <a:endParaRPr lang="en-GB" sz="2400" dirty="0">
              <a:solidFill>
                <a:srgbClr val="FF0000"/>
              </a:solidFill>
            </a:endParaRPr>
          </a:p>
        </p:txBody>
      </p:sp>
      <p:sp>
        <p:nvSpPr>
          <p:cNvPr id="7" name="TextBox 6">
            <a:extLst>
              <a:ext uri="{FF2B5EF4-FFF2-40B4-BE49-F238E27FC236}">
                <a16:creationId xmlns:a16="http://schemas.microsoft.com/office/drawing/2014/main" id="{AE5335BD-120E-0D44-B264-71DE59AF597B}"/>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1B309382-E910-1F77-A45C-CADDE74668C7}"/>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08393E35-AFEA-9CC4-08F7-67586D4E9967}"/>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endParaRPr lang="en-GB" sz="2400" dirty="0"/>
          </a:p>
        </p:txBody>
      </p:sp>
      <p:sp>
        <p:nvSpPr>
          <p:cNvPr id="10" name="TextBox 9">
            <a:extLst>
              <a:ext uri="{FF2B5EF4-FFF2-40B4-BE49-F238E27FC236}">
                <a16:creationId xmlns:a16="http://schemas.microsoft.com/office/drawing/2014/main" id="{45E57ADE-2853-7287-D997-AD3326BD75DD}"/>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53E7AA11-6522-0BD9-2906-D2422DD828AA}"/>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1648ECFA-E08B-070C-2027-69899F18062F}"/>
              </a:ext>
            </a:extLst>
          </p:cNvPr>
          <p:cNvSpPr/>
          <p:nvPr/>
        </p:nvSpPr>
        <p:spPr>
          <a:xfrm>
            <a:off x="2257980" y="508213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D20419CF-49AF-8C9D-1536-A458EACF67F8}"/>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2C84712C-C905-FF4C-99AB-DE030440EDBE}"/>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13A97D48-DC04-06CF-9C4D-2504471CA4CC}"/>
              </a:ext>
            </a:extLst>
          </p:cNvPr>
          <p:cNvSpPr/>
          <p:nvPr/>
        </p:nvSpPr>
        <p:spPr>
          <a:xfrm>
            <a:off x="5730170" y="5144648"/>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87F52AA6-183A-72A0-4031-7EC956172F27}"/>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09D8BE05-303A-8208-BD9E-58A41540AF34}"/>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92C7B6B1-C9BC-9581-252B-DB109F31EE3D}"/>
              </a:ext>
            </a:extLst>
          </p:cNvPr>
          <p:cNvSpPr/>
          <p:nvPr/>
        </p:nvSpPr>
        <p:spPr>
          <a:xfrm>
            <a:off x="2951565" y="30798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Connector 22">
            <a:extLst>
              <a:ext uri="{FF2B5EF4-FFF2-40B4-BE49-F238E27FC236}">
                <a16:creationId xmlns:a16="http://schemas.microsoft.com/office/drawing/2014/main" id="{69EA227E-C547-466C-8B84-48F7843E5249}"/>
              </a:ext>
            </a:extLst>
          </p:cNvPr>
          <p:cNvCxnSpPr>
            <a:cxnSpLocks/>
          </p:cNvCxnSpPr>
          <p:nvPr/>
        </p:nvCxnSpPr>
        <p:spPr>
          <a:xfrm flipV="1">
            <a:off x="3319588" y="4789363"/>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F67E22E6-310D-AD40-D6C1-25665E7C9B10}"/>
              </a:ext>
            </a:extLst>
          </p:cNvPr>
          <p:cNvCxnSpPr>
            <a:cxnSpLocks/>
          </p:cNvCxnSpPr>
          <p:nvPr/>
        </p:nvCxnSpPr>
        <p:spPr>
          <a:xfrm flipV="1">
            <a:off x="3319588" y="5050535"/>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4100F0CF-99E8-694D-A29E-D1C9069D9741}"/>
              </a:ext>
            </a:extLst>
          </p:cNvPr>
          <p:cNvCxnSpPr>
            <a:cxnSpLocks/>
          </p:cNvCxnSpPr>
          <p:nvPr/>
        </p:nvCxnSpPr>
        <p:spPr>
          <a:xfrm flipV="1">
            <a:off x="3281102" y="5144648"/>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21" name="Oval 20">
            <a:extLst>
              <a:ext uri="{FF2B5EF4-FFF2-40B4-BE49-F238E27FC236}">
                <a16:creationId xmlns:a16="http://schemas.microsoft.com/office/drawing/2014/main" id="{D508DE90-29A2-4866-E6EB-524C02564410}"/>
              </a:ext>
            </a:extLst>
          </p:cNvPr>
          <p:cNvSpPr/>
          <p:nvPr/>
        </p:nvSpPr>
        <p:spPr>
          <a:xfrm>
            <a:off x="2752136" y="50956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BBB3AC98-9C55-EDB7-C159-770083B1872D}"/>
              </a:ext>
            </a:extLst>
          </p:cNvPr>
          <p:cNvSpPr/>
          <p:nvPr/>
        </p:nvSpPr>
        <p:spPr>
          <a:xfrm>
            <a:off x="4308966" y="427825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F4607C07-0C09-B84D-5073-5364C4FD4788}"/>
              </a:ext>
            </a:extLst>
          </p:cNvPr>
          <p:cNvSpPr/>
          <p:nvPr/>
        </p:nvSpPr>
        <p:spPr>
          <a:xfrm>
            <a:off x="2818885" y="4339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a:extLst>
              <a:ext uri="{FF2B5EF4-FFF2-40B4-BE49-F238E27FC236}">
                <a16:creationId xmlns:a16="http://schemas.microsoft.com/office/drawing/2014/main" id="{FDFBCCCA-ABF4-BAE8-3A8D-0037ACC95C6A}"/>
              </a:ext>
            </a:extLst>
          </p:cNvPr>
          <p:cNvCxnSpPr>
            <a:cxnSpLocks/>
          </p:cNvCxnSpPr>
          <p:nvPr/>
        </p:nvCxnSpPr>
        <p:spPr>
          <a:xfrm flipV="1">
            <a:off x="4798330" y="4824884"/>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9CF22995-5C44-AF1F-190E-8B2C440A2028}"/>
              </a:ext>
            </a:extLst>
          </p:cNvPr>
          <p:cNvCxnSpPr>
            <a:cxnSpLocks/>
          </p:cNvCxnSpPr>
          <p:nvPr/>
        </p:nvCxnSpPr>
        <p:spPr>
          <a:xfrm flipV="1">
            <a:off x="4798330" y="5086056"/>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A2BDC12B-E98E-2BD6-60A6-F61E66BCC7D5}"/>
              </a:ext>
            </a:extLst>
          </p:cNvPr>
          <p:cNvCxnSpPr>
            <a:cxnSpLocks/>
          </p:cNvCxnSpPr>
          <p:nvPr/>
        </p:nvCxnSpPr>
        <p:spPr>
          <a:xfrm flipV="1">
            <a:off x="4759844" y="5180169"/>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767328ED-CD3A-5CCF-80CF-947792B46B53}"/>
              </a:ext>
            </a:extLst>
          </p:cNvPr>
          <p:cNvSpPr/>
          <p:nvPr/>
        </p:nvSpPr>
        <p:spPr>
          <a:xfrm>
            <a:off x="4175327" y="509810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0EEBB49D-0E33-CB39-85DB-09B4003D7B9A}"/>
              </a:ext>
            </a:extLst>
          </p:cNvPr>
          <p:cNvSpPr/>
          <p:nvPr/>
        </p:nvSpPr>
        <p:spPr>
          <a:xfrm>
            <a:off x="7423635" y="3074697"/>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0F129E56-A9E0-B9E1-8872-AD4FCD7D369A}"/>
              </a:ext>
            </a:extLst>
          </p:cNvPr>
          <p:cNvSpPr/>
          <p:nvPr/>
        </p:nvSpPr>
        <p:spPr>
          <a:xfrm>
            <a:off x="5759172" y="441392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189045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97CA1-C157-D39A-4BD7-0330C437F559}"/>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2C905767-957A-F1FC-D93F-9B38596082E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9D5B224E-A276-379A-2819-BA11B8DB3618}"/>
              </a:ext>
            </a:extLst>
          </p:cNvPr>
          <p:cNvSpPr txBox="1"/>
          <p:nvPr/>
        </p:nvSpPr>
        <p:spPr>
          <a:xfrm>
            <a:off x="5120131" y="81191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3" name="TextBox 2">
            <a:extLst>
              <a:ext uri="{FF2B5EF4-FFF2-40B4-BE49-F238E27FC236}">
                <a16:creationId xmlns:a16="http://schemas.microsoft.com/office/drawing/2014/main" id="{5CAA4C90-25E4-FAA2-196B-A07339A36957}"/>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0C361D73-9DBE-CC60-4733-1C134C1C3128}"/>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p>
        </p:txBody>
      </p:sp>
      <p:sp>
        <p:nvSpPr>
          <p:cNvPr id="5" name="TextBox 4">
            <a:extLst>
              <a:ext uri="{FF2B5EF4-FFF2-40B4-BE49-F238E27FC236}">
                <a16:creationId xmlns:a16="http://schemas.microsoft.com/office/drawing/2014/main" id="{336987A5-5988-CA0E-1446-BA0988CB0982}"/>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p>
        </p:txBody>
      </p:sp>
      <p:sp>
        <p:nvSpPr>
          <p:cNvPr id="6" name="TextBox 5">
            <a:extLst>
              <a:ext uri="{FF2B5EF4-FFF2-40B4-BE49-F238E27FC236}">
                <a16:creationId xmlns:a16="http://schemas.microsoft.com/office/drawing/2014/main" id="{0125D39A-BC5C-8422-95E1-BC9536D7B975}"/>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3</a:t>
            </a:r>
            <a:endParaRPr lang="en-GB" sz="2400" dirty="0">
              <a:solidFill>
                <a:srgbClr val="FF0000"/>
              </a:solidFill>
            </a:endParaRPr>
          </a:p>
        </p:txBody>
      </p:sp>
      <p:sp>
        <p:nvSpPr>
          <p:cNvPr id="7" name="TextBox 6">
            <a:extLst>
              <a:ext uri="{FF2B5EF4-FFF2-40B4-BE49-F238E27FC236}">
                <a16:creationId xmlns:a16="http://schemas.microsoft.com/office/drawing/2014/main" id="{573C20B8-5CBA-2DA7-4CF5-F0A3D2160186}"/>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91D7E1C7-D1BD-001F-73ED-797C90A33BFF}"/>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1BA00C90-0C6C-14E6-5A3A-D7F92FF72812}"/>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endParaRPr lang="en-GB" sz="2400" dirty="0"/>
          </a:p>
        </p:txBody>
      </p:sp>
      <p:sp>
        <p:nvSpPr>
          <p:cNvPr id="10" name="TextBox 9">
            <a:extLst>
              <a:ext uri="{FF2B5EF4-FFF2-40B4-BE49-F238E27FC236}">
                <a16:creationId xmlns:a16="http://schemas.microsoft.com/office/drawing/2014/main" id="{2FEFAFFA-34D8-D0E8-1A84-05DF4BF31898}"/>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3F87AA87-9D5B-61F4-3C10-615C5D7A2640}"/>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A02D726D-0772-5E89-C578-8F520238734A}"/>
              </a:ext>
            </a:extLst>
          </p:cNvPr>
          <p:cNvSpPr/>
          <p:nvPr/>
        </p:nvSpPr>
        <p:spPr>
          <a:xfrm>
            <a:off x="2257980" y="508213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B40A2E70-61EC-402C-56EA-159A798F2FFB}"/>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59AF2223-D722-9110-811A-891EB91DF12C}"/>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ECEABE70-0DB9-CE56-8AC0-2B3041F4047E}"/>
              </a:ext>
            </a:extLst>
          </p:cNvPr>
          <p:cNvSpPr/>
          <p:nvPr/>
        </p:nvSpPr>
        <p:spPr>
          <a:xfrm>
            <a:off x="6134130" y="5158975"/>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CB9F9362-2D87-C113-E64D-641DB3BC6711}"/>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20D11988-4CB4-01CE-33FD-E6013A86D672}"/>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D9AE4313-56D9-ECF1-D5AD-A389FC7F02D0}"/>
              </a:ext>
            </a:extLst>
          </p:cNvPr>
          <p:cNvSpPr/>
          <p:nvPr/>
        </p:nvSpPr>
        <p:spPr>
          <a:xfrm>
            <a:off x="2951565" y="30798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Connector 22">
            <a:extLst>
              <a:ext uri="{FF2B5EF4-FFF2-40B4-BE49-F238E27FC236}">
                <a16:creationId xmlns:a16="http://schemas.microsoft.com/office/drawing/2014/main" id="{E26C065F-BCAD-8D81-DB49-AD5261E5C232}"/>
              </a:ext>
            </a:extLst>
          </p:cNvPr>
          <p:cNvCxnSpPr>
            <a:cxnSpLocks/>
          </p:cNvCxnSpPr>
          <p:nvPr/>
        </p:nvCxnSpPr>
        <p:spPr>
          <a:xfrm flipV="1">
            <a:off x="3319588" y="4789363"/>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DC1D208F-5557-4963-08FD-75D6F8D9B0AA}"/>
              </a:ext>
            </a:extLst>
          </p:cNvPr>
          <p:cNvCxnSpPr>
            <a:cxnSpLocks/>
          </p:cNvCxnSpPr>
          <p:nvPr/>
        </p:nvCxnSpPr>
        <p:spPr>
          <a:xfrm flipV="1">
            <a:off x="3319588" y="5050535"/>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C70C5C9A-7387-65E4-9996-A4FFFE0E5FE5}"/>
              </a:ext>
            </a:extLst>
          </p:cNvPr>
          <p:cNvCxnSpPr>
            <a:cxnSpLocks/>
          </p:cNvCxnSpPr>
          <p:nvPr/>
        </p:nvCxnSpPr>
        <p:spPr>
          <a:xfrm flipV="1">
            <a:off x="3281102" y="5144648"/>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21" name="Oval 20">
            <a:extLst>
              <a:ext uri="{FF2B5EF4-FFF2-40B4-BE49-F238E27FC236}">
                <a16:creationId xmlns:a16="http://schemas.microsoft.com/office/drawing/2014/main" id="{EFB94F89-2CE3-8216-4278-AC4810846E23}"/>
              </a:ext>
            </a:extLst>
          </p:cNvPr>
          <p:cNvSpPr/>
          <p:nvPr/>
        </p:nvSpPr>
        <p:spPr>
          <a:xfrm>
            <a:off x="2752136" y="50956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06C1F69E-A081-D96A-AE80-34C6B83348F6}"/>
              </a:ext>
            </a:extLst>
          </p:cNvPr>
          <p:cNvSpPr/>
          <p:nvPr/>
        </p:nvSpPr>
        <p:spPr>
          <a:xfrm>
            <a:off x="4308966" y="427825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D82FB9BB-B524-34C1-AE51-87759F729F3E}"/>
              </a:ext>
            </a:extLst>
          </p:cNvPr>
          <p:cNvSpPr/>
          <p:nvPr/>
        </p:nvSpPr>
        <p:spPr>
          <a:xfrm>
            <a:off x="2818885" y="4339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a:extLst>
              <a:ext uri="{FF2B5EF4-FFF2-40B4-BE49-F238E27FC236}">
                <a16:creationId xmlns:a16="http://schemas.microsoft.com/office/drawing/2014/main" id="{E4ADBCEF-9668-D445-7131-30C8641F6CEB}"/>
              </a:ext>
            </a:extLst>
          </p:cNvPr>
          <p:cNvCxnSpPr>
            <a:cxnSpLocks/>
          </p:cNvCxnSpPr>
          <p:nvPr/>
        </p:nvCxnSpPr>
        <p:spPr>
          <a:xfrm flipV="1">
            <a:off x="4798330" y="4824884"/>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EE32C69E-F3C8-88AA-151D-F8342445352E}"/>
              </a:ext>
            </a:extLst>
          </p:cNvPr>
          <p:cNvCxnSpPr>
            <a:cxnSpLocks/>
          </p:cNvCxnSpPr>
          <p:nvPr/>
        </p:nvCxnSpPr>
        <p:spPr>
          <a:xfrm flipV="1">
            <a:off x="4798330" y="5086056"/>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1A5C3873-19A9-7AD1-0AA2-F9BA05FACCBB}"/>
              </a:ext>
            </a:extLst>
          </p:cNvPr>
          <p:cNvCxnSpPr>
            <a:cxnSpLocks/>
          </p:cNvCxnSpPr>
          <p:nvPr/>
        </p:nvCxnSpPr>
        <p:spPr>
          <a:xfrm flipV="1">
            <a:off x="4759844" y="5180169"/>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ECC48C1C-299B-8347-7B22-615137ACC7E2}"/>
              </a:ext>
            </a:extLst>
          </p:cNvPr>
          <p:cNvSpPr/>
          <p:nvPr/>
        </p:nvSpPr>
        <p:spPr>
          <a:xfrm>
            <a:off x="4175327" y="509810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318ABB0F-2D69-D870-F666-06D3C98ACDDE}"/>
              </a:ext>
            </a:extLst>
          </p:cNvPr>
          <p:cNvSpPr/>
          <p:nvPr/>
        </p:nvSpPr>
        <p:spPr>
          <a:xfrm>
            <a:off x="7423635" y="3074697"/>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84F48B97-491A-C945-5D9C-47C445EA17B6}"/>
              </a:ext>
            </a:extLst>
          </p:cNvPr>
          <p:cNvSpPr/>
          <p:nvPr/>
        </p:nvSpPr>
        <p:spPr>
          <a:xfrm>
            <a:off x="5759172" y="441392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2D351A8C-9E56-528C-BA6A-CD22AA72EBA0}"/>
              </a:ext>
            </a:extLst>
          </p:cNvPr>
          <p:cNvSpPr/>
          <p:nvPr/>
        </p:nvSpPr>
        <p:spPr>
          <a:xfrm>
            <a:off x="5669246" y="508308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52232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B39A3-3201-D2B0-CCEB-CC942AA28096}"/>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BAD93DB6-4C29-B8C4-C03E-BC444C21D82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3A587BD3-2B5C-27D7-1113-EA66D23D8914}"/>
              </a:ext>
            </a:extLst>
          </p:cNvPr>
          <p:cNvSpPr txBox="1"/>
          <p:nvPr/>
        </p:nvSpPr>
        <p:spPr>
          <a:xfrm>
            <a:off x="5120131" y="81191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3" name="TextBox 2">
            <a:extLst>
              <a:ext uri="{FF2B5EF4-FFF2-40B4-BE49-F238E27FC236}">
                <a16:creationId xmlns:a16="http://schemas.microsoft.com/office/drawing/2014/main" id="{5295C0BF-14C9-0D33-7852-AD0E904FECFF}"/>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C80D9AB3-6E01-B06C-90A4-FDA4736CC596}"/>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p>
        </p:txBody>
      </p:sp>
      <p:sp>
        <p:nvSpPr>
          <p:cNvPr id="5" name="TextBox 4">
            <a:extLst>
              <a:ext uri="{FF2B5EF4-FFF2-40B4-BE49-F238E27FC236}">
                <a16:creationId xmlns:a16="http://schemas.microsoft.com/office/drawing/2014/main" id="{99DA5E71-95F9-3C09-4DAD-46C8C53DAF8E}"/>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p>
        </p:txBody>
      </p:sp>
      <p:sp>
        <p:nvSpPr>
          <p:cNvPr id="6" name="TextBox 5">
            <a:extLst>
              <a:ext uri="{FF2B5EF4-FFF2-40B4-BE49-F238E27FC236}">
                <a16:creationId xmlns:a16="http://schemas.microsoft.com/office/drawing/2014/main" id="{21B56FFA-AFDD-E06A-DD35-341BED3B16B3}"/>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3</a:t>
            </a:r>
            <a:endParaRPr lang="en-GB" sz="2400" dirty="0">
              <a:solidFill>
                <a:srgbClr val="FF0000"/>
              </a:solidFill>
            </a:endParaRPr>
          </a:p>
        </p:txBody>
      </p:sp>
      <p:sp>
        <p:nvSpPr>
          <p:cNvPr id="7" name="TextBox 6">
            <a:extLst>
              <a:ext uri="{FF2B5EF4-FFF2-40B4-BE49-F238E27FC236}">
                <a16:creationId xmlns:a16="http://schemas.microsoft.com/office/drawing/2014/main" id="{437844DF-F34E-F5FB-6E91-E15DBFADD1D1}"/>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EC4648D3-89E6-F5B4-3FD7-187933511465}"/>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2A89E012-7116-4DE6-CBB4-32C390F32C75}"/>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endParaRPr lang="en-GB" sz="2400" dirty="0"/>
          </a:p>
        </p:txBody>
      </p:sp>
      <p:sp>
        <p:nvSpPr>
          <p:cNvPr id="10" name="TextBox 9">
            <a:extLst>
              <a:ext uri="{FF2B5EF4-FFF2-40B4-BE49-F238E27FC236}">
                <a16:creationId xmlns:a16="http://schemas.microsoft.com/office/drawing/2014/main" id="{CAE330BC-20E2-6F0F-77AF-B69DFF7C23BB}"/>
              </a:ext>
            </a:extLst>
          </p:cNvPr>
          <p:cNvSpPr txBox="1"/>
          <p:nvPr/>
        </p:nvSpPr>
        <p:spPr>
          <a:xfrm>
            <a:off x="7577099" y="249064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2" name="TextBox 11">
            <a:extLst>
              <a:ext uri="{FF2B5EF4-FFF2-40B4-BE49-F238E27FC236}">
                <a16:creationId xmlns:a16="http://schemas.microsoft.com/office/drawing/2014/main" id="{8D3080D0-8BB8-5DFC-B661-E501737E010F}"/>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4BF232C7-928F-38DF-D61F-F0CF59EF3D08}"/>
              </a:ext>
            </a:extLst>
          </p:cNvPr>
          <p:cNvSpPr/>
          <p:nvPr/>
        </p:nvSpPr>
        <p:spPr>
          <a:xfrm>
            <a:off x="2257980" y="508213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F3D1D3A6-ABFB-F989-C323-6A66CB83D591}"/>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E04AD3D4-7C1B-FF68-7064-3DC83711CCB9}"/>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5D747608-674B-7159-7783-252BDB67F676}"/>
              </a:ext>
            </a:extLst>
          </p:cNvPr>
          <p:cNvSpPr/>
          <p:nvPr/>
        </p:nvSpPr>
        <p:spPr>
          <a:xfrm>
            <a:off x="6681781" y="5123454"/>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DF493AF6-B635-CDA9-C9C3-621E7521912D}"/>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D54C799A-2FFC-4160-708E-32DEBBA97B39}"/>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17DD8E00-1956-2DC5-1F23-766DE44E4746}"/>
              </a:ext>
            </a:extLst>
          </p:cNvPr>
          <p:cNvSpPr/>
          <p:nvPr/>
        </p:nvSpPr>
        <p:spPr>
          <a:xfrm>
            <a:off x="2951565" y="30798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Connector 22">
            <a:extLst>
              <a:ext uri="{FF2B5EF4-FFF2-40B4-BE49-F238E27FC236}">
                <a16:creationId xmlns:a16="http://schemas.microsoft.com/office/drawing/2014/main" id="{BF32F570-889D-CD3C-880F-94B9A49ABF08}"/>
              </a:ext>
            </a:extLst>
          </p:cNvPr>
          <p:cNvCxnSpPr>
            <a:cxnSpLocks/>
          </p:cNvCxnSpPr>
          <p:nvPr/>
        </p:nvCxnSpPr>
        <p:spPr>
          <a:xfrm flipV="1">
            <a:off x="3319588" y="4789363"/>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57B02209-EC9F-FAEE-752A-6593222535C2}"/>
              </a:ext>
            </a:extLst>
          </p:cNvPr>
          <p:cNvCxnSpPr>
            <a:cxnSpLocks/>
          </p:cNvCxnSpPr>
          <p:nvPr/>
        </p:nvCxnSpPr>
        <p:spPr>
          <a:xfrm flipV="1">
            <a:off x="3319588" y="5050535"/>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77EED915-7BAE-672B-C0F2-D30DF23816B8}"/>
              </a:ext>
            </a:extLst>
          </p:cNvPr>
          <p:cNvCxnSpPr>
            <a:cxnSpLocks/>
          </p:cNvCxnSpPr>
          <p:nvPr/>
        </p:nvCxnSpPr>
        <p:spPr>
          <a:xfrm flipV="1">
            <a:off x="3281102" y="5144648"/>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21" name="Oval 20">
            <a:extLst>
              <a:ext uri="{FF2B5EF4-FFF2-40B4-BE49-F238E27FC236}">
                <a16:creationId xmlns:a16="http://schemas.microsoft.com/office/drawing/2014/main" id="{6B68BAFE-2985-12F9-A3E7-08A89F7884A0}"/>
              </a:ext>
            </a:extLst>
          </p:cNvPr>
          <p:cNvSpPr/>
          <p:nvPr/>
        </p:nvSpPr>
        <p:spPr>
          <a:xfrm>
            <a:off x="2752136" y="50956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63F0E36C-6B4E-6B61-C2EC-D8D69A7C2063}"/>
              </a:ext>
            </a:extLst>
          </p:cNvPr>
          <p:cNvSpPr/>
          <p:nvPr/>
        </p:nvSpPr>
        <p:spPr>
          <a:xfrm>
            <a:off x="4308966" y="427825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625D2286-D6AA-FE53-F1BB-50019A74148A}"/>
              </a:ext>
            </a:extLst>
          </p:cNvPr>
          <p:cNvSpPr/>
          <p:nvPr/>
        </p:nvSpPr>
        <p:spPr>
          <a:xfrm>
            <a:off x="2818885" y="4339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a:extLst>
              <a:ext uri="{FF2B5EF4-FFF2-40B4-BE49-F238E27FC236}">
                <a16:creationId xmlns:a16="http://schemas.microsoft.com/office/drawing/2014/main" id="{CF70ADBF-CE7F-BCC7-B3E2-D906D1F0CDDC}"/>
              </a:ext>
            </a:extLst>
          </p:cNvPr>
          <p:cNvCxnSpPr>
            <a:cxnSpLocks/>
          </p:cNvCxnSpPr>
          <p:nvPr/>
        </p:nvCxnSpPr>
        <p:spPr>
          <a:xfrm flipV="1">
            <a:off x="4798330" y="4824884"/>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FD09DAD4-6B59-34DE-3EE5-442B9055D5B3}"/>
              </a:ext>
            </a:extLst>
          </p:cNvPr>
          <p:cNvCxnSpPr>
            <a:cxnSpLocks/>
          </p:cNvCxnSpPr>
          <p:nvPr/>
        </p:nvCxnSpPr>
        <p:spPr>
          <a:xfrm flipV="1">
            <a:off x="4798330" y="5086056"/>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7A4F1397-51DA-3BE1-8405-3035E5AC63B8}"/>
              </a:ext>
            </a:extLst>
          </p:cNvPr>
          <p:cNvCxnSpPr>
            <a:cxnSpLocks/>
          </p:cNvCxnSpPr>
          <p:nvPr/>
        </p:nvCxnSpPr>
        <p:spPr>
          <a:xfrm flipV="1">
            <a:off x="4759844" y="5180169"/>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C78ACBB3-6C35-D963-6F2F-73DD1B079E32}"/>
              </a:ext>
            </a:extLst>
          </p:cNvPr>
          <p:cNvSpPr/>
          <p:nvPr/>
        </p:nvSpPr>
        <p:spPr>
          <a:xfrm>
            <a:off x="4175327" y="509810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1427E0C5-33DB-3F58-20ED-539B6AC85D30}"/>
              </a:ext>
            </a:extLst>
          </p:cNvPr>
          <p:cNvSpPr/>
          <p:nvPr/>
        </p:nvSpPr>
        <p:spPr>
          <a:xfrm>
            <a:off x="7423635" y="3074697"/>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2B36540E-237E-BF61-3AB4-A1F47D7268FD}"/>
              </a:ext>
            </a:extLst>
          </p:cNvPr>
          <p:cNvSpPr/>
          <p:nvPr/>
        </p:nvSpPr>
        <p:spPr>
          <a:xfrm>
            <a:off x="5759172" y="441392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F2792B83-4B34-F1C3-B72A-F23DDC68AF5E}"/>
              </a:ext>
            </a:extLst>
          </p:cNvPr>
          <p:cNvSpPr/>
          <p:nvPr/>
        </p:nvSpPr>
        <p:spPr>
          <a:xfrm>
            <a:off x="5639036" y="512345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5123651D-D257-BBDB-C3FD-95B4789DAE02}"/>
              </a:ext>
            </a:extLst>
          </p:cNvPr>
          <p:cNvSpPr/>
          <p:nvPr/>
        </p:nvSpPr>
        <p:spPr>
          <a:xfrm>
            <a:off x="6115132" y="517337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052490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A2B6E-D90B-E3FC-B036-78C26FD0ADE1}"/>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F42EE58B-F891-BA21-F07E-0FBCF803411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C65B9559-224B-3707-6688-1315FEFE2716}"/>
              </a:ext>
            </a:extLst>
          </p:cNvPr>
          <p:cNvSpPr txBox="1"/>
          <p:nvPr/>
        </p:nvSpPr>
        <p:spPr>
          <a:xfrm>
            <a:off x="5120131" y="81191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3" name="TextBox 2">
            <a:extLst>
              <a:ext uri="{FF2B5EF4-FFF2-40B4-BE49-F238E27FC236}">
                <a16:creationId xmlns:a16="http://schemas.microsoft.com/office/drawing/2014/main" id="{7F03542C-166A-B6FD-F5DD-CACBA22271F2}"/>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21B4449A-91C4-D44D-8D34-D000CE612321}"/>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p>
        </p:txBody>
      </p:sp>
      <p:sp>
        <p:nvSpPr>
          <p:cNvPr id="5" name="TextBox 4">
            <a:extLst>
              <a:ext uri="{FF2B5EF4-FFF2-40B4-BE49-F238E27FC236}">
                <a16:creationId xmlns:a16="http://schemas.microsoft.com/office/drawing/2014/main" id="{16A3FEF2-4F64-0F95-5249-5087FAA659E8}"/>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p>
        </p:txBody>
      </p:sp>
      <p:sp>
        <p:nvSpPr>
          <p:cNvPr id="6" name="TextBox 5">
            <a:extLst>
              <a:ext uri="{FF2B5EF4-FFF2-40B4-BE49-F238E27FC236}">
                <a16:creationId xmlns:a16="http://schemas.microsoft.com/office/drawing/2014/main" id="{9FE2F1AA-02E2-B8AD-39E7-C3ED988CB096}"/>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3</a:t>
            </a:r>
            <a:endParaRPr lang="en-GB" sz="2400" dirty="0">
              <a:solidFill>
                <a:srgbClr val="FF0000"/>
              </a:solidFill>
            </a:endParaRPr>
          </a:p>
        </p:txBody>
      </p:sp>
      <p:sp>
        <p:nvSpPr>
          <p:cNvPr id="7" name="TextBox 6">
            <a:extLst>
              <a:ext uri="{FF2B5EF4-FFF2-40B4-BE49-F238E27FC236}">
                <a16:creationId xmlns:a16="http://schemas.microsoft.com/office/drawing/2014/main" id="{E0F9F875-970D-FDD5-F85A-0BAFA3C5297C}"/>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32F14CAB-60F6-0560-86AC-7C39A5543026}"/>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1A2C9E5A-47F3-842C-7CE4-ED7DA7451041}"/>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endParaRPr lang="en-GB" sz="2400" dirty="0"/>
          </a:p>
        </p:txBody>
      </p:sp>
      <p:sp>
        <p:nvSpPr>
          <p:cNvPr id="10" name="TextBox 9">
            <a:extLst>
              <a:ext uri="{FF2B5EF4-FFF2-40B4-BE49-F238E27FC236}">
                <a16:creationId xmlns:a16="http://schemas.microsoft.com/office/drawing/2014/main" id="{4CE50F32-CEED-349D-71AD-48593CF1013A}"/>
              </a:ext>
            </a:extLst>
          </p:cNvPr>
          <p:cNvSpPr txBox="1"/>
          <p:nvPr/>
        </p:nvSpPr>
        <p:spPr>
          <a:xfrm>
            <a:off x="752687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3</a:t>
            </a:r>
          </a:p>
        </p:txBody>
      </p:sp>
      <p:sp>
        <p:nvSpPr>
          <p:cNvPr id="12" name="TextBox 11">
            <a:extLst>
              <a:ext uri="{FF2B5EF4-FFF2-40B4-BE49-F238E27FC236}">
                <a16:creationId xmlns:a16="http://schemas.microsoft.com/office/drawing/2014/main" id="{64E87F6A-77FB-A061-AC64-94977F77DC2E}"/>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F1DDC532-0D08-C8DB-2887-33F8DBC1E235}"/>
              </a:ext>
            </a:extLst>
          </p:cNvPr>
          <p:cNvSpPr/>
          <p:nvPr/>
        </p:nvSpPr>
        <p:spPr>
          <a:xfrm>
            <a:off x="2257980" y="508213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4FA53C60-36C3-FECE-7083-5DA31CA08CAE}"/>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35EEAC21-2034-599E-F9DF-D41761E6C9EA}"/>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597029F8-F6AE-C282-F222-B7A2B31EF37F}"/>
              </a:ext>
            </a:extLst>
          </p:cNvPr>
          <p:cNvSpPr/>
          <p:nvPr/>
        </p:nvSpPr>
        <p:spPr>
          <a:xfrm>
            <a:off x="7416318" y="3096304"/>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231EEDB7-B33C-92A2-6F4A-AFAAB93374F3}"/>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F76FE923-FD0F-CFBE-1968-1C674B6006C8}"/>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EDC7AD4D-CB1E-E515-B618-3B8846D368C6}"/>
              </a:ext>
            </a:extLst>
          </p:cNvPr>
          <p:cNvSpPr/>
          <p:nvPr/>
        </p:nvSpPr>
        <p:spPr>
          <a:xfrm>
            <a:off x="2951565" y="30798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Connector 22">
            <a:extLst>
              <a:ext uri="{FF2B5EF4-FFF2-40B4-BE49-F238E27FC236}">
                <a16:creationId xmlns:a16="http://schemas.microsoft.com/office/drawing/2014/main" id="{597109E3-87A4-87CD-08F7-2ECD7090CC53}"/>
              </a:ext>
            </a:extLst>
          </p:cNvPr>
          <p:cNvCxnSpPr>
            <a:cxnSpLocks/>
          </p:cNvCxnSpPr>
          <p:nvPr/>
        </p:nvCxnSpPr>
        <p:spPr>
          <a:xfrm flipV="1">
            <a:off x="3319588" y="4789363"/>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509E127E-2912-C0A2-44A8-D0B2A0C3A284}"/>
              </a:ext>
            </a:extLst>
          </p:cNvPr>
          <p:cNvCxnSpPr>
            <a:cxnSpLocks/>
          </p:cNvCxnSpPr>
          <p:nvPr/>
        </p:nvCxnSpPr>
        <p:spPr>
          <a:xfrm flipV="1">
            <a:off x="3319588" y="5050535"/>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6E935593-2B3C-46D7-024E-72A0A6B1EA3F}"/>
              </a:ext>
            </a:extLst>
          </p:cNvPr>
          <p:cNvCxnSpPr>
            <a:cxnSpLocks/>
          </p:cNvCxnSpPr>
          <p:nvPr/>
        </p:nvCxnSpPr>
        <p:spPr>
          <a:xfrm flipV="1">
            <a:off x="3281102" y="5144648"/>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21" name="Oval 20">
            <a:extLst>
              <a:ext uri="{FF2B5EF4-FFF2-40B4-BE49-F238E27FC236}">
                <a16:creationId xmlns:a16="http://schemas.microsoft.com/office/drawing/2014/main" id="{C58031F6-1E10-C04E-28A7-5FE703CB2880}"/>
              </a:ext>
            </a:extLst>
          </p:cNvPr>
          <p:cNvSpPr/>
          <p:nvPr/>
        </p:nvSpPr>
        <p:spPr>
          <a:xfrm>
            <a:off x="2752136" y="50956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A8CCBDAB-3D14-F11B-910E-80D9BDCE431C}"/>
              </a:ext>
            </a:extLst>
          </p:cNvPr>
          <p:cNvSpPr/>
          <p:nvPr/>
        </p:nvSpPr>
        <p:spPr>
          <a:xfrm>
            <a:off x="4308966" y="427825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C9635D1F-F3EB-C6E7-6434-2B13C38E8228}"/>
              </a:ext>
            </a:extLst>
          </p:cNvPr>
          <p:cNvSpPr/>
          <p:nvPr/>
        </p:nvSpPr>
        <p:spPr>
          <a:xfrm>
            <a:off x="2818885" y="4339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a:extLst>
              <a:ext uri="{FF2B5EF4-FFF2-40B4-BE49-F238E27FC236}">
                <a16:creationId xmlns:a16="http://schemas.microsoft.com/office/drawing/2014/main" id="{36012415-118F-370A-3785-106258A2B033}"/>
              </a:ext>
            </a:extLst>
          </p:cNvPr>
          <p:cNvCxnSpPr>
            <a:cxnSpLocks/>
          </p:cNvCxnSpPr>
          <p:nvPr/>
        </p:nvCxnSpPr>
        <p:spPr>
          <a:xfrm flipV="1">
            <a:off x="4798330" y="4824884"/>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5E441B1D-E527-9C17-426C-E10B1867F773}"/>
              </a:ext>
            </a:extLst>
          </p:cNvPr>
          <p:cNvCxnSpPr>
            <a:cxnSpLocks/>
          </p:cNvCxnSpPr>
          <p:nvPr/>
        </p:nvCxnSpPr>
        <p:spPr>
          <a:xfrm flipV="1">
            <a:off x="4798330" y="5086056"/>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69080D84-D8FC-2C07-4A9D-3261078B9CFF}"/>
              </a:ext>
            </a:extLst>
          </p:cNvPr>
          <p:cNvCxnSpPr>
            <a:cxnSpLocks/>
          </p:cNvCxnSpPr>
          <p:nvPr/>
        </p:nvCxnSpPr>
        <p:spPr>
          <a:xfrm flipV="1">
            <a:off x="4759844" y="5180169"/>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90C6122D-2E5E-2F67-0A3C-DC7A0EE72873}"/>
              </a:ext>
            </a:extLst>
          </p:cNvPr>
          <p:cNvSpPr/>
          <p:nvPr/>
        </p:nvSpPr>
        <p:spPr>
          <a:xfrm>
            <a:off x="4175327" y="509810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76315255-2167-6C81-D282-4DCDE817A5B3}"/>
              </a:ext>
            </a:extLst>
          </p:cNvPr>
          <p:cNvSpPr/>
          <p:nvPr/>
        </p:nvSpPr>
        <p:spPr>
          <a:xfrm>
            <a:off x="6555843" y="519633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9936AFFC-9883-74F5-3DFC-CA24BD90401F}"/>
              </a:ext>
            </a:extLst>
          </p:cNvPr>
          <p:cNvSpPr/>
          <p:nvPr/>
        </p:nvSpPr>
        <p:spPr>
          <a:xfrm>
            <a:off x="5759172" y="441392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E80DD78C-F629-293B-7B13-2DCD137C9C08}"/>
              </a:ext>
            </a:extLst>
          </p:cNvPr>
          <p:cNvSpPr/>
          <p:nvPr/>
        </p:nvSpPr>
        <p:spPr>
          <a:xfrm>
            <a:off x="5639036" y="512345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998526D1-3BAC-74E1-F232-8FDE26D3A9CA}"/>
              </a:ext>
            </a:extLst>
          </p:cNvPr>
          <p:cNvSpPr/>
          <p:nvPr/>
        </p:nvSpPr>
        <p:spPr>
          <a:xfrm>
            <a:off x="6115132" y="517337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20654C70-0B9E-3D30-52B6-BE35553B66F1}"/>
              </a:ext>
            </a:extLst>
          </p:cNvPr>
          <p:cNvSpPr/>
          <p:nvPr/>
        </p:nvSpPr>
        <p:spPr>
          <a:xfrm>
            <a:off x="633225" y="457416"/>
            <a:ext cx="2954215" cy="129821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a:t>
            </a:r>
          </a:p>
          <a:p>
            <a:pPr algn="ctr"/>
            <a:r>
              <a:rPr lang="el-GR" sz="2400" dirty="0">
                <a:solidFill>
                  <a:srgbClr val="FF0000"/>
                </a:solidFill>
              </a:rPr>
              <a:t>β</a:t>
            </a:r>
            <a:r>
              <a:rPr lang="en-US" sz="2400" dirty="0">
                <a:solidFill>
                  <a:srgbClr val="FF0000"/>
                </a:solidFill>
              </a:rPr>
              <a:t> &lt;= </a:t>
            </a:r>
            <a:r>
              <a:rPr lang="el-GR" sz="2400" dirty="0">
                <a:solidFill>
                  <a:srgbClr val="FF0000"/>
                </a:solidFill>
              </a:rPr>
              <a:t>α</a:t>
            </a:r>
            <a:endParaRPr lang="en-US" sz="2400" dirty="0">
              <a:solidFill>
                <a:srgbClr val="FF0000"/>
              </a:solidFill>
            </a:endParaRPr>
          </a:p>
          <a:p>
            <a:pPr algn="ctr"/>
            <a:r>
              <a:rPr lang="en-US" sz="2400" dirty="0">
                <a:solidFill>
                  <a:srgbClr val="FF0000"/>
                </a:solidFill>
              </a:rPr>
              <a:t>3 &lt;= 4</a:t>
            </a:r>
          </a:p>
          <a:p>
            <a:pPr algn="ctr"/>
            <a:endParaRPr lang="en-US" dirty="0"/>
          </a:p>
        </p:txBody>
      </p:sp>
    </p:spTree>
    <p:extLst>
      <p:ext uri="{BB962C8B-B14F-4D97-AF65-F5344CB8AC3E}">
        <p14:creationId xmlns:p14="http://schemas.microsoft.com/office/powerpoint/2010/main" val="37267233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39146-B42A-ED80-100C-4A36BB5CBA44}"/>
            </a:ext>
          </a:extLst>
        </p:cNvPr>
        <p:cNvGrpSpPr/>
        <p:nvPr/>
      </p:nvGrpSpPr>
      <p:grpSpPr>
        <a:xfrm>
          <a:off x="0" y="0"/>
          <a:ext cx="0" cy="0"/>
          <a:chOff x="0" y="0"/>
          <a:chExt cx="0" cy="0"/>
        </a:xfrm>
      </p:grpSpPr>
      <p:pic>
        <p:nvPicPr>
          <p:cNvPr id="19" name="Content Placeholder 4" descr="A screenshot of a computer&#10;&#10;Description automatically generated">
            <a:extLst>
              <a:ext uri="{FF2B5EF4-FFF2-40B4-BE49-F238E27FC236}">
                <a16:creationId xmlns:a16="http://schemas.microsoft.com/office/drawing/2014/main" id="{07A03473-22C8-67EC-289D-00A83E14E40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86" t="19290" r="14030" b="24601"/>
          <a:stretch/>
        </p:blipFill>
        <p:spPr>
          <a:xfrm>
            <a:off x="197530" y="235974"/>
            <a:ext cx="12230444" cy="5732208"/>
          </a:xfrm>
        </p:spPr>
      </p:pic>
      <p:sp>
        <p:nvSpPr>
          <p:cNvPr id="2" name="TextBox 1">
            <a:extLst>
              <a:ext uri="{FF2B5EF4-FFF2-40B4-BE49-F238E27FC236}">
                <a16:creationId xmlns:a16="http://schemas.microsoft.com/office/drawing/2014/main" id="{D7235522-6005-7F95-A6C6-A72531FA883D}"/>
              </a:ext>
            </a:extLst>
          </p:cNvPr>
          <p:cNvSpPr txBox="1"/>
          <p:nvPr/>
        </p:nvSpPr>
        <p:spPr>
          <a:xfrm>
            <a:off x="5120131" y="81191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3" name="TextBox 2">
            <a:extLst>
              <a:ext uri="{FF2B5EF4-FFF2-40B4-BE49-F238E27FC236}">
                <a16:creationId xmlns:a16="http://schemas.microsoft.com/office/drawing/2014/main" id="{D055A8E8-D78E-CC59-4277-B2FA13E297E4}"/>
              </a:ext>
            </a:extLst>
          </p:cNvPr>
          <p:cNvSpPr txBox="1"/>
          <p:nvPr/>
        </p:nvSpPr>
        <p:spPr>
          <a:xfrm>
            <a:off x="812535" y="394447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4</a:t>
            </a:r>
            <a:endParaRPr lang="en-GB" sz="2400" dirty="0">
              <a:solidFill>
                <a:srgbClr val="FF0000"/>
              </a:solidFill>
            </a:endParaRPr>
          </a:p>
        </p:txBody>
      </p:sp>
      <p:sp>
        <p:nvSpPr>
          <p:cNvPr id="4" name="TextBox 3">
            <a:extLst>
              <a:ext uri="{FF2B5EF4-FFF2-40B4-BE49-F238E27FC236}">
                <a16:creationId xmlns:a16="http://schemas.microsoft.com/office/drawing/2014/main" id="{2E5AA52A-D4DB-CBBC-225C-FE0E811ACC73}"/>
              </a:ext>
            </a:extLst>
          </p:cNvPr>
          <p:cNvSpPr txBox="1"/>
          <p:nvPr/>
        </p:nvSpPr>
        <p:spPr>
          <a:xfrm>
            <a:off x="2627888" y="394446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p>
        </p:txBody>
      </p:sp>
      <p:sp>
        <p:nvSpPr>
          <p:cNvPr id="5" name="TextBox 4">
            <a:extLst>
              <a:ext uri="{FF2B5EF4-FFF2-40B4-BE49-F238E27FC236}">
                <a16:creationId xmlns:a16="http://schemas.microsoft.com/office/drawing/2014/main" id="{C5AF3D4F-3E7A-DC26-258D-648302F53F40}"/>
              </a:ext>
            </a:extLst>
          </p:cNvPr>
          <p:cNvSpPr txBox="1"/>
          <p:nvPr/>
        </p:nvSpPr>
        <p:spPr>
          <a:xfrm>
            <a:off x="4573230" y="39443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p>
        </p:txBody>
      </p:sp>
      <p:sp>
        <p:nvSpPr>
          <p:cNvPr id="6" name="TextBox 5">
            <a:extLst>
              <a:ext uri="{FF2B5EF4-FFF2-40B4-BE49-F238E27FC236}">
                <a16:creationId xmlns:a16="http://schemas.microsoft.com/office/drawing/2014/main" id="{E22FEAEA-075C-E48B-79D0-A65D57A6FFB0}"/>
              </a:ext>
            </a:extLst>
          </p:cNvPr>
          <p:cNvSpPr txBox="1"/>
          <p:nvPr/>
        </p:nvSpPr>
        <p:spPr>
          <a:xfrm>
            <a:off x="6388583"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3</a:t>
            </a:r>
            <a:endParaRPr lang="en-GB" sz="2400" dirty="0">
              <a:solidFill>
                <a:srgbClr val="FF0000"/>
              </a:solidFill>
            </a:endParaRPr>
          </a:p>
        </p:txBody>
      </p:sp>
      <p:sp>
        <p:nvSpPr>
          <p:cNvPr id="7" name="TextBox 6">
            <a:extLst>
              <a:ext uri="{FF2B5EF4-FFF2-40B4-BE49-F238E27FC236}">
                <a16:creationId xmlns:a16="http://schemas.microsoft.com/office/drawing/2014/main" id="{F1F6A925-D2E3-A19E-5EA4-CA51B4C007B5}"/>
              </a:ext>
            </a:extLst>
          </p:cNvPr>
          <p:cNvSpPr txBox="1"/>
          <p:nvPr/>
        </p:nvSpPr>
        <p:spPr>
          <a:xfrm>
            <a:off x="7957550" y="394438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8" name="TextBox 7">
            <a:extLst>
              <a:ext uri="{FF2B5EF4-FFF2-40B4-BE49-F238E27FC236}">
                <a16:creationId xmlns:a16="http://schemas.microsoft.com/office/drawing/2014/main" id="{00B30276-4639-8213-96BE-961AFC524ED8}"/>
              </a:ext>
            </a:extLst>
          </p:cNvPr>
          <p:cNvSpPr txBox="1"/>
          <p:nvPr/>
        </p:nvSpPr>
        <p:spPr>
          <a:xfrm>
            <a:off x="9595633" y="395816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9" name="TextBox 8">
            <a:extLst>
              <a:ext uri="{FF2B5EF4-FFF2-40B4-BE49-F238E27FC236}">
                <a16:creationId xmlns:a16="http://schemas.microsoft.com/office/drawing/2014/main" id="{526A25D2-30B4-F9B1-C110-BFA8776EAAD0}"/>
              </a:ext>
            </a:extLst>
          </p:cNvPr>
          <p:cNvSpPr txBox="1"/>
          <p:nvPr/>
        </p:nvSpPr>
        <p:spPr>
          <a:xfrm>
            <a:off x="280488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endParaRPr lang="en-GB" sz="2400" dirty="0"/>
          </a:p>
        </p:txBody>
      </p:sp>
      <p:sp>
        <p:nvSpPr>
          <p:cNvPr id="10" name="TextBox 9">
            <a:extLst>
              <a:ext uri="{FF2B5EF4-FFF2-40B4-BE49-F238E27FC236}">
                <a16:creationId xmlns:a16="http://schemas.microsoft.com/office/drawing/2014/main" id="{D64E1E49-3011-55AC-7833-08BBD43B1FD9}"/>
              </a:ext>
            </a:extLst>
          </p:cNvPr>
          <p:cNvSpPr txBox="1"/>
          <p:nvPr/>
        </p:nvSpPr>
        <p:spPr>
          <a:xfrm>
            <a:off x="7526872" y="249064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3</a:t>
            </a:r>
          </a:p>
        </p:txBody>
      </p:sp>
      <p:sp>
        <p:nvSpPr>
          <p:cNvPr id="12" name="TextBox 11">
            <a:extLst>
              <a:ext uri="{FF2B5EF4-FFF2-40B4-BE49-F238E27FC236}">
                <a16:creationId xmlns:a16="http://schemas.microsoft.com/office/drawing/2014/main" id="{C3A6C78B-DAA7-C1A3-5240-1D63475D3234}"/>
              </a:ext>
            </a:extLst>
          </p:cNvPr>
          <p:cNvSpPr txBox="1"/>
          <p:nvPr/>
        </p:nvSpPr>
        <p:spPr>
          <a:xfrm>
            <a:off x="9694229" y="186054"/>
            <a:ext cx="2433925" cy="144655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2400" dirty="0"/>
              <a:t>When to cut ?</a:t>
            </a:r>
          </a:p>
          <a:p>
            <a:pPr algn="ctr"/>
            <a:r>
              <a:rPr lang="el-GR" sz="3200" dirty="0"/>
              <a:t>α</a:t>
            </a:r>
            <a:r>
              <a:rPr lang="en-US" sz="3200" dirty="0"/>
              <a:t> &gt;= </a:t>
            </a:r>
            <a:r>
              <a:rPr lang="el-GR" sz="3200" dirty="0"/>
              <a:t>β</a:t>
            </a:r>
            <a:endParaRPr lang="en-US" sz="3200" dirty="0"/>
          </a:p>
          <a:p>
            <a:pPr algn="ctr"/>
            <a:r>
              <a:rPr lang="el-GR" sz="3200" dirty="0"/>
              <a:t>β</a:t>
            </a:r>
            <a:r>
              <a:rPr lang="en-US" sz="3200" dirty="0"/>
              <a:t> &lt;= </a:t>
            </a:r>
            <a:r>
              <a:rPr lang="el-GR" sz="3200" dirty="0"/>
              <a:t>α</a:t>
            </a:r>
            <a:endParaRPr lang="en-US" sz="3200" dirty="0"/>
          </a:p>
        </p:txBody>
      </p:sp>
      <p:sp>
        <p:nvSpPr>
          <p:cNvPr id="11" name="Oval 10">
            <a:extLst>
              <a:ext uri="{FF2B5EF4-FFF2-40B4-BE49-F238E27FC236}">
                <a16:creationId xmlns:a16="http://schemas.microsoft.com/office/drawing/2014/main" id="{E75264EF-D172-F6ED-265A-90AD48ADCC62}"/>
              </a:ext>
            </a:extLst>
          </p:cNvPr>
          <p:cNvSpPr/>
          <p:nvPr/>
        </p:nvSpPr>
        <p:spPr>
          <a:xfrm>
            <a:off x="2257980" y="508213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16F43364-B031-DDD2-6E08-F092F9574349}"/>
              </a:ext>
            </a:extLst>
          </p:cNvPr>
          <p:cNvSpPr/>
          <p:nvPr/>
        </p:nvSpPr>
        <p:spPr>
          <a:xfrm>
            <a:off x="5170358" y="135148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45D914C5-25D0-1BA7-0EBD-8DD0E3843016}"/>
              </a:ext>
            </a:extLst>
          </p:cNvPr>
          <p:cNvSpPr/>
          <p:nvPr/>
        </p:nvSpPr>
        <p:spPr>
          <a:xfrm>
            <a:off x="1348041" y="440605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C63E6934-14E1-FDD6-FA6F-E47870B5B219}"/>
              </a:ext>
            </a:extLst>
          </p:cNvPr>
          <p:cNvSpPr/>
          <p:nvPr/>
        </p:nvSpPr>
        <p:spPr>
          <a:xfrm>
            <a:off x="7416318" y="3096304"/>
            <a:ext cx="546902" cy="502278"/>
          </a:xfrm>
          <a:prstGeom prst="ellipse">
            <a:avLst/>
          </a:prstGeom>
          <a:solidFill>
            <a:srgbClr val="FFFF0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EB74DC1D-BE7D-3A0F-DB32-213A5B1A79EB}"/>
              </a:ext>
            </a:extLst>
          </p:cNvPr>
          <p:cNvSpPr/>
          <p:nvPr/>
        </p:nvSpPr>
        <p:spPr>
          <a:xfrm>
            <a:off x="1197293"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073DE0FC-FE96-1982-D5E2-DE3BE57C09CC}"/>
              </a:ext>
            </a:extLst>
          </p:cNvPr>
          <p:cNvSpPr/>
          <p:nvPr/>
        </p:nvSpPr>
        <p:spPr>
          <a:xfrm>
            <a:off x="1744195" y="5060731"/>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441F9A13-FAE9-A17A-AC74-E7B06DD90275}"/>
              </a:ext>
            </a:extLst>
          </p:cNvPr>
          <p:cNvSpPr/>
          <p:nvPr/>
        </p:nvSpPr>
        <p:spPr>
          <a:xfrm>
            <a:off x="2951565" y="30798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Connector 22">
            <a:extLst>
              <a:ext uri="{FF2B5EF4-FFF2-40B4-BE49-F238E27FC236}">
                <a16:creationId xmlns:a16="http://schemas.microsoft.com/office/drawing/2014/main" id="{470BF5FF-D4E5-85F5-8EC0-A84E6C1866F2}"/>
              </a:ext>
            </a:extLst>
          </p:cNvPr>
          <p:cNvCxnSpPr>
            <a:cxnSpLocks/>
          </p:cNvCxnSpPr>
          <p:nvPr/>
        </p:nvCxnSpPr>
        <p:spPr>
          <a:xfrm flipV="1">
            <a:off x="3319588" y="4789363"/>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E752486D-0128-30AB-B940-2AF693B449F4}"/>
              </a:ext>
            </a:extLst>
          </p:cNvPr>
          <p:cNvCxnSpPr>
            <a:cxnSpLocks/>
          </p:cNvCxnSpPr>
          <p:nvPr/>
        </p:nvCxnSpPr>
        <p:spPr>
          <a:xfrm flipV="1">
            <a:off x="3319588" y="5050535"/>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F38C7639-5B0E-6F8B-84D6-FC580050602E}"/>
              </a:ext>
            </a:extLst>
          </p:cNvPr>
          <p:cNvCxnSpPr>
            <a:cxnSpLocks/>
          </p:cNvCxnSpPr>
          <p:nvPr/>
        </p:nvCxnSpPr>
        <p:spPr>
          <a:xfrm flipV="1">
            <a:off x="3281102" y="5144648"/>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21" name="Oval 20">
            <a:extLst>
              <a:ext uri="{FF2B5EF4-FFF2-40B4-BE49-F238E27FC236}">
                <a16:creationId xmlns:a16="http://schemas.microsoft.com/office/drawing/2014/main" id="{7DAEC167-8E22-02FE-111E-CE345AEB0964}"/>
              </a:ext>
            </a:extLst>
          </p:cNvPr>
          <p:cNvSpPr/>
          <p:nvPr/>
        </p:nvSpPr>
        <p:spPr>
          <a:xfrm>
            <a:off x="2752136" y="5095632"/>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455DC785-F7B3-2C5D-026E-CAD5527A9E20}"/>
              </a:ext>
            </a:extLst>
          </p:cNvPr>
          <p:cNvSpPr/>
          <p:nvPr/>
        </p:nvSpPr>
        <p:spPr>
          <a:xfrm>
            <a:off x="4308966" y="427825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082C69C6-9DD5-26EA-EECB-615B9D749BB3}"/>
              </a:ext>
            </a:extLst>
          </p:cNvPr>
          <p:cNvSpPr/>
          <p:nvPr/>
        </p:nvSpPr>
        <p:spPr>
          <a:xfrm>
            <a:off x="2818885" y="4339425"/>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a:extLst>
              <a:ext uri="{FF2B5EF4-FFF2-40B4-BE49-F238E27FC236}">
                <a16:creationId xmlns:a16="http://schemas.microsoft.com/office/drawing/2014/main" id="{F34EF3F8-4287-F7C8-3CA9-66B651E1293D}"/>
              </a:ext>
            </a:extLst>
          </p:cNvPr>
          <p:cNvCxnSpPr>
            <a:cxnSpLocks/>
          </p:cNvCxnSpPr>
          <p:nvPr/>
        </p:nvCxnSpPr>
        <p:spPr>
          <a:xfrm flipV="1">
            <a:off x="4798330" y="4824884"/>
            <a:ext cx="744055" cy="334091"/>
          </a:xfrm>
          <a:prstGeom prst="line">
            <a:avLst/>
          </a:prstGeom>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DFE97E81-A2DB-4CAA-12F0-47250995D783}"/>
              </a:ext>
            </a:extLst>
          </p:cNvPr>
          <p:cNvCxnSpPr>
            <a:cxnSpLocks/>
          </p:cNvCxnSpPr>
          <p:nvPr/>
        </p:nvCxnSpPr>
        <p:spPr>
          <a:xfrm flipV="1">
            <a:off x="4798330" y="5086056"/>
            <a:ext cx="712640" cy="313305"/>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B1F54C3A-0E7B-7907-4B30-198D7CC6EEFD}"/>
              </a:ext>
            </a:extLst>
          </p:cNvPr>
          <p:cNvCxnSpPr>
            <a:cxnSpLocks/>
          </p:cNvCxnSpPr>
          <p:nvPr/>
        </p:nvCxnSpPr>
        <p:spPr>
          <a:xfrm flipV="1">
            <a:off x="4759844" y="5180169"/>
            <a:ext cx="844894" cy="404247"/>
          </a:xfrm>
          <a:prstGeom prst="line">
            <a:avLst/>
          </a:prstGeom>
        </p:spPr>
        <p:style>
          <a:lnRef idx="3">
            <a:schemeClr val="accent1"/>
          </a:lnRef>
          <a:fillRef idx="0">
            <a:schemeClr val="accent1"/>
          </a:fillRef>
          <a:effectRef idx="2">
            <a:schemeClr val="accent1"/>
          </a:effectRef>
          <a:fontRef idx="minor">
            <a:schemeClr val="tx1"/>
          </a:fontRef>
        </p:style>
      </p:cxnSp>
      <p:sp>
        <p:nvSpPr>
          <p:cNvPr id="30" name="Oval 29">
            <a:extLst>
              <a:ext uri="{FF2B5EF4-FFF2-40B4-BE49-F238E27FC236}">
                <a16:creationId xmlns:a16="http://schemas.microsoft.com/office/drawing/2014/main" id="{E549F471-5DFB-86EC-94AD-5B052F8EEA6A}"/>
              </a:ext>
            </a:extLst>
          </p:cNvPr>
          <p:cNvSpPr/>
          <p:nvPr/>
        </p:nvSpPr>
        <p:spPr>
          <a:xfrm>
            <a:off x="4175327" y="5098103"/>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533251DB-00F8-D65E-BBCC-358B4BF0582A}"/>
              </a:ext>
            </a:extLst>
          </p:cNvPr>
          <p:cNvSpPr/>
          <p:nvPr/>
        </p:nvSpPr>
        <p:spPr>
          <a:xfrm>
            <a:off x="6555843" y="5196330"/>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F82F85D0-0333-993C-A569-C1E23C574EB4}"/>
              </a:ext>
            </a:extLst>
          </p:cNvPr>
          <p:cNvSpPr/>
          <p:nvPr/>
        </p:nvSpPr>
        <p:spPr>
          <a:xfrm>
            <a:off x="5759172" y="4413928"/>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FA2E87B6-BC72-F001-C4CB-06557A532B31}"/>
              </a:ext>
            </a:extLst>
          </p:cNvPr>
          <p:cNvSpPr/>
          <p:nvPr/>
        </p:nvSpPr>
        <p:spPr>
          <a:xfrm>
            <a:off x="5639036" y="512345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151A61CC-CE04-C1B3-BF8F-07A5F621A7E8}"/>
              </a:ext>
            </a:extLst>
          </p:cNvPr>
          <p:cNvSpPr/>
          <p:nvPr/>
        </p:nvSpPr>
        <p:spPr>
          <a:xfrm>
            <a:off x="6115132" y="5173374"/>
            <a:ext cx="546902" cy="502278"/>
          </a:xfrm>
          <a:prstGeom prst="ellipse">
            <a:avLst/>
          </a:prstGeom>
          <a:solidFill>
            <a:srgbClr val="0070C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459C1A4F-B7B6-36DA-6297-CA8BEB4CCB8C}"/>
              </a:ext>
            </a:extLst>
          </p:cNvPr>
          <p:cNvSpPr/>
          <p:nvPr/>
        </p:nvSpPr>
        <p:spPr>
          <a:xfrm>
            <a:off x="633225" y="457416"/>
            <a:ext cx="2954215" cy="129821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a:t>
            </a:r>
          </a:p>
          <a:p>
            <a:pPr algn="ctr"/>
            <a:r>
              <a:rPr lang="el-GR" sz="2400" dirty="0">
                <a:solidFill>
                  <a:srgbClr val="FF0000"/>
                </a:solidFill>
              </a:rPr>
              <a:t>β</a:t>
            </a:r>
            <a:r>
              <a:rPr lang="en-US" sz="2400" dirty="0">
                <a:solidFill>
                  <a:srgbClr val="FF0000"/>
                </a:solidFill>
              </a:rPr>
              <a:t> &lt;= </a:t>
            </a:r>
            <a:r>
              <a:rPr lang="el-GR" sz="2400" dirty="0">
                <a:solidFill>
                  <a:srgbClr val="FF0000"/>
                </a:solidFill>
              </a:rPr>
              <a:t>α</a:t>
            </a:r>
            <a:endParaRPr lang="en-US" sz="2400" dirty="0">
              <a:solidFill>
                <a:srgbClr val="FF0000"/>
              </a:solidFill>
            </a:endParaRPr>
          </a:p>
          <a:p>
            <a:pPr algn="ctr"/>
            <a:r>
              <a:rPr lang="en-US" sz="2400" dirty="0">
                <a:solidFill>
                  <a:srgbClr val="FF0000"/>
                </a:solidFill>
              </a:rPr>
              <a:t>3 &lt;= 4</a:t>
            </a:r>
          </a:p>
          <a:p>
            <a:pPr algn="ctr"/>
            <a:endParaRPr lang="en-US" dirty="0"/>
          </a:p>
        </p:txBody>
      </p:sp>
      <p:cxnSp>
        <p:nvCxnSpPr>
          <p:cNvPr id="35" name="Straight Connector 34">
            <a:extLst>
              <a:ext uri="{FF2B5EF4-FFF2-40B4-BE49-F238E27FC236}">
                <a16:creationId xmlns:a16="http://schemas.microsoft.com/office/drawing/2014/main" id="{2957BA3F-82B4-3260-9717-681DCFA7C4EB}"/>
              </a:ext>
            </a:extLst>
          </p:cNvPr>
          <p:cNvCxnSpPr>
            <a:cxnSpLocks/>
          </p:cNvCxnSpPr>
          <p:nvPr/>
        </p:nvCxnSpPr>
        <p:spPr>
          <a:xfrm flipV="1">
            <a:off x="7639666" y="3275019"/>
            <a:ext cx="1730865" cy="785704"/>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158A4285-E3DC-1A70-888A-D32284EB927E}"/>
              </a:ext>
            </a:extLst>
          </p:cNvPr>
          <p:cNvCxnSpPr>
            <a:cxnSpLocks/>
          </p:cNvCxnSpPr>
          <p:nvPr/>
        </p:nvCxnSpPr>
        <p:spPr>
          <a:xfrm flipV="1">
            <a:off x="7650291" y="3435862"/>
            <a:ext cx="1953921" cy="978066"/>
          </a:xfrm>
          <a:prstGeom prst="line">
            <a:avLst/>
          </a:prstGeom>
        </p:spPr>
        <p:style>
          <a:lnRef idx="3">
            <a:schemeClr val="accent1"/>
          </a:lnRef>
          <a:fillRef idx="0">
            <a:schemeClr val="accent1"/>
          </a:fillRef>
          <a:effectRef idx="2">
            <a:schemeClr val="accent1"/>
          </a:effectRef>
          <a:fontRef idx="minor">
            <a:schemeClr val="tx1"/>
          </a:fontRef>
        </p:style>
      </p:cxnSp>
      <p:cxnSp>
        <p:nvCxnSpPr>
          <p:cNvPr id="37" name="Straight Connector 36">
            <a:extLst>
              <a:ext uri="{FF2B5EF4-FFF2-40B4-BE49-F238E27FC236}">
                <a16:creationId xmlns:a16="http://schemas.microsoft.com/office/drawing/2014/main" id="{529415CF-BB02-52D4-D1D9-36AAA3AA4ECD}"/>
              </a:ext>
            </a:extLst>
          </p:cNvPr>
          <p:cNvCxnSpPr>
            <a:cxnSpLocks/>
          </p:cNvCxnSpPr>
          <p:nvPr/>
        </p:nvCxnSpPr>
        <p:spPr>
          <a:xfrm flipV="1">
            <a:off x="7780280" y="3630890"/>
            <a:ext cx="1909514" cy="941110"/>
          </a:xfrm>
          <a:prstGeom prst="line">
            <a:avLst/>
          </a:prstGeom>
        </p:spPr>
        <p:style>
          <a:lnRef idx="3">
            <a:schemeClr val="accent1"/>
          </a:lnRef>
          <a:fillRef idx="0">
            <a:schemeClr val="accent1"/>
          </a:fillRef>
          <a:effectRef idx="2">
            <a:schemeClr val="accent1"/>
          </a:effectRef>
          <a:fontRef idx="minor">
            <a:schemeClr val="tx1"/>
          </a:fontRef>
        </p:style>
      </p:cxnSp>
      <p:cxnSp>
        <p:nvCxnSpPr>
          <p:cNvPr id="38" name="Straight Connector 37">
            <a:extLst>
              <a:ext uri="{FF2B5EF4-FFF2-40B4-BE49-F238E27FC236}">
                <a16:creationId xmlns:a16="http://schemas.microsoft.com/office/drawing/2014/main" id="{04BFFBDF-C6C8-97FF-9979-9468E93B4248}"/>
              </a:ext>
            </a:extLst>
          </p:cNvPr>
          <p:cNvCxnSpPr>
            <a:cxnSpLocks/>
          </p:cNvCxnSpPr>
          <p:nvPr/>
        </p:nvCxnSpPr>
        <p:spPr>
          <a:xfrm flipV="1">
            <a:off x="7739996" y="3791733"/>
            <a:ext cx="2183479" cy="1124473"/>
          </a:xfrm>
          <a:prstGeom prst="line">
            <a:avLst/>
          </a:prstGeom>
        </p:spPr>
        <p:style>
          <a:lnRef idx="3">
            <a:schemeClr val="accent1"/>
          </a:lnRef>
          <a:fillRef idx="0">
            <a:schemeClr val="accent1"/>
          </a:fillRef>
          <a:effectRef idx="2">
            <a:schemeClr val="accent1"/>
          </a:effectRef>
          <a:fontRef idx="minor">
            <a:schemeClr val="tx1"/>
          </a:fontRef>
        </p:style>
      </p:cxnSp>
      <p:cxnSp>
        <p:nvCxnSpPr>
          <p:cNvPr id="39" name="Straight Connector 38">
            <a:extLst>
              <a:ext uri="{FF2B5EF4-FFF2-40B4-BE49-F238E27FC236}">
                <a16:creationId xmlns:a16="http://schemas.microsoft.com/office/drawing/2014/main" id="{E1E2CA7D-B176-CEB1-AFF2-0C445FED903A}"/>
              </a:ext>
            </a:extLst>
          </p:cNvPr>
          <p:cNvCxnSpPr>
            <a:cxnSpLocks/>
          </p:cNvCxnSpPr>
          <p:nvPr/>
        </p:nvCxnSpPr>
        <p:spPr>
          <a:xfrm flipV="1">
            <a:off x="7874167" y="4085782"/>
            <a:ext cx="2022757" cy="1009850"/>
          </a:xfrm>
          <a:prstGeom prst="line">
            <a:avLst/>
          </a:prstGeom>
        </p:spPr>
        <p:style>
          <a:lnRef idx="3">
            <a:schemeClr val="accent1"/>
          </a:lnRef>
          <a:fillRef idx="0">
            <a:schemeClr val="accent1"/>
          </a:fillRef>
          <a:effectRef idx="2">
            <a:schemeClr val="accent1"/>
          </a:effectRef>
          <a:fontRef idx="minor">
            <a:schemeClr val="tx1"/>
          </a:fontRef>
        </p:style>
      </p:cxnSp>
      <p:cxnSp>
        <p:nvCxnSpPr>
          <p:cNvPr id="40" name="Straight Connector 39">
            <a:extLst>
              <a:ext uri="{FF2B5EF4-FFF2-40B4-BE49-F238E27FC236}">
                <a16:creationId xmlns:a16="http://schemas.microsoft.com/office/drawing/2014/main" id="{338AC96F-3AA6-6F4C-3611-2DB004F34C21}"/>
              </a:ext>
            </a:extLst>
          </p:cNvPr>
          <p:cNvCxnSpPr>
            <a:cxnSpLocks/>
          </p:cNvCxnSpPr>
          <p:nvPr/>
        </p:nvCxnSpPr>
        <p:spPr>
          <a:xfrm flipV="1">
            <a:off x="7860374" y="4238182"/>
            <a:ext cx="2188950" cy="1161179"/>
          </a:xfrm>
          <a:prstGeom prst="line">
            <a:avLst/>
          </a:prstGeom>
        </p:spPr>
        <p:style>
          <a:lnRef idx="3">
            <a:schemeClr val="accent1"/>
          </a:lnRef>
          <a:fillRef idx="0">
            <a:schemeClr val="accent1"/>
          </a:fillRef>
          <a:effectRef idx="2">
            <a:schemeClr val="accent1"/>
          </a:effectRef>
          <a:fontRef idx="minor">
            <a:schemeClr val="tx1"/>
          </a:fontRef>
        </p:style>
      </p:cxnSp>
      <p:cxnSp>
        <p:nvCxnSpPr>
          <p:cNvPr id="77" name="Straight Connector 76">
            <a:extLst>
              <a:ext uri="{FF2B5EF4-FFF2-40B4-BE49-F238E27FC236}">
                <a16:creationId xmlns:a16="http://schemas.microsoft.com/office/drawing/2014/main" id="{27D649C7-556B-84A2-FBA8-6C048D364CDE}"/>
              </a:ext>
            </a:extLst>
          </p:cNvPr>
          <p:cNvCxnSpPr>
            <a:cxnSpLocks/>
          </p:cNvCxnSpPr>
          <p:nvPr/>
        </p:nvCxnSpPr>
        <p:spPr>
          <a:xfrm flipV="1">
            <a:off x="7961506" y="4431112"/>
            <a:ext cx="2109507" cy="1098917"/>
          </a:xfrm>
          <a:prstGeom prst="line">
            <a:avLst/>
          </a:prstGeom>
        </p:spPr>
        <p:style>
          <a:lnRef idx="3">
            <a:schemeClr val="accent1"/>
          </a:lnRef>
          <a:fillRef idx="0">
            <a:schemeClr val="accent1"/>
          </a:fillRef>
          <a:effectRef idx="2">
            <a:schemeClr val="accent1"/>
          </a:effectRef>
          <a:fontRef idx="minor">
            <a:schemeClr val="tx1"/>
          </a:fontRef>
        </p:style>
      </p:cxnSp>
      <p:cxnSp>
        <p:nvCxnSpPr>
          <p:cNvPr id="78" name="Straight Connector 77">
            <a:extLst>
              <a:ext uri="{FF2B5EF4-FFF2-40B4-BE49-F238E27FC236}">
                <a16:creationId xmlns:a16="http://schemas.microsoft.com/office/drawing/2014/main" id="{8FD3F49F-5A0C-0B5A-B7F5-762B5894AA40}"/>
              </a:ext>
            </a:extLst>
          </p:cNvPr>
          <p:cNvCxnSpPr>
            <a:cxnSpLocks/>
          </p:cNvCxnSpPr>
          <p:nvPr/>
        </p:nvCxnSpPr>
        <p:spPr>
          <a:xfrm flipV="1">
            <a:off x="8359152" y="4574566"/>
            <a:ext cx="2022757" cy="1009850"/>
          </a:xfrm>
          <a:prstGeom prst="line">
            <a:avLst/>
          </a:prstGeom>
        </p:spPr>
        <p:style>
          <a:lnRef idx="3">
            <a:schemeClr val="accent1"/>
          </a:lnRef>
          <a:fillRef idx="0">
            <a:schemeClr val="accent1"/>
          </a:fillRef>
          <a:effectRef idx="2">
            <a:schemeClr val="accent1"/>
          </a:effectRef>
          <a:fontRef idx="minor">
            <a:schemeClr val="tx1"/>
          </a:fontRef>
        </p:style>
      </p:cxnSp>
      <p:cxnSp>
        <p:nvCxnSpPr>
          <p:cNvPr id="79" name="Straight Connector 78">
            <a:extLst>
              <a:ext uri="{FF2B5EF4-FFF2-40B4-BE49-F238E27FC236}">
                <a16:creationId xmlns:a16="http://schemas.microsoft.com/office/drawing/2014/main" id="{9810F298-F439-5980-D00B-83884D0B305F}"/>
              </a:ext>
            </a:extLst>
          </p:cNvPr>
          <p:cNvCxnSpPr>
            <a:cxnSpLocks/>
          </p:cNvCxnSpPr>
          <p:nvPr/>
        </p:nvCxnSpPr>
        <p:spPr>
          <a:xfrm flipV="1">
            <a:off x="8450881" y="4794003"/>
            <a:ext cx="2188950" cy="1161179"/>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053067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1" name="Straight Connector 10">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428ACC-71EC-4171-9527-10983BA6B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FCCCBB-3F5F-4826-693D-C2E026D7EF56}"/>
              </a:ext>
            </a:extLst>
          </p:cNvPr>
          <p:cNvSpPr>
            <a:spLocks noGrp="1"/>
          </p:cNvSpPr>
          <p:nvPr>
            <p:ph type="title"/>
          </p:nvPr>
        </p:nvSpPr>
        <p:spPr>
          <a:xfrm>
            <a:off x="8141110" y="639098"/>
            <a:ext cx="3401961" cy="3494790"/>
          </a:xfrm>
        </p:spPr>
        <p:txBody>
          <a:bodyPr vert="horz" lIns="91440" tIns="45720" rIns="91440" bIns="45720" rtlCol="0" anchor="b">
            <a:normAutofit/>
          </a:bodyPr>
          <a:lstStyle/>
          <a:p>
            <a:r>
              <a:rPr lang="en-US" sz="5400" dirty="0">
                <a:solidFill>
                  <a:schemeClr val="tx1">
                    <a:lumMod val="85000"/>
                    <a:lumOff val="15000"/>
                  </a:schemeClr>
                </a:solidFill>
              </a:rPr>
              <a:t>More Examples</a:t>
            </a:r>
          </a:p>
        </p:txBody>
      </p:sp>
      <p:pic>
        <p:nvPicPr>
          <p:cNvPr id="4" name="Content Placeholder 3" descr="A diagram of a diagram&#10;&#10;Description automatically generated">
            <a:extLst>
              <a:ext uri="{FF2B5EF4-FFF2-40B4-BE49-F238E27FC236}">
                <a16:creationId xmlns:a16="http://schemas.microsoft.com/office/drawing/2014/main" id="{39281805-53C4-D3D2-2D68-D499A6687ADC}"/>
              </a:ext>
            </a:extLst>
          </p:cNvPr>
          <p:cNvPicPr>
            <a:picLocks noGrp="1" noChangeAspect="1"/>
          </p:cNvPicPr>
          <p:nvPr>
            <p:ph idx="1"/>
          </p:nvPr>
        </p:nvPicPr>
        <p:blipFill>
          <a:blip r:embed="rId3">
            <a:extLst>
              <a:ext uri="{28A0092B-C50C-407E-A947-70E740481C1C}">
                <a14:useLocalDpi xmlns:a14="http://schemas.microsoft.com/office/drawing/2010/main"/>
              </a:ext>
            </a:extLst>
          </a:blip>
          <a:stretch>
            <a:fillRect/>
          </a:stretch>
        </p:blipFill>
        <p:spPr>
          <a:xfrm>
            <a:off x="663562" y="640081"/>
            <a:ext cx="6853091" cy="5054156"/>
          </a:xfrm>
          <a:prstGeom prst="rect">
            <a:avLst/>
          </a:prstGeom>
        </p:spPr>
      </p:pic>
      <p:cxnSp>
        <p:nvCxnSpPr>
          <p:cNvPr id="15" name="Straight Connector 14">
            <a:extLst>
              <a:ext uri="{FF2B5EF4-FFF2-40B4-BE49-F238E27FC236}">
                <a16:creationId xmlns:a16="http://schemas.microsoft.com/office/drawing/2014/main" id="{BA22713B-ABB6-4391-97F9-0449A2B9B6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D4480B4-953D-41FA-9052-09AB3A026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0F76E602-C761-0E35-6D6E-CBFB83DD9B7C}"/>
              </a:ext>
            </a:extLst>
          </p:cNvPr>
          <p:cNvSpPr txBox="1"/>
          <p:nvPr/>
        </p:nvSpPr>
        <p:spPr>
          <a:xfrm>
            <a:off x="13401" y="1844980"/>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min</a:t>
            </a:r>
            <a:endParaRPr lang="en-GB" sz="2400" dirty="0">
              <a:solidFill>
                <a:srgbClr val="FF0000"/>
              </a:solidFill>
            </a:endParaRPr>
          </a:p>
        </p:txBody>
      </p:sp>
      <p:sp>
        <p:nvSpPr>
          <p:cNvPr id="5" name="TextBox 4">
            <a:extLst>
              <a:ext uri="{FF2B5EF4-FFF2-40B4-BE49-F238E27FC236}">
                <a16:creationId xmlns:a16="http://schemas.microsoft.com/office/drawing/2014/main" id="{28484DDB-A677-80E8-76F0-031B750F5614}"/>
              </a:ext>
            </a:extLst>
          </p:cNvPr>
          <p:cNvSpPr txBox="1"/>
          <p:nvPr/>
        </p:nvSpPr>
        <p:spPr>
          <a:xfrm>
            <a:off x="13401" y="2929027"/>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6" name="TextBox 5">
            <a:extLst>
              <a:ext uri="{FF2B5EF4-FFF2-40B4-BE49-F238E27FC236}">
                <a16:creationId xmlns:a16="http://schemas.microsoft.com/office/drawing/2014/main" id="{FDC459D1-7F9C-6641-AA97-F0E0C0A3FC17}"/>
              </a:ext>
            </a:extLst>
          </p:cNvPr>
          <p:cNvSpPr txBox="1"/>
          <p:nvPr/>
        </p:nvSpPr>
        <p:spPr>
          <a:xfrm>
            <a:off x="39105" y="743234"/>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Tree>
    <p:extLst>
      <p:ext uri="{BB962C8B-B14F-4D97-AF65-F5344CB8AC3E}">
        <p14:creationId xmlns:p14="http://schemas.microsoft.com/office/powerpoint/2010/main" val="23521353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diagram&#10;&#10;Description automatically generated">
            <a:extLst>
              <a:ext uri="{FF2B5EF4-FFF2-40B4-BE49-F238E27FC236}">
                <a16:creationId xmlns:a16="http://schemas.microsoft.com/office/drawing/2014/main" id="{CFA2FDC4-4EBC-0A53-0365-C835A129840C}"/>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1229032" y="195815"/>
            <a:ext cx="9517626" cy="6095960"/>
          </a:xfrm>
          <a:prstGeom prst="rect">
            <a:avLst/>
          </a:prstGeom>
        </p:spPr>
      </p:pic>
      <p:sp>
        <p:nvSpPr>
          <p:cNvPr id="5" name="TextBox 4">
            <a:extLst>
              <a:ext uri="{FF2B5EF4-FFF2-40B4-BE49-F238E27FC236}">
                <a16:creationId xmlns:a16="http://schemas.microsoft.com/office/drawing/2014/main" id="{E709AF1B-6C8D-85EA-A206-0DEE3CFF15B2}"/>
              </a:ext>
            </a:extLst>
          </p:cNvPr>
          <p:cNvSpPr txBox="1"/>
          <p:nvPr/>
        </p:nvSpPr>
        <p:spPr>
          <a:xfrm>
            <a:off x="0" y="16633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min</a:t>
            </a:r>
            <a:endParaRPr lang="en-GB" sz="2400" dirty="0">
              <a:solidFill>
                <a:srgbClr val="FF0000"/>
              </a:solidFill>
            </a:endParaRPr>
          </a:p>
        </p:txBody>
      </p:sp>
      <p:sp>
        <p:nvSpPr>
          <p:cNvPr id="6" name="TextBox 5">
            <a:extLst>
              <a:ext uri="{FF2B5EF4-FFF2-40B4-BE49-F238E27FC236}">
                <a16:creationId xmlns:a16="http://schemas.microsoft.com/office/drawing/2014/main" id="{CE8006BD-8F94-C702-2D34-35AD297D5BD0}"/>
              </a:ext>
            </a:extLst>
          </p:cNvPr>
          <p:cNvSpPr txBox="1"/>
          <p:nvPr/>
        </p:nvSpPr>
        <p:spPr>
          <a:xfrm>
            <a:off x="34774" y="296733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7" name="TextBox 6">
            <a:extLst>
              <a:ext uri="{FF2B5EF4-FFF2-40B4-BE49-F238E27FC236}">
                <a16:creationId xmlns:a16="http://schemas.microsoft.com/office/drawing/2014/main" id="{A3E3F105-B320-0DC4-5E56-D4910499FA83}"/>
              </a:ext>
            </a:extLst>
          </p:cNvPr>
          <p:cNvSpPr txBox="1"/>
          <p:nvPr/>
        </p:nvSpPr>
        <p:spPr>
          <a:xfrm>
            <a:off x="17387" y="53847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8" name="TextBox 7">
            <a:extLst>
              <a:ext uri="{FF2B5EF4-FFF2-40B4-BE49-F238E27FC236}">
                <a16:creationId xmlns:a16="http://schemas.microsoft.com/office/drawing/2014/main" id="{3F0EEB02-9C37-2D0D-A8A1-97249753E755}"/>
              </a:ext>
            </a:extLst>
          </p:cNvPr>
          <p:cNvSpPr txBox="1"/>
          <p:nvPr/>
        </p:nvSpPr>
        <p:spPr>
          <a:xfrm>
            <a:off x="9345561" y="307643"/>
            <a:ext cx="2236839"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1- using Min max </a:t>
            </a:r>
            <a:endParaRPr lang="en-GB" sz="2400" dirty="0">
              <a:solidFill>
                <a:srgbClr val="FF0000"/>
              </a:solidFill>
            </a:endParaRPr>
          </a:p>
        </p:txBody>
      </p:sp>
      <p:sp>
        <p:nvSpPr>
          <p:cNvPr id="9" name="TextBox 8">
            <a:extLst>
              <a:ext uri="{FF2B5EF4-FFF2-40B4-BE49-F238E27FC236}">
                <a16:creationId xmlns:a16="http://schemas.microsoft.com/office/drawing/2014/main" id="{AC951064-7D4F-9B70-C698-646C7F1C8AB2}"/>
              </a:ext>
            </a:extLst>
          </p:cNvPr>
          <p:cNvSpPr txBox="1"/>
          <p:nvPr/>
        </p:nvSpPr>
        <p:spPr>
          <a:xfrm>
            <a:off x="1966814" y="2342987"/>
            <a:ext cx="89437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6</a:t>
            </a:r>
            <a:endParaRPr lang="en-GB" sz="2400" dirty="0">
              <a:solidFill>
                <a:srgbClr val="FF0000"/>
              </a:solidFill>
            </a:endParaRPr>
          </a:p>
        </p:txBody>
      </p:sp>
      <p:sp>
        <p:nvSpPr>
          <p:cNvPr id="10" name="TextBox 9">
            <a:extLst>
              <a:ext uri="{FF2B5EF4-FFF2-40B4-BE49-F238E27FC236}">
                <a16:creationId xmlns:a16="http://schemas.microsoft.com/office/drawing/2014/main" id="{F27DB051-2B23-A8FE-E5E1-FB8D1CC0FC2D}"/>
              </a:ext>
            </a:extLst>
          </p:cNvPr>
          <p:cNvSpPr txBox="1"/>
          <p:nvPr/>
        </p:nvSpPr>
        <p:spPr>
          <a:xfrm>
            <a:off x="4793588" y="2384999"/>
            <a:ext cx="8009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10</a:t>
            </a:r>
            <a:endParaRPr lang="en-GB" sz="2400" dirty="0">
              <a:solidFill>
                <a:srgbClr val="FF0000"/>
              </a:solidFill>
            </a:endParaRPr>
          </a:p>
        </p:txBody>
      </p:sp>
      <p:sp>
        <p:nvSpPr>
          <p:cNvPr id="11" name="TextBox 10">
            <a:extLst>
              <a:ext uri="{FF2B5EF4-FFF2-40B4-BE49-F238E27FC236}">
                <a16:creationId xmlns:a16="http://schemas.microsoft.com/office/drawing/2014/main" id="{888E1E20-DDB2-D369-2E03-C03D1B9692D4}"/>
              </a:ext>
            </a:extLst>
          </p:cNvPr>
          <p:cNvSpPr txBox="1"/>
          <p:nvPr/>
        </p:nvSpPr>
        <p:spPr>
          <a:xfrm>
            <a:off x="6597447" y="2376068"/>
            <a:ext cx="89437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2</a:t>
            </a:r>
            <a:endParaRPr lang="en-GB" sz="2400" dirty="0">
              <a:solidFill>
                <a:srgbClr val="FF0000"/>
              </a:solidFill>
            </a:endParaRPr>
          </a:p>
        </p:txBody>
      </p:sp>
      <p:sp>
        <p:nvSpPr>
          <p:cNvPr id="12" name="TextBox 11">
            <a:extLst>
              <a:ext uri="{FF2B5EF4-FFF2-40B4-BE49-F238E27FC236}">
                <a16:creationId xmlns:a16="http://schemas.microsoft.com/office/drawing/2014/main" id="{2E8F8583-3275-60F9-A042-10177511A490}"/>
              </a:ext>
            </a:extLst>
          </p:cNvPr>
          <p:cNvSpPr txBox="1"/>
          <p:nvPr/>
        </p:nvSpPr>
        <p:spPr>
          <a:xfrm>
            <a:off x="8859227" y="2215843"/>
            <a:ext cx="963200"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18</a:t>
            </a:r>
            <a:endParaRPr lang="en-GB" sz="2400" dirty="0">
              <a:solidFill>
                <a:srgbClr val="FF0000"/>
              </a:solidFill>
            </a:endParaRPr>
          </a:p>
        </p:txBody>
      </p:sp>
      <p:sp>
        <p:nvSpPr>
          <p:cNvPr id="13" name="TextBox 12">
            <a:extLst>
              <a:ext uri="{FF2B5EF4-FFF2-40B4-BE49-F238E27FC236}">
                <a16:creationId xmlns:a16="http://schemas.microsoft.com/office/drawing/2014/main" id="{22C0BC9B-F99B-DE2C-B4FD-F212F890DA8A}"/>
              </a:ext>
            </a:extLst>
          </p:cNvPr>
          <p:cNvSpPr txBox="1"/>
          <p:nvPr/>
        </p:nvSpPr>
        <p:spPr>
          <a:xfrm>
            <a:off x="2861188" y="1202816"/>
            <a:ext cx="89437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6</a:t>
            </a:r>
            <a:endParaRPr lang="en-GB" sz="2400" dirty="0">
              <a:solidFill>
                <a:srgbClr val="FF0000"/>
              </a:solidFill>
            </a:endParaRPr>
          </a:p>
        </p:txBody>
      </p:sp>
      <p:sp>
        <p:nvSpPr>
          <p:cNvPr id="14" name="TextBox 13">
            <a:extLst>
              <a:ext uri="{FF2B5EF4-FFF2-40B4-BE49-F238E27FC236}">
                <a16:creationId xmlns:a16="http://schemas.microsoft.com/office/drawing/2014/main" id="{A4754EAA-7C2C-2599-266B-D31918367151}"/>
              </a:ext>
            </a:extLst>
          </p:cNvPr>
          <p:cNvSpPr txBox="1"/>
          <p:nvPr/>
        </p:nvSpPr>
        <p:spPr>
          <a:xfrm>
            <a:off x="7748181" y="102248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2</a:t>
            </a:r>
            <a:endParaRPr lang="en-GB" sz="2400" dirty="0">
              <a:solidFill>
                <a:srgbClr val="FF0000"/>
              </a:solidFill>
            </a:endParaRPr>
          </a:p>
        </p:txBody>
      </p:sp>
      <p:sp>
        <p:nvSpPr>
          <p:cNvPr id="15" name="TextBox 14">
            <a:extLst>
              <a:ext uri="{FF2B5EF4-FFF2-40B4-BE49-F238E27FC236}">
                <a16:creationId xmlns:a16="http://schemas.microsoft.com/office/drawing/2014/main" id="{A5741E6C-748A-2471-1C49-C52A5B07C2EE}"/>
              </a:ext>
            </a:extLst>
          </p:cNvPr>
          <p:cNvSpPr txBox="1"/>
          <p:nvPr/>
        </p:nvSpPr>
        <p:spPr>
          <a:xfrm>
            <a:off x="4400298" y="19581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6</a:t>
            </a:r>
            <a:endParaRPr lang="en-GB" sz="2400" dirty="0">
              <a:solidFill>
                <a:srgbClr val="FF0000"/>
              </a:solidFill>
            </a:endParaRPr>
          </a:p>
        </p:txBody>
      </p:sp>
    </p:spTree>
    <p:extLst>
      <p:ext uri="{BB962C8B-B14F-4D97-AF65-F5344CB8AC3E}">
        <p14:creationId xmlns:p14="http://schemas.microsoft.com/office/powerpoint/2010/main" val="89994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D7D31-BE2A-29A1-4813-1DF4521A67B1}"/>
            </a:ext>
          </a:extLst>
        </p:cNvPr>
        <p:cNvGrpSpPr/>
        <p:nvPr/>
      </p:nvGrpSpPr>
      <p:grpSpPr>
        <a:xfrm>
          <a:off x="0" y="0"/>
          <a:ext cx="0" cy="0"/>
          <a:chOff x="0" y="0"/>
          <a:chExt cx="0" cy="0"/>
        </a:xfrm>
      </p:grpSpPr>
      <p:pic>
        <p:nvPicPr>
          <p:cNvPr id="4" name="Content Placeholder 3" descr="A diagram of a diagram&#10;&#10;Description automatically generated">
            <a:extLst>
              <a:ext uri="{FF2B5EF4-FFF2-40B4-BE49-F238E27FC236}">
                <a16:creationId xmlns:a16="http://schemas.microsoft.com/office/drawing/2014/main" id="{234930EF-16B7-600B-AE4C-59D583E486BC}"/>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1229032" y="195815"/>
            <a:ext cx="9517626" cy="6095960"/>
          </a:xfrm>
          <a:prstGeom prst="rect">
            <a:avLst/>
          </a:prstGeom>
        </p:spPr>
      </p:pic>
      <p:sp>
        <p:nvSpPr>
          <p:cNvPr id="5" name="TextBox 4">
            <a:extLst>
              <a:ext uri="{FF2B5EF4-FFF2-40B4-BE49-F238E27FC236}">
                <a16:creationId xmlns:a16="http://schemas.microsoft.com/office/drawing/2014/main" id="{10630167-EEF6-77C5-57C6-44D6D0606C28}"/>
              </a:ext>
            </a:extLst>
          </p:cNvPr>
          <p:cNvSpPr txBox="1"/>
          <p:nvPr/>
        </p:nvSpPr>
        <p:spPr>
          <a:xfrm>
            <a:off x="0" y="16633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min</a:t>
            </a:r>
            <a:endParaRPr lang="en-GB" sz="2400" dirty="0">
              <a:solidFill>
                <a:srgbClr val="FF0000"/>
              </a:solidFill>
            </a:endParaRPr>
          </a:p>
        </p:txBody>
      </p:sp>
      <p:sp>
        <p:nvSpPr>
          <p:cNvPr id="6" name="TextBox 5">
            <a:extLst>
              <a:ext uri="{FF2B5EF4-FFF2-40B4-BE49-F238E27FC236}">
                <a16:creationId xmlns:a16="http://schemas.microsoft.com/office/drawing/2014/main" id="{7A22AFE8-1ED4-BE56-3A9F-3E8DBB6F412A}"/>
              </a:ext>
            </a:extLst>
          </p:cNvPr>
          <p:cNvSpPr txBox="1"/>
          <p:nvPr/>
        </p:nvSpPr>
        <p:spPr>
          <a:xfrm>
            <a:off x="34774" y="296733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7" name="TextBox 6">
            <a:extLst>
              <a:ext uri="{FF2B5EF4-FFF2-40B4-BE49-F238E27FC236}">
                <a16:creationId xmlns:a16="http://schemas.microsoft.com/office/drawing/2014/main" id="{A9C11748-3BAD-E6D9-93C3-9027F3FF1F4C}"/>
              </a:ext>
            </a:extLst>
          </p:cNvPr>
          <p:cNvSpPr txBox="1"/>
          <p:nvPr/>
        </p:nvSpPr>
        <p:spPr>
          <a:xfrm>
            <a:off x="17387" y="53847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8" name="TextBox 7">
            <a:extLst>
              <a:ext uri="{FF2B5EF4-FFF2-40B4-BE49-F238E27FC236}">
                <a16:creationId xmlns:a16="http://schemas.microsoft.com/office/drawing/2014/main" id="{44377DE8-50D8-EE51-C2DE-1D1B09717624}"/>
              </a:ext>
            </a:extLst>
          </p:cNvPr>
          <p:cNvSpPr txBox="1"/>
          <p:nvPr/>
        </p:nvSpPr>
        <p:spPr>
          <a:xfrm>
            <a:off x="9345561" y="307643"/>
            <a:ext cx="2236839"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2- using alpha beta</a:t>
            </a:r>
            <a:endParaRPr lang="en-GB" sz="2400" dirty="0">
              <a:solidFill>
                <a:srgbClr val="FF0000"/>
              </a:solidFill>
            </a:endParaRPr>
          </a:p>
        </p:txBody>
      </p:sp>
      <p:sp>
        <p:nvSpPr>
          <p:cNvPr id="2" name="TextBox 1">
            <a:extLst>
              <a:ext uri="{FF2B5EF4-FFF2-40B4-BE49-F238E27FC236}">
                <a16:creationId xmlns:a16="http://schemas.microsoft.com/office/drawing/2014/main" id="{925CC9C7-52EA-B4F7-6237-DC68BC898615}"/>
              </a:ext>
            </a:extLst>
          </p:cNvPr>
          <p:cNvSpPr txBox="1"/>
          <p:nvPr/>
        </p:nvSpPr>
        <p:spPr>
          <a:xfrm>
            <a:off x="1613214" y="2360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3" name="TextBox 2">
            <a:extLst>
              <a:ext uri="{FF2B5EF4-FFF2-40B4-BE49-F238E27FC236}">
                <a16:creationId xmlns:a16="http://schemas.microsoft.com/office/drawing/2014/main" id="{C3C06011-3447-1BAD-A1FD-D4055A5DDE61}"/>
              </a:ext>
            </a:extLst>
          </p:cNvPr>
          <p:cNvSpPr txBox="1"/>
          <p:nvPr/>
        </p:nvSpPr>
        <p:spPr>
          <a:xfrm>
            <a:off x="8862117" y="2360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6" name="TextBox 15">
            <a:extLst>
              <a:ext uri="{FF2B5EF4-FFF2-40B4-BE49-F238E27FC236}">
                <a16:creationId xmlns:a16="http://schemas.microsoft.com/office/drawing/2014/main" id="{61DD37E1-C14D-D02B-DC3F-A6B4CBD6274C}"/>
              </a:ext>
            </a:extLst>
          </p:cNvPr>
          <p:cNvSpPr txBox="1"/>
          <p:nvPr/>
        </p:nvSpPr>
        <p:spPr>
          <a:xfrm>
            <a:off x="6671911" y="230987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7" name="TextBox 16">
            <a:extLst>
              <a:ext uri="{FF2B5EF4-FFF2-40B4-BE49-F238E27FC236}">
                <a16:creationId xmlns:a16="http://schemas.microsoft.com/office/drawing/2014/main" id="{F05CA6D9-5955-EB86-DB40-12F926C3DE07}"/>
              </a:ext>
            </a:extLst>
          </p:cNvPr>
          <p:cNvSpPr txBox="1"/>
          <p:nvPr/>
        </p:nvSpPr>
        <p:spPr>
          <a:xfrm>
            <a:off x="4985679" y="233279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8" name="TextBox 17">
            <a:extLst>
              <a:ext uri="{FF2B5EF4-FFF2-40B4-BE49-F238E27FC236}">
                <a16:creationId xmlns:a16="http://schemas.microsoft.com/office/drawing/2014/main" id="{1127F592-548D-AB01-9126-49F30C371B0B}"/>
              </a:ext>
            </a:extLst>
          </p:cNvPr>
          <p:cNvSpPr txBox="1"/>
          <p:nvPr/>
        </p:nvSpPr>
        <p:spPr>
          <a:xfrm>
            <a:off x="4093039" y="307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9" name="TextBox 18">
            <a:extLst>
              <a:ext uri="{FF2B5EF4-FFF2-40B4-BE49-F238E27FC236}">
                <a16:creationId xmlns:a16="http://schemas.microsoft.com/office/drawing/2014/main" id="{EFC6BD23-523F-3D3B-717C-481835494099}"/>
              </a:ext>
            </a:extLst>
          </p:cNvPr>
          <p:cNvSpPr txBox="1"/>
          <p:nvPr/>
        </p:nvSpPr>
        <p:spPr>
          <a:xfrm>
            <a:off x="7970704" y="107005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20" name="TextBox 19">
            <a:extLst>
              <a:ext uri="{FF2B5EF4-FFF2-40B4-BE49-F238E27FC236}">
                <a16:creationId xmlns:a16="http://schemas.microsoft.com/office/drawing/2014/main" id="{F2709549-847B-AB4A-35A4-3B53F26106F7}"/>
              </a:ext>
            </a:extLst>
          </p:cNvPr>
          <p:cNvSpPr txBox="1"/>
          <p:nvPr/>
        </p:nvSpPr>
        <p:spPr>
          <a:xfrm>
            <a:off x="2429912" y="120172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Tree>
    <p:extLst>
      <p:ext uri="{BB962C8B-B14F-4D97-AF65-F5344CB8AC3E}">
        <p14:creationId xmlns:p14="http://schemas.microsoft.com/office/powerpoint/2010/main" val="14057141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62467-DF3C-41EB-D47F-49FF6C2F8E5A}"/>
            </a:ext>
          </a:extLst>
        </p:cNvPr>
        <p:cNvGrpSpPr/>
        <p:nvPr/>
      </p:nvGrpSpPr>
      <p:grpSpPr>
        <a:xfrm>
          <a:off x="0" y="0"/>
          <a:ext cx="0" cy="0"/>
          <a:chOff x="0" y="0"/>
          <a:chExt cx="0" cy="0"/>
        </a:xfrm>
      </p:grpSpPr>
      <p:pic>
        <p:nvPicPr>
          <p:cNvPr id="4" name="Content Placeholder 3" descr="A diagram of a diagram&#10;&#10;Description automatically generated">
            <a:extLst>
              <a:ext uri="{FF2B5EF4-FFF2-40B4-BE49-F238E27FC236}">
                <a16:creationId xmlns:a16="http://schemas.microsoft.com/office/drawing/2014/main" id="{24E44D8D-FCD5-65F5-77DB-3EA1DD2E3E68}"/>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1229032" y="195815"/>
            <a:ext cx="9517626" cy="6095960"/>
          </a:xfrm>
          <a:prstGeom prst="rect">
            <a:avLst/>
          </a:prstGeom>
        </p:spPr>
      </p:pic>
      <p:sp>
        <p:nvSpPr>
          <p:cNvPr id="5" name="TextBox 4">
            <a:extLst>
              <a:ext uri="{FF2B5EF4-FFF2-40B4-BE49-F238E27FC236}">
                <a16:creationId xmlns:a16="http://schemas.microsoft.com/office/drawing/2014/main" id="{E8625C5F-4BC6-DE44-3613-186ECBCE089E}"/>
              </a:ext>
            </a:extLst>
          </p:cNvPr>
          <p:cNvSpPr txBox="1"/>
          <p:nvPr/>
        </p:nvSpPr>
        <p:spPr>
          <a:xfrm>
            <a:off x="0" y="16633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min</a:t>
            </a:r>
            <a:endParaRPr lang="en-GB" sz="2400" dirty="0">
              <a:solidFill>
                <a:srgbClr val="FF0000"/>
              </a:solidFill>
            </a:endParaRPr>
          </a:p>
        </p:txBody>
      </p:sp>
      <p:sp>
        <p:nvSpPr>
          <p:cNvPr id="6" name="TextBox 5">
            <a:extLst>
              <a:ext uri="{FF2B5EF4-FFF2-40B4-BE49-F238E27FC236}">
                <a16:creationId xmlns:a16="http://schemas.microsoft.com/office/drawing/2014/main" id="{9F88A587-8D30-280E-CB29-B79A1F84278A}"/>
              </a:ext>
            </a:extLst>
          </p:cNvPr>
          <p:cNvSpPr txBox="1"/>
          <p:nvPr/>
        </p:nvSpPr>
        <p:spPr>
          <a:xfrm>
            <a:off x="34774" y="296733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7" name="TextBox 6">
            <a:extLst>
              <a:ext uri="{FF2B5EF4-FFF2-40B4-BE49-F238E27FC236}">
                <a16:creationId xmlns:a16="http://schemas.microsoft.com/office/drawing/2014/main" id="{87D8B3FC-A56F-5558-DBF4-4A0140EAC977}"/>
              </a:ext>
            </a:extLst>
          </p:cNvPr>
          <p:cNvSpPr txBox="1"/>
          <p:nvPr/>
        </p:nvSpPr>
        <p:spPr>
          <a:xfrm>
            <a:off x="17387" y="53847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8" name="TextBox 7">
            <a:extLst>
              <a:ext uri="{FF2B5EF4-FFF2-40B4-BE49-F238E27FC236}">
                <a16:creationId xmlns:a16="http://schemas.microsoft.com/office/drawing/2014/main" id="{2E2566A5-1B02-8BBB-00AB-9EE689879140}"/>
              </a:ext>
            </a:extLst>
          </p:cNvPr>
          <p:cNvSpPr txBox="1"/>
          <p:nvPr/>
        </p:nvSpPr>
        <p:spPr>
          <a:xfrm>
            <a:off x="9345561" y="307643"/>
            <a:ext cx="2236839"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2- using alpha beta</a:t>
            </a:r>
            <a:endParaRPr lang="en-GB" sz="2400" dirty="0">
              <a:solidFill>
                <a:srgbClr val="FF0000"/>
              </a:solidFill>
            </a:endParaRPr>
          </a:p>
        </p:txBody>
      </p:sp>
      <p:sp>
        <p:nvSpPr>
          <p:cNvPr id="2" name="TextBox 1">
            <a:extLst>
              <a:ext uri="{FF2B5EF4-FFF2-40B4-BE49-F238E27FC236}">
                <a16:creationId xmlns:a16="http://schemas.microsoft.com/office/drawing/2014/main" id="{593161F1-EC4E-07BF-E40B-F8E043D6C44F}"/>
              </a:ext>
            </a:extLst>
          </p:cNvPr>
          <p:cNvSpPr txBox="1"/>
          <p:nvPr/>
        </p:nvSpPr>
        <p:spPr>
          <a:xfrm>
            <a:off x="1613214" y="2360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solidFill>
                <a:srgbClr val="FF0000"/>
              </a:solidFill>
            </a:endParaRPr>
          </a:p>
        </p:txBody>
      </p:sp>
      <p:sp>
        <p:nvSpPr>
          <p:cNvPr id="3" name="TextBox 2">
            <a:extLst>
              <a:ext uri="{FF2B5EF4-FFF2-40B4-BE49-F238E27FC236}">
                <a16:creationId xmlns:a16="http://schemas.microsoft.com/office/drawing/2014/main" id="{ECCE836A-621F-E8EF-F9EA-4656F709D9F1}"/>
              </a:ext>
            </a:extLst>
          </p:cNvPr>
          <p:cNvSpPr txBox="1"/>
          <p:nvPr/>
        </p:nvSpPr>
        <p:spPr>
          <a:xfrm>
            <a:off x="8862117" y="2360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6" name="TextBox 15">
            <a:extLst>
              <a:ext uri="{FF2B5EF4-FFF2-40B4-BE49-F238E27FC236}">
                <a16:creationId xmlns:a16="http://schemas.microsoft.com/office/drawing/2014/main" id="{46488765-7879-2EC8-22EB-76D9B5B721D1}"/>
              </a:ext>
            </a:extLst>
          </p:cNvPr>
          <p:cNvSpPr txBox="1"/>
          <p:nvPr/>
        </p:nvSpPr>
        <p:spPr>
          <a:xfrm>
            <a:off x="6671911" y="230987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7" name="TextBox 16">
            <a:extLst>
              <a:ext uri="{FF2B5EF4-FFF2-40B4-BE49-F238E27FC236}">
                <a16:creationId xmlns:a16="http://schemas.microsoft.com/office/drawing/2014/main" id="{B7BA6AD3-6EEB-8411-34D8-836C1C5648CA}"/>
              </a:ext>
            </a:extLst>
          </p:cNvPr>
          <p:cNvSpPr txBox="1"/>
          <p:nvPr/>
        </p:nvSpPr>
        <p:spPr>
          <a:xfrm>
            <a:off x="4985679" y="233279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8" name="TextBox 17">
            <a:extLst>
              <a:ext uri="{FF2B5EF4-FFF2-40B4-BE49-F238E27FC236}">
                <a16:creationId xmlns:a16="http://schemas.microsoft.com/office/drawing/2014/main" id="{CD13AE85-14C2-BAEF-80ED-D47DF1CCDCDD}"/>
              </a:ext>
            </a:extLst>
          </p:cNvPr>
          <p:cNvSpPr txBox="1"/>
          <p:nvPr/>
        </p:nvSpPr>
        <p:spPr>
          <a:xfrm>
            <a:off x="4093039" y="307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9" name="TextBox 18">
            <a:extLst>
              <a:ext uri="{FF2B5EF4-FFF2-40B4-BE49-F238E27FC236}">
                <a16:creationId xmlns:a16="http://schemas.microsoft.com/office/drawing/2014/main" id="{6823FAC1-1C6E-DC74-EDE2-61124B55087D}"/>
              </a:ext>
            </a:extLst>
          </p:cNvPr>
          <p:cNvSpPr txBox="1"/>
          <p:nvPr/>
        </p:nvSpPr>
        <p:spPr>
          <a:xfrm>
            <a:off x="7970704" y="107005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20" name="TextBox 19">
            <a:extLst>
              <a:ext uri="{FF2B5EF4-FFF2-40B4-BE49-F238E27FC236}">
                <a16:creationId xmlns:a16="http://schemas.microsoft.com/office/drawing/2014/main" id="{C11FA68C-179E-CFCA-5357-A20476FE9C0C}"/>
              </a:ext>
            </a:extLst>
          </p:cNvPr>
          <p:cNvSpPr txBox="1"/>
          <p:nvPr/>
        </p:nvSpPr>
        <p:spPr>
          <a:xfrm>
            <a:off x="2429912" y="120172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6</a:t>
            </a:r>
          </a:p>
        </p:txBody>
      </p:sp>
    </p:spTree>
    <p:extLst>
      <p:ext uri="{BB962C8B-B14F-4D97-AF65-F5344CB8AC3E}">
        <p14:creationId xmlns:p14="http://schemas.microsoft.com/office/powerpoint/2010/main" val="21240266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42FE-95B8-2CE0-85E3-208CB9E725E2}"/>
            </a:ext>
          </a:extLst>
        </p:cNvPr>
        <p:cNvGrpSpPr/>
        <p:nvPr/>
      </p:nvGrpSpPr>
      <p:grpSpPr>
        <a:xfrm>
          <a:off x="0" y="0"/>
          <a:ext cx="0" cy="0"/>
          <a:chOff x="0" y="0"/>
          <a:chExt cx="0" cy="0"/>
        </a:xfrm>
      </p:grpSpPr>
      <p:pic>
        <p:nvPicPr>
          <p:cNvPr id="4" name="Content Placeholder 3" descr="A diagram of a diagram&#10;&#10;Description automatically generated">
            <a:extLst>
              <a:ext uri="{FF2B5EF4-FFF2-40B4-BE49-F238E27FC236}">
                <a16:creationId xmlns:a16="http://schemas.microsoft.com/office/drawing/2014/main" id="{7881533B-D07F-3622-FD64-536D67455F99}"/>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1229032" y="195815"/>
            <a:ext cx="9517626" cy="6095960"/>
          </a:xfrm>
          <a:prstGeom prst="rect">
            <a:avLst/>
          </a:prstGeom>
        </p:spPr>
      </p:pic>
      <p:sp>
        <p:nvSpPr>
          <p:cNvPr id="5" name="TextBox 4">
            <a:extLst>
              <a:ext uri="{FF2B5EF4-FFF2-40B4-BE49-F238E27FC236}">
                <a16:creationId xmlns:a16="http://schemas.microsoft.com/office/drawing/2014/main" id="{0792A1AA-5C27-4463-2B13-FC0E4BD2922C}"/>
              </a:ext>
            </a:extLst>
          </p:cNvPr>
          <p:cNvSpPr txBox="1"/>
          <p:nvPr/>
        </p:nvSpPr>
        <p:spPr>
          <a:xfrm>
            <a:off x="0" y="16633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min</a:t>
            </a:r>
            <a:endParaRPr lang="en-GB" sz="2400" dirty="0">
              <a:solidFill>
                <a:srgbClr val="FF0000"/>
              </a:solidFill>
            </a:endParaRPr>
          </a:p>
        </p:txBody>
      </p:sp>
      <p:sp>
        <p:nvSpPr>
          <p:cNvPr id="6" name="TextBox 5">
            <a:extLst>
              <a:ext uri="{FF2B5EF4-FFF2-40B4-BE49-F238E27FC236}">
                <a16:creationId xmlns:a16="http://schemas.microsoft.com/office/drawing/2014/main" id="{C27B5E23-3EC7-5330-211C-05FAFCD68EDF}"/>
              </a:ext>
            </a:extLst>
          </p:cNvPr>
          <p:cNvSpPr txBox="1"/>
          <p:nvPr/>
        </p:nvSpPr>
        <p:spPr>
          <a:xfrm>
            <a:off x="34774" y="296733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7" name="TextBox 6">
            <a:extLst>
              <a:ext uri="{FF2B5EF4-FFF2-40B4-BE49-F238E27FC236}">
                <a16:creationId xmlns:a16="http://schemas.microsoft.com/office/drawing/2014/main" id="{9C88C119-A1D0-4408-98A7-7D5F9F790A95}"/>
              </a:ext>
            </a:extLst>
          </p:cNvPr>
          <p:cNvSpPr txBox="1"/>
          <p:nvPr/>
        </p:nvSpPr>
        <p:spPr>
          <a:xfrm>
            <a:off x="17387" y="53847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8" name="TextBox 7">
            <a:extLst>
              <a:ext uri="{FF2B5EF4-FFF2-40B4-BE49-F238E27FC236}">
                <a16:creationId xmlns:a16="http://schemas.microsoft.com/office/drawing/2014/main" id="{5DE31F8B-D1AB-B3AA-087F-582448CE5306}"/>
              </a:ext>
            </a:extLst>
          </p:cNvPr>
          <p:cNvSpPr txBox="1"/>
          <p:nvPr/>
        </p:nvSpPr>
        <p:spPr>
          <a:xfrm>
            <a:off x="9345561" y="307643"/>
            <a:ext cx="2236839"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2- using alpha beta</a:t>
            </a:r>
            <a:endParaRPr lang="en-GB" sz="2400" dirty="0">
              <a:solidFill>
                <a:srgbClr val="FF0000"/>
              </a:solidFill>
            </a:endParaRPr>
          </a:p>
        </p:txBody>
      </p:sp>
      <p:sp>
        <p:nvSpPr>
          <p:cNvPr id="2" name="TextBox 1">
            <a:extLst>
              <a:ext uri="{FF2B5EF4-FFF2-40B4-BE49-F238E27FC236}">
                <a16:creationId xmlns:a16="http://schemas.microsoft.com/office/drawing/2014/main" id="{8E694256-8CDA-8345-1877-928CC53E080D}"/>
              </a:ext>
            </a:extLst>
          </p:cNvPr>
          <p:cNvSpPr txBox="1"/>
          <p:nvPr/>
        </p:nvSpPr>
        <p:spPr>
          <a:xfrm>
            <a:off x="1613214" y="2360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solidFill>
                <a:srgbClr val="FF0000"/>
              </a:solidFill>
            </a:endParaRPr>
          </a:p>
        </p:txBody>
      </p:sp>
      <p:sp>
        <p:nvSpPr>
          <p:cNvPr id="3" name="TextBox 2">
            <a:extLst>
              <a:ext uri="{FF2B5EF4-FFF2-40B4-BE49-F238E27FC236}">
                <a16:creationId xmlns:a16="http://schemas.microsoft.com/office/drawing/2014/main" id="{4EC0D633-165E-BB2E-57B1-F84397B2F9E3}"/>
              </a:ext>
            </a:extLst>
          </p:cNvPr>
          <p:cNvSpPr txBox="1"/>
          <p:nvPr/>
        </p:nvSpPr>
        <p:spPr>
          <a:xfrm>
            <a:off x="8862117" y="2360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6" name="TextBox 15">
            <a:extLst>
              <a:ext uri="{FF2B5EF4-FFF2-40B4-BE49-F238E27FC236}">
                <a16:creationId xmlns:a16="http://schemas.microsoft.com/office/drawing/2014/main" id="{BB9B296A-297F-D1F6-FE58-D6207CEFB036}"/>
              </a:ext>
            </a:extLst>
          </p:cNvPr>
          <p:cNvSpPr txBox="1"/>
          <p:nvPr/>
        </p:nvSpPr>
        <p:spPr>
          <a:xfrm>
            <a:off x="6671911" y="230987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7" name="TextBox 16">
            <a:extLst>
              <a:ext uri="{FF2B5EF4-FFF2-40B4-BE49-F238E27FC236}">
                <a16:creationId xmlns:a16="http://schemas.microsoft.com/office/drawing/2014/main" id="{4B51E871-4216-17FD-6396-F44E48C7CDF6}"/>
              </a:ext>
            </a:extLst>
          </p:cNvPr>
          <p:cNvSpPr txBox="1"/>
          <p:nvPr/>
        </p:nvSpPr>
        <p:spPr>
          <a:xfrm>
            <a:off x="4985679" y="233279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16393264-54B6-A708-2EB1-7B26015DC8A5}"/>
              </a:ext>
            </a:extLst>
          </p:cNvPr>
          <p:cNvSpPr txBox="1"/>
          <p:nvPr/>
        </p:nvSpPr>
        <p:spPr>
          <a:xfrm>
            <a:off x="4093039" y="307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9" name="TextBox 18">
            <a:extLst>
              <a:ext uri="{FF2B5EF4-FFF2-40B4-BE49-F238E27FC236}">
                <a16:creationId xmlns:a16="http://schemas.microsoft.com/office/drawing/2014/main" id="{49D7F9F5-A8E1-8A42-E6F7-C4960C1D242E}"/>
              </a:ext>
            </a:extLst>
          </p:cNvPr>
          <p:cNvSpPr txBox="1"/>
          <p:nvPr/>
        </p:nvSpPr>
        <p:spPr>
          <a:xfrm>
            <a:off x="7970704" y="107005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20" name="TextBox 19">
            <a:extLst>
              <a:ext uri="{FF2B5EF4-FFF2-40B4-BE49-F238E27FC236}">
                <a16:creationId xmlns:a16="http://schemas.microsoft.com/office/drawing/2014/main" id="{23E4A8B8-D7D5-EFE3-A0C2-77E1A0DFEBDF}"/>
              </a:ext>
            </a:extLst>
          </p:cNvPr>
          <p:cNvSpPr txBox="1"/>
          <p:nvPr/>
        </p:nvSpPr>
        <p:spPr>
          <a:xfrm>
            <a:off x="2429912" y="120172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6</a:t>
            </a:r>
          </a:p>
        </p:txBody>
      </p:sp>
      <p:cxnSp>
        <p:nvCxnSpPr>
          <p:cNvPr id="9" name="Straight Connector 8">
            <a:extLst>
              <a:ext uri="{FF2B5EF4-FFF2-40B4-BE49-F238E27FC236}">
                <a16:creationId xmlns:a16="http://schemas.microsoft.com/office/drawing/2014/main" id="{1514172B-7B14-F6FE-27F1-29133F55F919}"/>
              </a:ext>
            </a:extLst>
          </p:cNvPr>
          <p:cNvCxnSpPr>
            <a:cxnSpLocks/>
          </p:cNvCxnSpPr>
          <p:nvPr/>
        </p:nvCxnSpPr>
        <p:spPr>
          <a:xfrm flipV="1">
            <a:off x="4542503" y="3932903"/>
            <a:ext cx="1061884" cy="511278"/>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Straight Connector 9">
            <a:extLst>
              <a:ext uri="{FF2B5EF4-FFF2-40B4-BE49-F238E27FC236}">
                <a16:creationId xmlns:a16="http://schemas.microsoft.com/office/drawing/2014/main" id="{7327D942-A8DF-5211-971D-01EC2650CFD4}"/>
              </a:ext>
            </a:extLst>
          </p:cNvPr>
          <p:cNvCxnSpPr>
            <a:cxnSpLocks/>
          </p:cNvCxnSpPr>
          <p:nvPr/>
        </p:nvCxnSpPr>
        <p:spPr>
          <a:xfrm flipV="1">
            <a:off x="4739148" y="4247535"/>
            <a:ext cx="1052052" cy="383459"/>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Straight Connector 10">
            <a:extLst>
              <a:ext uri="{FF2B5EF4-FFF2-40B4-BE49-F238E27FC236}">
                <a16:creationId xmlns:a16="http://schemas.microsoft.com/office/drawing/2014/main" id="{175D2ACA-8E3D-06B0-4213-767A550F33EB}"/>
              </a:ext>
            </a:extLst>
          </p:cNvPr>
          <p:cNvCxnSpPr>
            <a:cxnSpLocks/>
          </p:cNvCxnSpPr>
          <p:nvPr/>
        </p:nvCxnSpPr>
        <p:spPr>
          <a:xfrm flipV="1">
            <a:off x="4807974" y="4493342"/>
            <a:ext cx="1081549" cy="438106"/>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Straight Connector 11">
            <a:extLst>
              <a:ext uri="{FF2B5EF4-FFF2-40B4-BE49-F238E27FC236}">
                <a16:creationId xmlns:a16="http://schemas.microsoft.com/office/drawing/2014/main" id="{0B9EE12B-DB59-19C3-BD4F-4D8D20DDB26F}"/>
              </a:ext>
            </a:extLst>
          </p:cNvPr>
          <p:cNvCxnSpPr>
            <a:cxnSpLocks/>
          </p:cNvCxnSpPr>
          <p:nvPr/>
        </p:nvCxnSpPr>
        <p:spPr>
          <a:xfrm flipV="1">
            <a:off x="4798142" y="4621161"/>
            <a:ext cx="1297858" cy="570271"/>
          </a:xfrm>
          <a:prstGeom prst="line">
            <a:avLst/>
          </a:prstGeom>
        </p:spPr>
        <p:style>
          <a:lnRef idx="3">
            <a:schemeClr val="accent1"/>
          </a:lnRef>
          <a:fillRef idx="0">
            <a:schemeClr val="accent1"/>
          </a:fillRef>
          <a:effectRef idx="2">
            <a:schemeClr val="accent1"/>
          </a:effectRef>
          <a:fontRef idx="minor">
            <a:schemeClr val="tx1"/>
          </a:fontRef>
        </p:style>
      </p:cxnSp>
      <p:cxnSp>
        <p:nvCxnSpPr>
          <p:cNvPr id="13" name="Straight Connector 12">
            <a:extLst>
              <a:ext uri="{FF2B5EF4-FFF2-40B4-BE49-F238E27FC236}">
                <a16:creationId xmlns:a16="http://schemas.microsoft.com/office/drawing/2014/main" id="{E69E9D15-BBEE-398C-6161-F211FBAB9E4F}"/>
              </a:ext>
            </a:extLst>
          </p:cNvPr>
          <p:cNvCxnSpPr>
            <a:cxnSpLocks/>
          </p:cNvCxnSpPr>
          <p:nvPr/>
        </p:nvCxnSpPr>
        <p:spPr>
          <a:xfrm flipV="1">
            <a:off x="4886632" y="4885592"/>
            <a:ext cx="1061884" cy="522150"/>
          </a:xfrm>
          <a:prstGeom prst="line">
            <a:avLst/>
          </a:prstGeom>
        </p:spPr>
        <p:style>
          <a:lnRef idx="3">
            <a:schemeClr val="accent1"/>
          </a:lnRef>
          <a:fillRef idx="0">
            <a:schemeClr val="accent1"/>
          </a:fillRef>
          <a:effectRef idx="2">
            <a:schemeClr val="accent1"/>
          </a:effectRef>
          <a:fontRef idx="minor">
            <a:schemeClr val="tx1"/>
          </a:fontRef>
        </p:style>
      </p:cxnSp>
      <p:sp>
        <p:nvSpPr>
          <p:cNvPr id="75" name="TextBox 74">
            <a:extLst>
              <a:ext uri="{FF2B5EF4-FFF2-40B4-BE49-F238E27FC236}">
                <a16:creationId xmlns:a16="http://schemas.microsoft.com/office/drawing/2014/main" id="{8C259051-F270-BD0C-76F8-16B5AA4BAC69}"/>
              </a:ext>
            </a:extLst>
          </p:cNvPr>
          <p:cNvSpPr txBox="1"/>
          <p:nvPr/>
        </p:nvSpPr>
        <p:spPr>
          <a:xfrm>
            <a:off x="5113319" y="1244326"/>
            <a:ext cx="1194257" cy="461665"/>
          </a:xfrm>
          <a:prstGeom prst="rect">
            <a:avLst/>
          </a:prstGeom>
          <a:solidFill>
            <a:srgbClr val="0070C0"/>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solidFill>
                  <a:schemeClr val="tx1"/>
                </a:solidFill>
              </a:rPr>
              <a:t>8 &gt;=6 </a:t>
            </a:r>
            <a:endParaRPr lang="en-GB" sz="2400" dirty="0">
              <a:solidFill>
                <a:schemeClr val="tx1"/>
              </a:solidFill>
            </a:endParaRPr>
          </a:p>
        </p:txBody>
      </p:sp>
      <p:cxnSp>
        <p:nvCxnSpPr>
          <p:cNvPr id="77" name="Connector: Curved 76">
            <a:extLst>
              <a:ext uri="{FF2B5EF4-FFF2-40B4-BE49-F238E27FC236}">
                <a16:creationId xmlns:a16="http://schemas.microsoft.com/office/drawing/2014/main" id="{A0B397AA-FB1B-77A5-6DF7-F6A627E72EB5}"/>
              </a:ext>
            </a:extLst>
          </p:cNvPr>
          <p:cNvCxnSpPr>
            <a:cxnSpLocks/>
            <a:stCxn id="75" idx="1"/>
            <a:endCxn id="20" idx="3"/>
          </p:cNvCxnSpPr>
          <p:nvPr/>
        </p:nvCxnSpPr>
        <p:spPr>
          <a:xfrm rot="10800000">
            <a:off x="3624169" y="1432555"/>
            <a:ext cx="1489150" cy="4260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nector: Curved 78">
            <a:extLst>
              <a:ext uri="{FF2B5EF4-FFF2-40B4-BE49-F238E27FC236}">
                <a16:creationId xmlns:a16="http://schemas.microsoft.com/office/drawing/2014/main" id="{DDE92CF8-6AE2-CE2A-5752-4202E272F242}"/>
              </a:ext>
            </a:extLst>
          </p:cNvPr>
          <p:cNvCxnSpPr>
            <a:cxnSpLocks/>
            <a:stCxn id="75" idx="2"/>
            <a:endCxn id="17" idx="0"/>
          </p:cNvCxnSpPr>
          <p:nvPr/>
        </p:nvCxnSpPr>
        <p:spPr>
          <a:xfrm rot="5400000">
            <a:off x="5333224" y="1955575"/>
            <a:ext cx="626808" cy="12764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3519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3BF2A-80B9-6EE3-4F68-E25B5AB85B70}"/>
            </a:ext>
          </a:extLst>
        </p:cNvPr>
        <p:cNvGrpSpPr/>
        <p:nvPr/>
      </p:nvGrpSpPr>
      <p:grpSpPr>
        <a:xfrm>
          <a:off x="0" y="0"/>
          <a:ext cx="0" cy="0"/>
          <a:chOff x="0" y="0"/>
          <a:chExt cx="0" cy="0"/>
        </a:xfrm>
      </p:grpSpPr>
      <p:pic>
        <p:nvPicPr>
          <p:cNvPr id="4" name="Content Placeholder 3" descr="A diagram of a diagram&#10;&#10;Description automatically generated">
            <a:extLst>
              <a:ext uri="{FF2B5EF4-FFF2-40B4-BE49-F238E27FC236}">
                <a16:creationId xmlns:a16="http://schemas.microsoft.com/office/drawing/2014/main" id="{FF7E5EFA-2129-30A7-18F5-F4CC2F107962}"/>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1229032" y="195815"/>
            <a:ext cx="9517626" cy="6095960"/>
          </a:xfrm>
          <a:prstGeom prst="rect">
            <a:avLst/>
          </a:prstGeom>
        </p:spPr>
      </p:pic>
      <p:sp>
        <p:nvSpPr>
          <p:cNvPr id="5" name="TextBox 4">
            <a:extLst>
              <a:ext uri="{FF2B5EF4-FFF2-40B4-BE49-F238E27FC236}">
                <a16:creationId xmlns:a16="http://schemas.microsoft.com/office/drawing/2014/main" id="{D296327A-8960-B56C-EA56-B7B570CE8AEE}"/>
              </a:ext>
            </a:extLst>
          </p:cNvPr>
          <p:cNvSpPr txBox="1"/>
          <p:nvPr/>
        </p:nvSpPr>
        <p:spPr>
          <a:xfrm>
            <a:off x="0" y="16633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min</a:t>
            </a:r>
            <a:endParaRPr lang="en-GB" sz="2400" dirty="0">
              <a:solidFill>
                <a:srgbClr val="FF0000"/>
              </a:solidFill>
            </a:endParaRPr>
          </a:p>
        </p:txBody>
      </p:sp>
      <p:sp>
        <p:nvSpPr>
          <p:cNvPr id="6" name="TextBox 5">
            <a:extLst>
              <a:ext uri="{FF2B5EF4-FFF2-40B4-BE49-F238E27FC236}">
                <a16:creationId xmlns:a16="http://schemas.microsoft.com/office/drawing/2014/main" id="{487BE4D8-898F-E344-8D54-001F9AECA128}"/>
              </a:ext>
            </a:extLst>
          </p:cNvPr>
          <p:cNvSpPr txBox="1"/>
          <p:nvPr/>
        </p:nvSpPr>
        <p:spPr>
          <a:xfrm>
            <a:off x="34774" y="296733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7" name="TextBox 6">
            <a:extLst>
              <a:ext uri="{FF2B5EF4-FFF2-40B4-BE49-F238E27FC236}">
                <a16:creationId xmlns:a16="http://schemas.microsoft.com/office/drawing/2014/main" id="{2BE6BA4C-2AC1-E236-90EE-1624720C1FDF}"/>
              </a:ext>
            </a:extLst>
          </p:cNvPr>
          <p:cNvSpPr txBox="1"/>
          <p:nvPr/>
        </p:nvSpPr>
        <p:spPr>
          <a:xfrm>
            <a:off x="17387" y="53847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8" name="TextBox 7">
            <a:extLst>
              <a:ext uri="{FF2B5EF4-FFF2-40B4-BE49-F238E27FC236}">
                <a16:creationId xmlns:a16="http://schemas.microsoft.com/office/drawing/2014/main" id="{884B6FEC-67F8-81E7-796B-F8B4E0C76980}"/>
              </a:ext>
            </a:extLst>
          </p:cNvPr>
          <p:cNvSpPr txBox="1"/>
          <p:nvPr/>
        </p:nvSpPr>
        <p:spPr>
          <a:xfrm>
            <a:off x="9345561" y="307643"/>
            <a:ext cx="2236839"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2- using alpha beta</a:t>
            </a:r>
            <a:endParaRPr lang="en-GB" sz="2400" dirty="0">
              <a:solidFill>
                <a:srgbClr val="FF0000"/>
              </a:solidFill>
            </a:endParaRPr>
          </a:p>
        </p:txBody>
      </p:sp>
      <p:sp>
        <p:nvSpPr>
          <p:cNvPr id="2" name="TextBox 1">
            <a:extLst>
              <a:ext uri="{FF2B5EF4-FFF2-40B4-BE49-F238E27FC236}">
                <a16:creationId xmlns:a16="http://schemas.microsoft.com/office/drawing/2014/main" id="{71910397-9B99-E6E6-197A-FB897FBC1066}"/>
              </a:ext>
            </a:extLst>
          </p:cNvPr>
          <p:cNvSpPr txBox="1"/>
          <p:nvPr/>
        </p:nvSpPr>
        <p:spPr>
          <a:xfrm>
            <a:off x="1613214" y="2360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solidFill>
                <a:srgbClr val="FF0000"/>
              </a:solidFill>
            </a:endParaRPr>
          </a:p>
        </p:txBody>
      </p:sp>
      <p:sp>
        <p:nvSpPr>
          <p:cNvPr id="3" name="TextBox 2">
            <a:extLst>
              <a:ext uri="{FF2B5EF4-FFF2-40B4-BE49-F238E27FC236}">
                <a16:creationId xmlns:a16="http://schemas.microsoft.com/office/drawing/2014/main" id="{51219E65-16C3-70FC-76C4-B62DD20FC5D5}"/>
              </a:ext>
            </a:extLst>
          </p:cNvPr>
          <p:cNvSpPr txBox="1"/>
          <p:nvPr/>
        </p:nvSpPr>
        <p:spPr>
          <a:xfrm>
            <a:off x="8862117" y="2360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6" name="TextBox 15">
            <a:extLst>
              <a:ext uri="{FF2B5EF4-FFF2-40B4-BE49-F238E27FC236}">
                <a16:creationId xmlns:a16="http://schemas.microsoft.com/office/drawing/2014/main" id="{342F204A-0818-89A7-2002-94DDD7C83042}"/>
              </a:ext>
            </a:extLst>
          </p:cNvPr>
          <p:cNvSpPr txBox="1"/>
          <p:nvPr/>
        </p:nvSpPr>
        <p:spPr>
          <a:xfrm>
            <a:off x="6671911" y="230987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7" name="TextBox 16">
            <a:extLst>
              <a:ext uri="{FF2B5EF4-FFF2-40B4-BE49-F238E27FC236}">
                <a16:creationId xmlns:a16="http://schemas.microsoft.com/office/drawing/2014/main" id="{90614C08-3822-3D03-0CD9-57F3114A3829}"/>
              </a:ext>
            </a:extLst>
          </p:cNvPr>
          <p:cNvSpPr txBox="1"/>
          <p:nvPr/>
        </p:nvSpPr>
        <p:spPr>
          <a:xfrm>
            <a:off x="4985679" y="233279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D8B97447-3DF1-DF98-FC37-86C3C3CA2E05}"/>
              </a:ext>
            </a:extLst>
          </p:cNvPr>
          <p:cNvSpPr txBox="1"/>
          <p:nvPr/>
        </p:nvSpPr>
        <p:spPr>
          <a:xfrm>
            <a:off x="4093039" y="307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solidFill>
                <a:srgbClr val="FF0000"/>
              </a:solidFill>
            </a:endParaRPr>
          </a:p>
        </p:txBody>
      </p:sp>
      <p:sp>
        <p:nvSpPr>
          <p:cNvPr id="19" name="TextBox 18">
            <a:extLst>
              <a:ext uri="{FF2B5EF4-FFF2-40B4-BE49-F238E27FC236}">
                <a16:creationId xmlns:a16="http://schemas.microsoft.com/office/drawing/2014/main" id="{C7B3F824-740C-4E91-C0ED-F77AF3723DB2}"/>
              </a:ext>
            </a:extLst>
          </p:cNvPr>
          <p:cNvSpPr txBox="1"/>
          <p:nvPr/>
        </p:nvSpPr>
        <p:spPr>
          <a:xfrm>
            <a:off x="7970704" y="107005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20" name="TextBox 19">
            <a:extLst>
              <a:ext uri="{FF2B5EF4-FFF2-40B4-BE49-F238E27FC236}">
                <a16:creationId xmlns:a16="http://schemas.microsoft.com/office/drawing/2014/main" id="{CE538803-0D14-E689-87A3-ED04A15ED9F0}"/>
              </a:ext>
            </a:extLst>
          </p:cNvPr>
          <p:cNvSpPr txBox="1"/>
          <p:nvPr/>
        </p:nvSpPr>
        <p:spPr>
          <a:xfrm>
            <a:off x="2429912" y="120172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6</a:t>
            </a:r>
          </a:p>
        </p:txBody>
      </p:sp>
      <p:cxnSp>
        <p:nvCxnSpPr>
          <p:cNvPr id="9" name="Straight Connector 8">
            <a:extLst>
              <a:ext uri="{FF2B5EF4-FFF2-40B4-BE49-F238E27FC236}">
                <a16:creationId xmlns:a16="http://schemas.microsoft.com/office/drawing/2014/main" id="{2037B421-45A4-47A2-9E4C-E08E064A7098}"/>
              </a:ext>
            </a:extLst>
          </p:cNvPr>
          <p:cNvCxnSpPr>
            <a:cxnSpLocks/>
          </p:cNvCxnSpPr>
          <p:nvPr/>
        </p:nvCxnSpPr>
        <p:spPr>
          <a:xfrm flipV="1">
            <a:off x="4542503" y="3932903"/>
            <a:ext cx="1061884" cy="511278"/>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Straight Connector 9">
            <a:extLst>
              <a:ext uri="{FF2B5EF4-FFF2-40B4-BE49-F238E27FC236}">
                <a16:creationId xmlns:a16="http://schemas.microsoft.com/office/drawing/2014/main" id="{F4C21026-E36C-4417-FA8B-2850A1061899}"/>
              </a:ext>
            </a:extLst>
          </p:cNvPr>
          <p:cNvCxnSpPr>
            <a:cxnSpLocks/>
          </p:cNvCxnSpPr>
          <p:nvPr/>
        </p:nvCxnSpPr>
        <p:spPr>
          <a:xfrm flipV="1">
            <a:off x="4739148" y="4247535"/>
            <a:ext cx="1052052" cy="383459"/>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Straight Connector 10">
            <a:extLst>
              <a:ext uri="{FF2B5EF4-FFF2-40B4-BE49-F238E27FC236}">
                <a16:creationId xmlns:a16="http://schemas.microsoft.com/office/drawing/2014/main" id="{4EDB8608-DD6F-6F7B-2F75-BD3ED6044C19}"/>
              </a:ext>
            </a:extLst>
          </p:cNvPr>
          <p:cNvCxnSpPr>
            <a:cxnSpLocks/>
          </p:cNvCxnSpPr>
          <p:nvPr/>
        </p:nvCxnSpPr>
        <p:spPr>
          <a:xfrm flipV="1">
            <a:off x="4807974" y="4493342"/>
            <a:ext cx="1081549" cy="438106"/>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Straight Connector 11">
            <a:extLst>
              <a:ext uri="{FF2B5EF4-FFF2-40B4-BE49-F238E27FC236}">
                <a16:creationId xmlns:a16="http://schemas.microsoft.com/office/drawing/2014/main" id="{143A426B-D5C5-D078-1C09-059C158E40A8}"/>
              </a:ext>
            </a:extLst>
          </p:cNvPr>
          <p:cNvCxnSpPr>
            <a:cxnSpLocks/>
          </p:cNvCxnSpPr>
          <p:nvPr/>
        </p:nvCxnSpPr>
        <p:spPr>
          <a:xfrm flipV="1">
            <a:off x="4798142" y="4621161"/>
            <a:ext cx="1297858" cy="570271"/>
          </a:xfrm>
          <a:prstGeom prst="line">
            <a:avLst/>
          </a:prstGeom>
        </p:spPr>
        <p:style>
          <a:lnRef idx="3">
            <a:schemeClr val="accent1"/>
          </a:lnRef>
          <a:fillRef idx="0">
            <a:schemeClr val="accent1"/>
          </a:fillRef>
          <a:effectRef idx="2">
            <a:schemeClr val="accent1"/>
          </a:effectRef>
          <a:fontRef idx="minor">
            <a:schemeClr val="tx1"/>
          </a:fontRef>
        </p:style>
      </p:cxnSp>
      <p:cxnSp>
        <p:nvCxnSpPr>
          <p:cNvPr id="13" name="Straight Connector 12">
            <a:extLst>
              <a:ext uri="{FF2B5EF4-FFF2-40B4-BE49-F238E27FC236}">
                <a16:creationId xmlns:a16="http://schemas.microsoft.com/office/drawing/2014/main" id="{1CDBA66D-7549-A422-B37C-47A36F9E9341}"/>
              </a:ext>
            </a:extLst>
          </p:cNvPr>
          <p:cNvCxnSpPr>
            <a:cxnSpLocks/>
          </p:cNvCxnSpPr>
          <p:nvPr/>
        </p:nvCxnSpPr>
        <p:spPr>
          <a:xfrm flipV="1">
            <a:off x="4886632" y="4885592"/>
            <a:ext cx="1061884" cy="52215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838785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6F8D3-FF1C-4E79-A47A-1BBE5D7EEC6D}"/>
            </a:ext>
          </a:extLst>
        </p:cNvPr>
        <p:cNvGrpSpPr/>
        <p:nvPr/>
      </p:nvGrpSpPr>
      <p:grpSpPr>
        <a:xfrm>
          <a:off x="0" y="0"/>
          <a:ext cx="0" cy="0"/>
          <a:chOff x="0" y="0"/>
          <a:chExt cx="0" cy="0"/>
        </a:xfrm>
      </p:grpSpPr>
      <p:pic>
        <p:nvPicPr>
          <p:cNvPr id="4" name="Content Placeholder 3" descr="A diagram of a diagram&#10;&#10;Description automatically generated">
            <a:extLst>
              <a:ext uri="{FF2B5EF4-FFF2-40B4-BE49-F238E27FC236}">
                <a16:creationId xmlns:a16="http://schemas.microsoft.com/office/drawing/2014/main" id="{E28CD2A7-D857-D4C1-BAC9-3C6A72EB9F4A}"/>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1229032" y="195815"/>
            <a:ext cx="9517626" cy="6095960"/>
          </a:xfrm>
          <a:prstGeom prst="rect">
            <a:avLst/>
          </a:prstGeom>
        </p:spPr>
      </p:pic>
      <p:sp>
        <p:nvSpPr>
          <p:cNvPr id="5" name="TextBox 4">
            <a:extLst>
              <a:ext uri="{FF2B5EF4-FFF2-40B4-BE49-F238E27FC236}">
                <a16:creationId xmlns:a16="http://schemas.microsoft.com/office/drawing/2014/main" id="{C0B9DE1A-89D6-B2DB-3A1E-296136AB0C4C}"/>
              </a:ext>
            </a:extLst>
          </p:cNvPr>
          <p:cNvSpPr txBox="1"/>
          <p:nvPr/>
        </p:nvSpPr>
        <p:spPr>
          <a:xfrm>
            <a:off x="0" y="16633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min</a:t>
            </a:r>
            <a:endParaRPr lang="en-GB" sz="2400" dirty="0">
              <a:solidFill>
                <a:srgbClr val="FF0000"/>
              </a:solidFill>
            </a:endParaRPr>
          </a:p>
        </p:txBody>
      </p:sp>
      <p:sp>
        <p:nvSpPr>
          <p:cNvPr id="6" name="TextBox 5">
            <a:extLst>
              <a:ext uri="{FF2B5EF4-FFF2-40B4-BE49-F238E27FC236}">
                <a16:creationId xmlns:a16="http://schemas.microsoft.com/office/drawing/2014/main" id="{587201B6-5215-2E69-27C3-51BD8974C7A6}"/>
              </a:ext>
            </a:extLst>
          </p:cNvPr>
          <p:cNvSpPr txBox="1"/>
          <p:nvPr/>
        </p:nvSpPr>
        <p:spPr>
          <a:xfrm>
            <a:off x="34774" y="296733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7" name="TextBox 6">
            <a:extLst>
              <a:ext uri="{FF2B5EF4-FFF2-40B4-BE49-F238E27FC236}">
                <a16:creationId xmlns:a16="http://schemas.microsoft.com/office/drawing/2014/main" id="{224FEAB7-8562-5171-9B1E-689DDAFBE197}"/>
              </a:ext>
            </a:extLst>
          </p:cNvPr>
          <p:cNvSpPr txBox="1"/>
          <p:nvPr/>
        </p:nvSpPr>
        <p:spPr>
          <a:xfrm>
            <a:off x="17387" y="53847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max</a:t>
            </a:r>
            <a:endParaRPr lang="en-GB" sz="2400" dirty="0">
              <a:solidFill>
                <a:srgbClr val="FF0000"/>
              </a:solidFill>
            </a:endParaRPr>
          </a:p>
        </p:txBody>
      </p:sp>
      <p:sp>
        <p:nvSpPr>
          <p:cNvPr id="8" name="TextBox 7">
            <a:extLst>
              <a:ext uri="{FF2B5EF4-FFF2-40B4-BE49-F238E27FC236}">
                <a16:creationId xmlns:a16="http://schemas.microsoft.com/office/drawing/2014/main" id="{18EB65F6-70B5-F881-DB06-B88B6D3FA913}"/>
              </a:ext>
            </a:extLst>
          </p:cNvPr>
          <p:cNvSpPr txBox="1"/>
          <p:nvPr/>
        </p:nvSpPr>
        <p:spPr>
          <a:xfrm>
            <a:off x="9345561" y="307643"/>
            <a:ext cx="2236839"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2- using alpha beta</a:t>
            </a:r>
            <a:endParaRPr lang="en-GB" sz="2400" dirty="0">
              <a:solidFill>
                <a:srgbClr val="FF0000"/>
              </a:solidFill>
            </a:endParaRPr>
          </a:p>
        </p:txBody>
      </p:sp>
      <p:sp>
        <p:nvSpPr>
          <p:cNvPr id="2" name="TextBox 1">
            <a:extLst>
              <a:ext uri="{FF2B5EF4-FFF2-40B4-BE49-F238E27FC236}">
                <a16:creationId xmlns:a16="http://schemas.microsoft.com/office/drawing/2014/main" id="{E0BA2BB1-510C-500F-314C-9D80C6FA3EBB}"/>
              </a:ext>
            </a:extLst>
          </p:cNvPr>
          <p:cNvSpPr txBox="1"/>
          <p:nvPr/>
        </p:nvSpPr>
        <p:spPr>
          <a:xfrm>
            <a:off x="1613214" y="2360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solidFill>
                <a:srgbClr val="FF0000"/>
              </a:solidFill>
            </a:endParaRPr>
          </a:p>
        </p:txBody>
      </p:sp>
      <p:sp>
        <p:nvSpPr>
          <p:cNvPr id="3" name="TextBox 2">
            <a:extLst>
              <a:ext uri="{FF2B5EF4-FFF2-40B4-BE49-F238E27FC236}">
                <a16:creationId xmlns:a16="http://schemas.microsoft.com/office/drawing/2014/main" id="{33E22245-1DA7-7B8E-252E-342A6E11FDAE}"/>
              </a:ext>
            </a:extLst>
          </p:cNvPr>
          <p:cNvSpPr txBox="1"/>
          <p:nvPr/>
        </p:nvSpPr>
        <p:spPr>
          <a:xfrm>
            <a:off x="8862117" y="2360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6" name="TextBox 15">
            <a:extLst>
              <a:ext uri="{FF2B5EF4-FFF2-40B4-BE49-F238E27FC236}">
                <a16:creationId xmlns:a16="http://schemas.microsoft.com/office/drawing/2014/main" id="{2A15A45E-4CD6-DB45-8572-CC3215835641}"/>
              </a:ext>
            </a:extLst>
          </p:cNvPr>
          <p:cNvSpPr txBox="1"/>
          <p:nvPr/>
        </p:nvSpPr>
        <p:spPr>
          <a:xfrm>
            <a:off x="6671911" y="230987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2</a:t>
            </a:r>
            <a:endParaRPr lang="en-GB" sz="2400" dirty="0">
              <a:solidFill>
                <a:srgbClr val="FF0000"/>
              </a:solidFill>
            </a:endParaRPr>
          </a:p>
        </p:txBody>
      </p:sp>
      <p:sp>
        <p:nvSpPr>
          <p:cNvPr id="17" name="TextBox 16">
            <a:extLst>
              <a:ext uri="{FF2B5EF4-FFF2-40B4-BE49-F238E27FC236}">
                <a16:creationId xmlns:a16="http://schemas.microsoft.com/office/drawing/2014/main" id="{7442CF34-6FEF-880C-BB63-1D01C7D32E0F}"/>
              </a:ext>
            </a:extLst>
          </p:cNvPr>
          <p:cNvSpPr txBox="1"/>
          <p:nvPr/>
        </p:nvSpPr>
        <p:spPr>
          <a:xfrm>
            <a:off x="4985679" y="2332799"/>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8</a:t>
            </a:r>
            <a:endParaRPr lang="en-GB" sz="2400" dirty="0">
              <a:solidFill>
                <a:srgbClr val="FF0000"/>
              </a:solidFill>
            </a:endParaRPr>
          </a:p>
        </p:txBody>
      </p:sp>
      <p:sp>
        <p:nvSpPr>
          <p:cNvPr id="18" name="TextBox 17">
            <a:extLst>
              <a:ext uri="{FF2B5EF4-FFF2-40B4-BE49-F238E27FC236}">
                <a16:creationId xmlns:a16="http://schemas.microsoft.com/office/drawing/2014/main" id="{9890ECFB-56E0-3C6B-83B7-AFA50DA2311A}"/>
              </a:ext>
            </a:extLst>
          </p:cNvPr>
          <p:cNvSpPr txBox="1"/>
          <p:nvPr/>
        </p:nvSpPr>
        <p:spPr>
          <a:xfrm>
            <a:off x="4093039" y="307643"/>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6</a:t>
            </a:r>
            <a:endParaRPr lang="en-GB" sz="2400" dirty="0">
              <a:solidFill>
                <a:srgbClr val="FF0000"/>
              </a:solidFill>
            </a:endParaRPr>
          </a:p>
        </p:txBody>
      </p:sp>
      <p:sp>
        <p:nvSpPr>
          <p:cNvPr id="19" name="TextBox 18">
            <a:extLst>
              <a:ext uri="{FF2B5EF4-FFF2-40B4-BE49-F238E27FC236}">
                <a16:creationId xmlns:a16="http://schemas.microsoft.com/office/drawing/2014/main" id="{E7D6FB02-F2C0-ACC9-EC71-9EB8211E74CB}"/>
              </a:ext>
            </a:extLst>
          </p:cNvPr>
          <p:cNvSpPr txBox="1"/>
          <p:nvPr/>
        </p:nvSpPr>
        <p:spPr>
          <a:xfrm>
            <a:off x="7970704" y="107005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2</a:t>
            </a:r>
          </a:p>
        </p:txBody>
      </p:sp>
      <p:sp>
        <p:nvSpPr>
          <p:cNvPr id="20" name="TextBox 19">
            <a:extLst>
              <a:ext uri="{FF2B5EF4-FFF2-40B4-BE49-F238E27FC236}">
                <a16:creationId xmlns:a16="http://schemas.microsoft.com/office/drawing/2014/main" id="{2EE54C1F-A1D3-278E-1FBE-11A294FCB4E4}"/>
              </a:ext>
            </a:extLst>
          </p:cNvPr>
          <p:cNvSpPr txBox="1"/>
          <p:nvPr/>
        </p:nvSpPr>
        <p:spPr>
          <a:xfrm>
            <a:off x="2429912" y="120172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6</a:t>
            </a:r>
          </a:p>
        </p:txBody>
      </p:sp>
      <p:cxnSp>
        <p:nvCxnSpPr>
          <p:cNvPr id="9" name="Straight Connector 8">
            <a:extLst>
              <a:ext uri="{FF2B5EF4-FFF2-40B4-BE49-F238E27FC236}">
                <a16:creationId xmlns:a16="http://schemas.microsoft.com/office/drawing/2014/main" id="{BE54B60B-DF0D-107E-BA11-572DF48F566D}"/>
              </a:ext>
            </a:extLst>
          </p:cNvPr>
          <p:cNvCxnSpPr>
            <a:cxnSpLocks/>
          </p:cNvCxnSpPr>
          <p:nvPr/>
        </p:nvCxnSpPr>
        <p:spPr>
          <a:xfrm flipV="1">
            <a:off x="4542503" y="3932903"/>
            <a:ext cx="1061884" cy="511278"/>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Straight Connector 9">
            <a:extLst>
              <a:ext uri="{FF2B5EF4-FFF2-40B4-BE49-F238E27FC236}">
                <a16:creationId xmlns:a16="http://schemas.microsoft.com/office/drawing/2014/main" id="{E6543261-F8DB-4EAC-CC34-88C42D8F2AB3}"/>
              </a:ext>
            </a:extLst>
          </p:cNvPr>
          <p:cNvCxnSpPr>
            <a:cxnSpLocks/>
          </p:cNvCxnSpPr>
          <p:nvPr/>
        </p:nvCxnSpPr>
        <p:spPr>
          <a:xfrm flipV="1">
            <a:off x="4739148" y="4247535"/>
            <a:ext cx="1052052" cy="383459"/>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Straight Connector 10">
            <a:extLst>
              <a:ext uri="{FF2B5EF4-FFF2-40B4-BE49-F238E27FC236}">
                <a16:creationId xmlns:a16="http://schemas.microsoft.com/office/drawing/2014/main" id="{D23834E2-D268-4901-EC97-FB212D4F2DFE}"/>
              </a:ext>
            </a:extLst>
          </p:cNvPr>
          <p:cNvCxnSpPr>
            <a:cxnSpLocks/>
          </p:cNvCxnSpPr>
          <p:nvPr/>
        </p:nvCxnSpPr>
        <p:spPr>
          <a:xfrm flipV="1">
            <a:off x="4807974" y="4493342"/>
            <a:ext cx="1081549" cy="438106"/>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Straight Connector 11">
            <a:extLst>
              <a:ext uri="{FF2B5EF4-FFF2-40B4-BE49-F238E27FC236}">
                <a16:creationId xmlns:a16="http://schemas.microsoft.com/office/drawing/2014/main" id="{8CB0E64E-284A-2B16-8D0E-5E83826A711B}"/>
              </a:ext>
            </a:extLst>
          </p:cNvPr>
          <p:cNvCxnSpPr>
            <a:cxnSpLocks/>
          </p:cNvCxnSpPr>
          <p:nvPr/>
        </p:nvCxnSpPr>
        <p:spPr>
          <a:xfrm flipV="1">
            <a:off x="4798142" y="4621161"/>
            <a:ext cx="1297858" cy="570271"/>
          </a:xfrm>
          <a:prstGeom prst="line">
            <a:avLst/>
          </a:prstGeom>
        </p:spPr>
        <p:style>
          <a:lnRef idx="3">
            <a:schemeClr val="accent1"/>
          </a:lnRef>
          <a:fillRef idx="0">
            <a:schemeClr val="accent1"/>
          </a:fillRef>
          <a:effectRef idx="2">
            <a:schemeClr val="accent1"/>
          </a:effectRef>
          <a:fontRef idx="minor">
            <a:schemeClr val="tx1"/>
          </a:fontRef>
        </p:style>
      </p:cxnSp>
      <p:cxnSp>
        <p:nvCxnSpPr>
          <p:cNvPr id="13" name="Straight Connector 12">
            <a:extLst>
              <a:ext uri="{FF2B5EF4-FFF2-40B4-BE49-F238E27FC236}">
                <a16:creationId xmlns:a16="http://schemas.microsoft.com/office/drawing/2014/main" id="{A6DA01B3-35F3-6499-ED18-A524A79ECFF0}"/>
              </a:ext>
            </a:extLst>
          </p:cNvPr>
          <p:cNvCxnSpPr>
            <a:cxnSpLocks/>
          </p:cNvCxnSpPr>
          <p:nvPr/>
        </p:nvCxnSpPr>
        <p:spPr>
          <a:xfrm flipV="1">
            <a:off x="4886632" y="4885592"/>
            <a:ext cx="1061884" cy="522150"/>
          </a:xfrm>
          <a:prstGeom prst="line">
            <a:avLst/>
          </a:prstGeom>
        </p:spPr>
        <p:style>
          <a:lnRef idx="3">
            <a:schemeClr val="accent1"/>
          </a:lnRef>
          <a:fillRef idx="0">
            <a:schemeClr val="accent1"/>
          </a:fillRef>
          <a:effectRef idx="2">
            <a:schemeClr val="accent1"/>
          </a:effectRef>
          <a:fontRef idx="minor">
            <a:schemeClr val="tx1"/>
          </a:fontRef>
        </p:style>
      </p:cxnSp>
      <p:cxnSp>
        <p:nvCxnSpPr>
          <p:cNvPr id="69" name="Straight Connector 68">
            <a:extLst>
              <a:ext uri="{FF2B5EF4-FFF2-40B4-BE49-F238E27FC236}">
                <a16:creationId xmlns:a16="http://schemas.microsoft.com/office/drawing/2014/main" id="{6DB5B0AE-07EA-5656-50A0-650B51DA1270}"/>
              </a:ext>
            </a:extLst>
          </p:cNvPr>
          <p:cNvCxnSpPr>
            <a:cxnSpLocks/>
          </p:cNvCxnSpPr>
          <p:nvPr/>
        </p:nvCxnSpPr>
        <p:spPr>
          <a:xfrm flipV="1">
            <a:off x="8325509" y="2841896"/>
            <a:ext cx="1730865" cy="785704"/>
          </a:xfrm>
          <a:prstGeom prst="line">
            <a:avLst/>
          </a:prstGeom>
        </p:spPr>
        <p:style>
          <a:lnRef idx="3">
            <a:schemeClr val="accent1"/>
          </a:lnRef>
          <a:fillRef idx="0">
            <a:schemeClr val="accent1"/>
          </a:fillRef>
          <a:effectRef idx="2">
            <a:schemeClr val="accent1"/>
          </a:effectRef>
          <a:fontRef idx="minor">
            <a:schemeClr val="tx1"/>
          </a:fontRef>
        </p:style>
      </p:cxnSp>
      <p:cxnSp>
        <p:nvCxnSpPr>
          <p:cNvPr id="70" name="Straight Connector 69">
            <a:extLst>
              <a:ext uri="{FF2B5EF4-FFF2-40B4-BE49-F238E27FC236}">
                <a16:creationId xmlns:a16="http://schemas.microsoft.com/office/drawing/2014/main" id="{30DF917C-EE17-9286-E986-4ADBE028ED5B}"/>
              </a:ext>
            </a:extLst>
          </p:cNvPr>
          <p:cNvCxnSpPr>
            <a:cxnSpLocks/>
          </p:cNvCxnSpPr>
          <p:nvPr/>
        </p:nvCxnSpPr>
        <p:spPr>
          <a:xfrm flipV="1">
            <a:off x="8378897" y="3728685"/>
            <a:ext cx="1953921" cy="978066"/>
          </a:xfrm>
          <a:prstGeom prst="line">
            <a:avLst/>
          </a:prstGeom>
        </p:spPr>
        <p:style>
          <a:lnRef idx="3">
            <a:schemeClr val="accent1"/>
          </a:lnRef>
          <a:fillRef idx="0">
            <a:schemeClr val="accent1"/>
          </a:fillRef>
          <a:effectRef idx="2">
            <a:schemeClr val="accent1"/>
          </a:effectRef>
          <a:fontRef idx="minor">
            <a:schemeClr val="tx1"/>
          </a:fontRef>
        </p:style>
      </p:cxnSp>
      <p:cxnSp>
        <p:nvCxnSpPr>
          <p:cNvPr id="71" name="Straight Connector 70">
            <a:extLst>
              <a:ext uri="{FF2B5EF4-FFF2-40B4-BE49-F238E27FC236}">
                <a16:creationId xmlns:a16="http://schemas.microsoft.com/office/drawing/2014/main" id="{2E65163B-E942-DFEF-43E6-96F467F9957E}"/>
              </a:ext>
            </a:extLst>
          </p:cNvPr>
          <p:cNvCxnSpPr>
            <a:cxnSpLocks/>
          </p:cNvCxnSpPr>
          <p:nvPr/>
        </p:nvCxnSpPr>
        <p:spPr>
          <a:xfrm flipV="1">
            <a:off x="8576497" y="4288774"/>
            <a:ext cx="1909514" cy="941110"/>
          </a:xfrm>
          <a:prstGeom prst="line">
            <a:avLst/>
          </a:prstGeom>
        </p:spPr>
        <p:style>
          <a:lnRef idx="3">
            <a:schemeClr val="accent1"/>
          </a:lnRef>
          <a:fillRef idx="0">
            <a:schemeClr val="accent1"/>
          </a:fillRef>
          <a:effectRef idx="2">
            <a:schemeClr val="accent1"/>
          </a:effectRef>
          <a:fontRef idx="minor">
            <a:schemeClr val="tx1"/>
          </a:fontRef>
        </p:style>
      </p:cxnSp>
      <p:cxnSp>
        <p:nvCxnSpPr>
          <p:cNvPr id="72" name="Straight Connector 71">
            <a:extLst>
              <a:ext uri="{FF2B5EF4-FFF2-40B4-BE49-F238E27FC236}">
                <a16:creationId xmlns:a16="http://schemas.microsoft.com/office/drawing/2014/main" id="{8B137093-B0EE-8993-A53C-C1F1E1A5E280}"/>
              </a:ext>
            </a:extLst>
          </p:cNvPr>
          <p:cNvCxnSpPr>
            <a:cxnSpLocks/>
          </p:cNvCxnSpPr>
          <p:nvPr/>
        </p:nvCxnSpPr>
        <p:spPr>
          <a:xfrm flipV="1">
            <a:off x="8536213" y="4449617"/>
            <a:ext cx="2183479" cy="1124473"/>
          </a:xfrm>
          <a:prstGeom prst="line">
            <a:avLst/>
          </a:prstGeom>
        </p:spPr>
        <p:style>
          <a:lnRef idx="3">
            <a:schemeClr val="accent1"/>
          </a:lnRef>
          <a:fillRef idx="0">
            <a:schemeClr val="accent1"/>
          </a:fillRef>
          <a:effectRef idx="2">
            <a:schemeClr val="accent1"/>
          </a:effectRef>
          <a:fontRef idx="minor">
            <a:schemeClr val="tx1"/>
          </a:fontRef>
        </p:style>
      </p:cxnSp>
      <p:cxnSp>
        <p:nvCxnSpPr>
          <p:cNvPr id="73" name="Straight Connector 72">
            <a:extLst>
              <a:ext uri="{FF2B5EF4-FFF2-40B4-BE49-F238E27FC236}">
                <a16:creationId xmlns:a16="http://schemas.microsoft.com/office/drawing/2014/main" id="{E7153E0D-F9ED-310B-2C19-EFE8C944DBAB}"/>
              </a:ext>
            </a:extLst>
          </p:cNvPr>
          <p:cNvCxnSpPr>
            <a:cxnSpLocks/>
          </p:cNvCxnSpPr>
          <p:nvPr/>
        </p:nvCxnSpPr>
        <p:spPr>
          <a:xfrm flipV="1">
            <a:off x="8670384" y="4743666"/>
            <a:ext cx="2022757" cy="1009850"/>
          </a:xfrm>
          <a:prstGeom prst="line">
            <a:avLst/>
          </a:prstGeom>
        </p:spPr>
        <p:style>
          <a:lnRef idx="3">
            <a:schemeClr val="accent1"/>
          </a:lnRef>
          <a:fillRef idx="0">
            <a:schemeClr val="accent1"/>
          </a:fillRef>
          <a:effectRef idx="2">
            <a:schemeClr val="accent1"/>
          </a:effectRef>
          <a:fontRef idx="minor">
            <a:schemeClr val="tx1"/>
          </a:fontRef>
        </p:style>
      </p:cxnSp>
      <p:cxnSp>
        <p:nvCxnSpPr>
          <p:cNvPr id="74" name="Straight Connector 73">
            <a:extLst>
              <a:ext uri="{FF2B5EF4-FFF2-40B4-BE49-F238E27FC236}">
                <a16:creationId xmlns:a16="http://schemas.microsoft.com/office/drawing/2014/main" id="{0ABCD280-B452-D30C-6C09-D98048B17678}"/>
              </a:ext>
            </a:extLst>
          </p:cNvPr>
          <p:cNvCxnSpPr>
            <a:cxnSpLocks/>
          </p:cNvCxnSpPr>
          <p:nvPr/>
        </p:nvCxnSpPr>
        <p:spPr>
          <a:xfrm flipV="1">
            <a:off x="8656591" y="4896066"/>
            <a:ext cx="2188950" cy="1161179"/>
          </a:xfrm>
          <a:prstGeom prst="line">
            <a:avLst/>
          </a:prstGeom>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id="{63D3145B-E8EE-9B26-FAB3-2D6DE3037BD6}"/>
              </a:ext>
            </a:extLst>
          </p:cNvPr>
          <p:cNvCxnSpPr>
            <a:cxnSpLocks/>
          </p:cNvCxnSpPr>
          <p:nvPr/>
        </p:nvCxnSpPr>
        <p:spPr>
          <a:xfrm flipV="1">
            <a:off x="8446508" y="3359368"/>
            <a:ext cx="1730865" cy="785704"/>
          </a:xfrm>
          <a:prstGeom prst="line">
            <a:avLst/>
          </a:prstGeom>
        </p:spPr>
        <p:style>
          <a:lnRef idx="3">
            <a:schemeClr val="accent1"/>
          </a:lnRef>
          <a:fillRef idx="0">
            <a:schemeClr val="accent1"/>
          </a:fillRef>
          <a:effectRef idx="2">
            <a:schemeClr val="accent1"/>
          </a:effectRef>
          <a:fontRef idx="minor">
            <a:schemeClr val="tx1"/>
          </a:fontRef>
        </p:style>
      </p:cxnSp>
      <p:cxnSp>
        <p:nvCxnSpPr>
          <p:cNvPr id="15" name="Straight Connector 14">
            <a:extLst>
              <a:ext uri="{FF2B5EF4-FFF2-40B4-BE49-F238E27FC236}">
                <a16:creationId xmlns:a16="http://schemas.microsoft.com/office/drawing/2014/main" id="{6B2EDDB2-0379-438B-A10C-D62C91EF0432}"/>
              </a:ext>
            </a:extLst>
          </p:cNvPr>
          <p:cNvCxnSpPr>
            <a:cxnSpLocks/>
          </p:cNvCxnSpPr>
          <p:nvPr/>
        </p:nvCxnSpPr>
        <p:spPr>
          <a:xfrm flipV="1">
            <a:off x="8504899" y="4151880"/>
            <a:ext cx="1730865" cy="785704"/>
          </a:xfrm>
          <a:prstGeom prst="line">
            <a:avLst/>
          </a:prstGeom>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D310F3CB-9A50-27D5-4F70-DC5AEC5EEFD4}"/>
              </a:ext>
            </a:extLst>
          </p:cNvPr>
          <p:cNvCxnSpPr>
            <a:cxnSpLocks/>
          </p:cNvCxnSpPr>
          <p:nvPr/>
        </p:nvCxnSpPr>
        <p:spPr>
          <a:xfrm flipV="1">
            <a:off x="8199802" y="2395447"/>
            <a:ext cx="1730865" cy="785704"/>
          </a:xfrm>
          <a:prstGeom prst="line">
            <a:avLst/>
          </a:prstGeom>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968C3673-5806-D544-5454-D36BAE863465}"/>
              </a:ext>
            </a:extLst>
          </p:cNvPr>
          <p:cNvSpPr txBox="1"/>
          <p:nvPr/>
        </p:nvSpPr>
        <p:spPr>
          <a:xfrm>
            <a:off x="7986470" y="214565"/>
            <a:ext cx="1194257" cy="461665"/>
          </a:xfrm>
          <a:prstGeom prst="rect">
            <a:avLst/>
          </a:prstGeom>
          <a:solidFill>
            <a:srgbClr val="0070C0"/>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solidFill>
                  <a:schemeClr val="tx1"/>
                </a:solidFill>
              </a:rPr>
              <a:t>2 &lt;= 6 </a:t>
            </a:r>
            <a:endParaRPr lang="en-GB" sz="2400" dirty="0">
              <a:solidFill>
                <a:schemeClr val="tx1"/>
              </a:solidFill>
            </a:endParaRPr>
          </a:p>
        </p:txBody>
      </p:sp>
      <p:cxnSp>
        <p:nvCxnSpPr>
          <p:cNvPr id="23" name="Connector: Curved 22">
            <a:extLst>
              <a:ext uri="{FF2B5EF4-FFF2-40B4-BE49-F238E27FC236}">
                <a16:creationId xmlns:a16="http://schemas.microsoft.com/office/drawing/2014/main" id="{0DE136DE-6703-B53B-B07E-5D3B26387F97}"/>
              </a:ext>
            </a:extLst>
          </p:cNvPr>
          <p:cNvCxnSpPr>
            <a:cxnSpLocks/>
            <a:stCxn id="22" idx="1"/>
          </p:cNvCxnSpPr>
          <p:nvPr/>
        </p:nvCxnSpPr>
        <p:spPr>
          <a:xfrm rot="10800000">
            <a:off x="6497320" y="402794"/>
            <a:ext cx="1489150" cy="4260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Curved 23">
            <a:extLst>
              <a:ext uri="{FF2B5EF4-FFF2-40B4-BE49-F238E27FC236}">
                <a16:creationId xmlns:a16="http://schemas.microsoft.com/office/drawing/2014/main" id="{261D7153-4B50-007F-91E3-794C20B65DCE}"/>
              </a:ext>
            </a:extLst>
          </p:cNvPr>
          <p:cNvCxnSpPr>
            <a:cxnSpLocks/>
            <a:stCxn id="22" idx="2"/>
            <a:endCxn id="19" idx="0"/>
          </p:cNvCxnSpPr>
          <p:nvPr/>
        </p:nvCxnSpPr>
        <p:spPr>
          <a:xfrm rot="5400000">
            <a:off x="8378803" y="865260"/>
            <a:ext cx="393826" cy="15766"/>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37533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D87450-D14F-C075-7CFB-05D2665F3A2E}"/>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15C135BE-F78F-9810-F9A0-CCA83A19C033}"/>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69541E34-2C53-755E-18B2-BD4FFB6FFEB7}"/>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162C90F7-DEB8-4883-1239-BF379AA9FB36}"/>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4433FBAB-07D7-A150-2F04-67844114BC2F}"/>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35AD3198-D5E6-B93B-1A71-9C1029D80B11}"/>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CEA9C75B-112B-5D47-10BD-75BB95A0DD3F}"/>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36711818-3E7C-216C-59C9-F1453FAA05F9}"/>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116CE5EC-7DF8-2832-C08F-06781FEE3B9E}"/>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326B2B49-CA81-E7EF-13A7-3BEC88C9D54B}"/>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426436EC-0BE5-D978-2D54-FF95719FE04F}"/>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23142742-6D28-8816-9569-FB9D3E477116}"/>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CC467505-F38A-11CC-BF04-1B62633DD807}"/>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FF7D6C71-1BBB-DEB3-4A21-AB0125D640F4}"/>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A28D77CE-BD8A-CC01-3DD6-6A2A7C471248}"/>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98CFCE16-0164-BF98-0B7B-7648D201922B}"/>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8AD365D2-8206-F49C-CB00-63EDE5267573}"/>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0BD2E17C-52BA-8842-115A-7F44BABF23EF}"/>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B1B7DDA8-4C31-869E-D3F3-40F209688C43}"/>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7B89E98F-B481-760A-60C2-5F0D63A9D7CC}"/>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799E1003-6CDD-3945-C4DC-511F26CBCAF6}"/>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5D2A6C5F-310F-BC33-B7E8-3704AF63D435}"/>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80A67572-4AB7-9940-BBCB-ED61DBA82853}"/>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19FE6871-7BBE-9CF9-18E8-42284584DAD3}"/>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34AEABC7-32AC-88AC-3728-85E9C7BFA326}"/>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F3EFAFA3-8F44-2C5D-3B3A-0B05817706F2}"/>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AE328436-5BB4-91AF-3792-83BC33B905C8}"/>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5EFB39E3-3AC5-170F-28DB-139F56771501}"/>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10975DB1-246D-88CB-8DE7-2C27E9320B44}"/>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6C0669F2-5D44-C96F-E66E-E5BF05D0AF21}"/>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8B7541F4-E8C2-BEE7-B0B2-062F05011BDC}"/>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4EEA45B8-E888-DBDF-07C1-8C1E79EC980F}"/>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60CC4995-2E18-6474-7B89-FBDE37E743D0}"/>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10010938-2F7B-2C9E-D4C5-30771DA1D0BE}"/>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709323B9-8435-9913-805F-9B863110D32F}"/>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DB60830D-B509-9346-4608-98B60A646A07}"/>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ABEB1D74-181F-2ADD-CBB0-1FE5395786D4}"/>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D8ABF6FF-562E-9AE1-66B0-BF984B271FF0}"/>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3E540544-07C9-EDDA-A673-428E86CE89A7}"/>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C6E97E73-3980-B9F8-6E4F-7ADAAA76BFB1}"/>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677BE953-A744-F9D8-00F8-EBC837934E54}"/>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2E452C68-1952-B7A2-0E75-DFC1269121E1}"/>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CC4398B6-60D8-E5C0-DF06-2B0730DB0615}"/>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A429EB6C-ED41-B1DB-BDB7-EB00CFF5A26C}"/>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1A499A45-E2EF-1A53-6C5F-33B925B7EF10}"/>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171F3078-5336-88C8-219A-2433EC3EBEA1}"/>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EBD46555-8A2A-DF69-F880-7C1947150C09}"/>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D8609942-EF6A-0757-57D7-1D251166EB9C}"/>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5D3E82DB-582B-5CF4-4547-B77AA77CAE63}"/>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4967CEBB-CE66-3CA3-48BF-58220A3E1CB6}"/>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7601B6F6-13DB-F814-EC0F-FBB00CDA094B}"/>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A227FDD2-696A-BB40-0215-2F8CDD4D8723}"/>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C5D171E2-4513-AD22-7DF7-5E09C8BFB378}"/>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A71E9492-17A5-BB42-5B7C-1D021AAE9F63}"/>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E842F93E-8674-A676-DA96-9A639633A95B}"/>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423ED73F-82F0-92F6-A350-2A48A770389F}"/>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5F5A7A9E-9D44-7A1D-BB9C-93A4A20DDB62}"/>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2AF633A1-129D-44DA-99F0-6EAA89CC6731}"/>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750D07C0-14C1-C2EC-AF7A-4C7AD6DC9853}"/>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C4EE1DE3-D707-7DBC-A04C-7A28283FECC4}"/>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540B9238-8707-6A01-3FF3-596BA9C684BF}"/>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ED7CE307-8AF6-A3D7-3FAC-D53EC3E789E5}"/>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3C28534F-1D87-2716-543D-8CDAF3383F7A}"/>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0B486855-9276-8A74-EAB6-5CE77C685ADB}"/>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4F00A909-E577-EEC6-3267-B2D60EBF1106}"/>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D10D7077-0465-B74F-5698-ACC0E9594C3A}"/>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2063B2B1-78C4-B58C-89E1-D965F3D4F6AE}"/>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5337A9BE-FA42-EE5F-F7D5-082981B71D46}"/>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FABA9064-EE74-35D6-1BDE-9254467EDE70}"/>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53FEB79B-24B8-21AD-DE66-29F8B240AEAA}"/>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9AB974B6-D36A-FF9C-F931-265B1E1B7086}"/>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48CF555D-904C-30A0-DBC6-2A97C6BA5564}"/>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72A7818F-B04D-4EF1-93B9-06C4C4DE83D5}"/>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1329F7CA-6A0B-B14E-1BED-611F7BB4953B}"/>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B4933AE8-66A1-0A8E-4A4D-1EED872E295F}"/>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2EC9F66A-E2B3-B722-C59C-AD175C7E509D}"/>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85A6763C-FD8C-04E6-3134-88B44EB9CA66}"/>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5A65127A-DACA-6FA5-0939-6EC21D0822B4}"/>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64E48E7B-273C-1D29-E535-B1B8E9EBE871}"/>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A58836D8-2277-5075-806D-8FB3BA2213B3}"/>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2D25E361-F6E7-F586-9D73-BBB3B8CC173E}"/>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9AD5DA89-9B8F-D1A5-1077-641C13A24F00}"/>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D3DEBACC-82A1-8D82-53CF-6F5499EFE32B}"/>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84DFA23D-02D1-6740-09C6-E09C3BB35DC0}"/>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CDCAB971-CB2A-2E6E-B31F-C3B4B022C075}"/>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17" name="TextBox 16">
            <a:extLst>
              <a:ext uri="{FF2B5EF4-FFF2-40B4-BE49-F238E27FC236}">
                <a16:creationId xmlns:a16="http://schemas.microsoft.com/office/drawing/2014/main" id="{59E5C2D7-F9C8-CCFA-2287-D43F8112DD12}"/>
              </a:ext>
            </a:extLst>
          </p:cNvPr>
          <p:cNvSpPr txBox="1"/>
          <p:nvPr/>
        </p:nvSpPr>
        <p:spPr>
          <a:xfrm>
            <a:off x="9345561" y="307643"/>
            <a:ext cx="2236839"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1- min max</a:t>
            </a:r>
            <a:endParaRPr lang="en-GB" sz="2400" dirty="0">
              <a:solidFill>
                <a:srgbClr val="FF0000"/>
              </a:solidFill>
            </a:endParaRPr>
          </a:p>
        </p:txBody>
      </p:sp>
      <p:sp>
        <p:nvSpPr>
          <p:cNvPr id="19" name="TextBox 18">
            <a:extLst>
              <a:ext uri="{FF2B5EF4-FFF2-40B4-BE49-F238E27FC236}">
                <a16:creationId xmlns:a16="http://schemas.microsoft.com/office/drawing/2014/main" id="{31A45DF4-4A1F-10C7-BF5E-FBD2869F15F7}"/>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10</a:t>
            </a:r>
          </a:p>
        </p:txBody>
      </p:sp>
      <p:sp>
        <p:nvSpPr>
          <p:cNvPr id="20" name="TextBox 19">
            <a:extLst>
              <a:ext uri="{FF2B5EF4-FFF2-40B4-BE49-F238E27FC236}">
                <a16:creationId xmlns:a16="http://schemas.microsoft.com/office/drawing/2014/main" id="{C141DCE6-9ECC-837A-B706-3D75DF2E8324}"/>
              </a:ext>
            </a:extLst>
          </p:cNvPr>
          <p:cNvSpPr txBox="1"/>
          <p:nvPr/>
        </p:nvSpPr>
        <p:spPr>
          <a:xfrm>
            <a:off x="1318479" y="3975207"/>
            <a:ext cx="956112" cy="33855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1600" dirty="0">
                <a:solidFill>
                  <a:srgbClr val="FF0000"/>
                </a:solidFill>
              </a:rPr>
              <a:t>10</a:t>
            </a:r>
          </a:p>
        </p:txBody>
      </p:sp>
      <p:sp>
        <p:nvSpPr>
          <p:cNvPr id="21" name="TextBox 20">
            <a:extLst>
              <a:ext uri="{FF2B5EF4-FFF2-40B4-BE49-F238E27FC236}">
                <a16:creationId xmlns:a16="http://schemas.microsoft.com/office/drawing/2014/main" id="{472728D3-9752-A036-E14B-A7FDC8C6BCF4}"/>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9</a:t>
            </a:r>
          </a:p>
        </p:txBody>
      </p:sp>
      <p:sp>
        <p:nvSpPr>
          <p:cNvPr id="22" name="TextBox 21">
            <a:extLst>
              <a:ext uri="{FF2B5EF4-FFF2-40B4-BE49-F238E27FC236}">
                <a16:creationId xmlns:a16="http://schemas.microsoft.com/office/drawing/2014/main" id="{7003AB81-A26A-BD3B-C1E6-487BE731C88C}"/>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14</a:t>
            </a:r>
          </a:p>
        </p:txBody>
      </p:sp>
      <p:sp>
        <p:nvSpPr>
          <p:cNvPr id="23" name="TextBox 22">
            <a:extLst>
              <a:ext uri="{FF2B5EF4-FFF2-40B4-BE49-F238E27FC236}">
                <a16:creationId xmlns:a16="http://schemas.microsoft.com/office/drawing/2014/main" id="{014651EB-5831-CC53-6FF2-48C4CD76F842}"/>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13</a:t>
            </a:r>
          </a:p>
        </p:txBody>
      </p:sp>
      <p:sp>
        <p:nvSpPr>
          <p:cNvPr id="24" name="TextBox 23">
            <a:extLst>
              <a:ext uri="{FF2B5EF4-FFF2-40B4-BE49-F238E27FC236}">
                <a16:creationId xmlns:a16="http://schemas.microsoft.com/office/drawing/2014/main" id="{AAD48825-2F66-B904-4B0E-89B71685CBB7}"/>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2</a:t>
            </a:r>
          </a:p>
        </p:txBody>
      </p:sp>
      <p:sp>
        <p:nvSpPr>
          <p:cNvPr id="25" name="TextBox 24">
            <a:extLst>
              <a:ext uri="{FF2B5EF4-FFF2-40B4-BE49-F238E27FC236}">
                <a16:creationId xmlns:a16="http://schemas.microsoft.com/office/drawing/2014/main" id="{F5E5DC6E-F44F-BF14-C416-F659125B8878}"/>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1</a:t>
            </a:r>
          </a:p>
        </p:txBody>
      </p:sp>
      <p:sp>
        <p:nvSpPr>
          <p:cNvPr id="26" name="TextBox 25">
            <a:extLst>
              <a:ext uri="{FF2B5EF4-FFF2-40B4-BE49-F238E27FC236}">
                <a16:creationId xmlns:a16="http://schemas.microsoft.com/office/drawing/2014/main" id="{566B58E8-2277-0B93-1E18-9F45D1769C42}"/>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3</a:t>
            </a:r>
          </a:p>
        </p:txBody>
      </p:sp>
      <p:sp>
        <p:nvSpPr>
          <p:cNvPr id="27" name="TextBox 26">
            <a:extLst>
              <a:ext uri="{FF2B5EF4-FFF2-40B4-BE49-F238E27FC236}">
                <a16:creationId xmlns:a16="http://schemas.microsoft.com/office/drawing/2014/main" id="{905DE945-CA3E-F2EB-655C-A3A82F45947E}"/>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20</a:t>
            </a:r>
          </a:p>
        </p:txBody>
      </p:sp>
      <p:sp>
        <p:nvSpPr>
          <p:cNvPr id="28" name="TextBox 27">
            <a:extLst>
              <a:ext uri="{FF2B5EF4-FFF2-40B4-BE49-F238E27FC236}">
                <a16:creationId xmlns:a16="http://schemas.microsoft.com/office/drawing/2014/main" id="{1F2E194D-A4E4-EA68-DC5F-BF6D6D4F29CE}"/>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14</a:t>
            </a:r>
          </a:p>
        </p:txBody>
      </p:sp>
      <p:sp>
        <p:nvSpPr>
          <p:cNvPr id="29" name="TextBox 28">
            <a:extLst>
              <a:ext uri="{FF2B5EF4-FFF2-40B4-BE49-F238E27FC236}">
                <a16:creationId xmlns:a16="http://schemas.microsoft.com/office/drawing/2014/main" id="{C66FB6FB-859C-FF42-9E42-EAF65ADC828B}"/>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2</a:t>
            </a:r>
          </a:p>
        </p:txBody>
      </p:sp>
      <p:sp>
        <p:nvSpPr>
          <p:cNvPr id="30" name="TextBox 29">
            <a:extLst>
              <a:ext uri="{FF2B5EF4-FFF2-40B4-BE49-F238E27FC236}">
                <a16:creationId xmlns:a16="http://schemas.microsoft.com/office/drawing/2014/main" id="{3425734B-F4AF-4E84-3B6C-5B51C1ECA818}"/>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20</a:t>
            </a:r>
          </a:p>
        </p:txBody>
      </p:sp>
      <p:sp>
        <p:nvSpPr>
          <p:cNvPr id="31" name="TextBox 30">
            <a:extLst>
              <a:ext uri="{FF2B5EF4-FFF2-40B4-BE49-F238E27FC236}">
                <a16:creationId xmlns:a16="http://schemas.microsoft.com/office/drawing/2014/main" id="{A8CC5DBF-1EF3-0DC4-825A-6AEA8E483F49}"/>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10</a:t>
            </a:r>
          </a:p>
        </p:txBody>
      </p:sp>
      <p:sp>
        <p:nvSpPr>
          <p:cNvPr id="32" name="TextBox 31">
            <a:extLst>
              <a:ext uri="{FF2B5EF4-FFF2-40B4-BE49-F238E27FC236}">
                <a16:creationId xmlns:a16="http://schemas.microsoft.com/office/drawing/2014/main" id="{5DC86BB6-DBE0-73BC-F4C2-4B6561A055E9}"/>
              </a:ext>
            </a:extLst>
          </p:cNvPr>
          <p:cNvSpPr txBox="1"/>
          <p:nvPr/>
        </p:nvSpPr>
        <p:spPr>
          <a:xfrm>
            <a:off x="3157043" y="1719868"/>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10</a:t>
            </a:r>
          </a:p>
        </p:txBody>
      </p:sp>
      <p:sp>
        <p:nvSpPr>
          <p:cNvPr id="33" name="TextBox 32">
            <a:extLst>
              <a:ext uri="{FF2B5EF4-FFF2-40B4-BE49-F238E27FC236}">
                <a16:creationId xmlns:a16="http://schemas.microsoft.com/office/drawing/2014/main" id="{9BA1702C-8BF6-3AE9-AC36-567E374DCFDC}"/>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rgbClr val="FF0000"/>
                </a:solidFill>
              </a:rPr>
              <a:t>2</a:t>
            </a:r>
          </a:p>
        </p:txBody>
      </p:sp>
    </p:spTree>
    <p:extLst>
      <p:ext uri="{BB962C8B-B14F-4D97-AF65-F5344CB8AC3E}">
        <p14:creationId xmlns:p14="http://schemas.microsoft.com/office/powerpoint/2010/main" val="386668011"/>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6323" name="Group 111">
            <a:extLst>
              <a:ext uri="{FF2B5EF4-FFF2-40B4-BE49-F238E27FC236}">
                <a16:creationId xmlns:a16="http://schemas.microsoft.com/office/drawing/2014/main" id="{0B5FEEA4-EC84-47E3-A924-E75B81D199B7}"/>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DED3ABFA-4F4F-4266-9766-B9C14862B9FE}"/>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604EDBD5-A011-4836-AFDC-B125245E6353}"/>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A4B3D1E4-C9CA-4DB4-95C2-9BE3AB47A093}"/>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B9777930-E166-4773-9C04-C54217A3FACA}"/>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09B5F8F2-E1D6-4411-BAE8-9AF036155A0B}"/>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1F9F50EC-BD21-46C9-AA0F-1BC8575DDF99}"/>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1ACCCD95-83DB-4ED9-BF81-389472B4BFB7}"/>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DB21CF2F-8627-4E62-8501-6870D210BBD2}"/>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A951EE88-A25C-459C-AE11-FBB243A45A63}"/>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E034827B-262A-4289-A9BC-1065E5064789}"/>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B24D3ADA-C405-41F9-B1AC-D7E1E04376E5}"/>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DB2B9CEA-20FB-46CD-88FA-2274C0A1D722}"/>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A89BB529-DC7E-4086-BAFD-F8E710B9658E}"/>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DD404C60-4361-49B1-855C-7D0768726EFD}"/>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302178CB-5D4C-445E-BF38-63683171E611}"/>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8FFA94E1-5978-4A43-92CA-E3C31A298C96}"/>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95252347-3B1D-4545-B69E-8D166EB0BB2E}"/>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14F519ED-5362-4F63-8636-4E83E79AF92B}"/>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9906C2FB-A05F-4529-8267-DEF68E748BF3}"/>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5897D641-A5AC-48FA-A851-D58433B60095}"/>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47C0CD1B-4951-4308-B4F5-A3B05EAA111F}"/>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F49F5D1C-A6BE-4F24-A600-4864B63F0DF5}"/>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6C48F595-960B-4C3F-A79E-4B97D850C9E3}"/>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F74AF20B-5FD5-4470-9897-C343B784B02F}"/>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8C02E5EE-3606-401C-AB93-9A58D1B5F38C}"/>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48C9C09A-C0FE-43BF-8C91-2C52EC28EA42}"/>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A56D0A60-DED4-4D5F-BD60-294F5E765BD7}"/>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DB5BE47F-5809-4F0E-A95E-95875785FCB7}"/>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2BDEDAA9-8F24-4375-9FBA-2FAAC8734D52}"/>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903A74FB-3844-4D88-996B-2E6B9F968893}"/>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8201345A-30E0-4775-8CB9-ED9374D3EEEC}"/>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BD12FA17-11DE-4C5E-A6E6-0611CF59F7B5}"/>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C020ABC5-B392-4B2E-81B8-CB238B94F898}"/>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AA40CCDC-13AB-4ACD-A626-1B15FEE00AC0}"/>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D58E2A93-908F-4036-BF8B-A1279EABC843}"/>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C973E1FB-186A-4673-A39D-65CD3872CD56}"/>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31D49008-C926-4CE1-A953-DAD0A9B7252C}"/>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330221EF-2F5C-4283-8EC5-4CFBD7EF4A97}"/>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D00A7727-9A27-4D5A-B16C-5B1576E17B4D}"/>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580C052B-430F-41BA-83B0-BA712B7867ED}"/>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1D63D080-9053-429A-A73A-478F4731D832}"/>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7E7452F9-0A0C-4673-BA47-8D704CCD20D4}"/>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5E20E434-77A3-4186-8564-E25DFD063A81}"/>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1EBFE0D6-4D1C-4187-8E0A-17138D483BD4}"/>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675F29ED-9286-48B2-9A55-BCFCFA3DA7A4}"/>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6358CA44-1E85-4E1A-8459-2AE33D1DCFC9}"/>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98607AA4-4063-452D-9787-7C457F680EBB}"/>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7D7AB227-8D0D-4740-989F-81F0D6D97BDD}"/>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12DD00AC-5C83-4784-BE5D-9FE0E7A37D2F}"/>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449AD7FC-F9D6-4879-95E6-63B9EA877258}"/>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CB57AF59-520A-47C6-B8F9-55A210E2D925}"/>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39AB7844-6CAE-455F-808A-7E27E5189480}"/>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2A8BCBC2-7048-446E-84E2-5021463099A0}"/>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74A0FDED-8432-487C-AE46-1A56BC4718A2}"/>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B84A97F6-DC0F-4251-A9F3-050630B32275}"/>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8D06562C-243F-4467-AC7E-FAAB8F914F21}"/>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14845ADC-363C-4FD3-B6B9-3AB3433C04AE}"/>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EC3B58A3-4220-4836-807D-9E5128AC20CF}"/>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01C3E89D-D6C6-4B73-9454-790CEEAE97BD}"/>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1ED5D6B8-F3F5-49D0-BC64-0C2C87298502}"/>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B1097C6F-AD38-496C-BF6E-1470524EAD40}"/>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14227B2B-641D-44D2-AE9D-6FE5200673E4}"/>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D5092915-8FDF-4873-A9AA-AD689290971C}"/>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61804538-B6B4-42C0-AEC0-8F284596545E}"/>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165B0152-5D8F-4B3A-9548-9F8CD18FCE00}"/>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87900C64-AAB0-49F6-B5EB-9D62B111BD09}"/>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676D749B-09D9-4A3F-8FB7-499E78E9AA5E}"/>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E9A0D359-8438-47CD-9194-4CDF49BF8C91}"/>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0FC7E489-7E95-4A51-B9A4-8244C366FF2B}"/>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56287FA9-8B36-41F2-BC26-E73B7AE1067C}"/>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4F0D449D-A3B2-4E5B-9A99-A56E5F3DBB31}"/>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AA900579-9625-4E8F-8561-A67D0C244788}"/>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A4D6FE29-E148-4D68-992F-F571666D1281}"/>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E2B0E29D-2ADF-44A3-8A6C-A06C4FC1F665}"/>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FC8F4181-3DFF-4BFB-A9D1-2F5BCB10BA6A}"/>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D4DE4FFB-509B-40A2-9EE0-94AD2BD59A37}"/>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D596C4A3-8DEF-4AA2-AFCF-CB454B10D41A}"/>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A5D72E97-03E1-48C1-91A4-052640AAD409}"/>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6961C91A-356C-46BE-A333-A84E69273750}"/>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FAA31028-EE54-4A0E-A029-86BBAC6E2F3D}"/>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8123F452-99CF-4616-847F-E2CA0EA42F3C}"/>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7F19B91F-2521-4862-90C0-60200CD2C208}"/>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57960F37-F588-43EC-8233-41A8870E1961}"/>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10142FA6-D60F-216C-F201-92A4BA84BD8D}"/>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endParaRPr lang="en-GB" sz="2400" dirty="0">
              <a:solidFill>
                <a:srgbClr val="FF0000"/>
              </a:solidFill>
            </a:endParaRPr>
          </a:p>
        </p:txBody>
      </p:sp>
      <p:sp>
        <p:nvSpPr>
          <p:cNvPr id="3" name="TextBox 2">
            <a:extLst>
              <a:ext uri="{FF2B5EF4-FFF2-40B4-BE49-F238E27FC236}">
                <a16:creationId xmlns:a16="http://schemas.microsoft.com/office/drawing/2014/main" id="{3A582B9B-6FF9-64A2-C4D5-2C9DE16DE9EA}"/>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t>∞</a:t>
            </a:r>
            <a:endParaRPr lang="en-GB" sz="1600" dirty="0">
              <a:solidFill>
                <a:srgbClr val="FF0000"/>
              </a:solidFill>
            </a:endParaRPr>
          </a:p>
        </p:txBody>
      </p:sp>
      <p:sp>
        <p:nvSpPr>
          <p:cNvPr id="4" name="TextBox 3">
            <a:extLst>
              <a:ext uri="{FF2B5EF4-FFF2-40B4-BE49-F238E27FC236}">
                <a16:creationId xmlns:a16="http://schemas.microsoft.com/office/drawing/2014/main" id="{1CC3D0DF-0374-9F7D-161D-434FD5872D34}"/>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5" name="TextBox 4">
            <a:extLst>
              <a:ext uri="{FF2B5EF4-FFF2-40B4-BE49-F238E27FC236}">
                <a16:creationId xmlns:a16="http://schemas.microsoft.com/office/drawing/2014/main" id="{BC335E14-1CE0-9205-1AE5-125CEF4EE51E}"/>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6" name="TextBox 5">
            <a:extLst>
              <a:ext uri="{FF2B5EF4-FFF2-40B4-BE49-F238E27FC236}">
                <a16:creationId xmlns:a16="http://schemas.microsoft.com/office/drawing/2014/main" id="{935103E9-6075-4D28-D9BF-21F71D893E40}"/>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EDB45D53-0C04-659B-7A07-0F7FE71E6349}"/>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8" name="TextBox 7">
            <a:extLst>
              <a:ext uri="{FF2B5EF4-FFF2-40B4-BE49-F238E27FC236}">
                <a16:creationId xmlns:a16="http://schemas.microsoft.com/office/drawing/2014/main" id="{723FC15B-113A-CF95-9005-FD0D78FC4BE7}"/>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9" name="TextBox 8">
            <a:extLst>
              <a:ext uri="{FF2B5EF4-FFF2-40B4-BE49-F238E27FC236}">
                <a16:creationId xmlns:a16="http://schemas.microsoft.com/office/drawing/2014/main" id="{93F25FBA-A581-9925-38FD-44F8A8443571}"/>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BF1AC202-C422-7F51-9EF0-920F383C3F07}"/>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2BF7B86C-8AA3-739C-8BB5-995531199DFD}"/>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2" name="TextBox 11">
            <a:extLst>
              <a:ext uri="{FF2B5EF4-FFF2-40B4-BE49-F238E27FC236}">
                <a16:creationId xmlns:a16="http://schemas.microsoft.com/office/drawing/2014/main" id="{342B0B8B-8CD0-72A4-A985-748AA219F198}"/>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3" name="TextBox 12">
            <a:extLst>
              <a:ext uri="{FF2B5EF4-FFF2-40B4-BE49-F238E27FC236}">
                <a16:creationId xmlns:a16="http://schemas.microsoft.com/office/drawing/2014/main" id="{0778F43C-5265-0AB3-4A50-D477354F7918}"/>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F690ED1B-EA3C-F3EB-51FB-58799B8C1F38}"/>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5" name="TextBox 14">
            <a:extLst>
              <a:ext uri="{FF2B5EF4-FFF2-40B4-BE49-F238E27FC236}">
                <a16:creationId xmlns:a16="http://schemas.microsoft.com/office/drawing/2014/main" id="{E35C660A-FF9C-B339-58F7-49833A6F2789}"/>
              </a:ext>
            </a:extLst>
          </p:cNvPr>
          <p:cNvSpPr txBox="1"/>
          <p:nvPr/>
        </p:nvSpPr>
        <p:spPr>
          <a:xfrm>
            <a:off x="3157043" y="1719868"/>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6" name="TextBox 15">
            <a:extLst>
              <a:ext uri="{FF2B5EF4-FFF2-40B4-BE49-F238E27FC236}">
                <a16:creationId xmlns:a16="http://schemas.microsoft.com/office/drawing/2014/main" id="{CDFA85C9-8FAE-E4E9-0A3B-C4952F6B3E57}"/>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7" name="TextBox 16">
            <a:extLst>
              <a:ext uri="{FF2B5EF4-FFF2-40B4-BE49-F238E27FC236}">
                <a16:creationId xmlns:a16="http://schemas.microsoft.com/office/drawing/2014/main" id="{60541304-E374-3381-0036-326286DB1225}"/>
              </a:ext>
            </a:extLst>
          </p:cNvPr>
          <p:cNvSpPr txBox="1"/>
          <p:nvPr/>
        </p:nvSpPr>
        <p:spPr>
          <a:xfrm>
            <a:off x="9345561" y="307643"/>
            <a:ext cx="2236839"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2- using alpha beta</a:t>
            </a:r>
            <a:endParaRPr lang="en-GB" sz="2400" dirty="0">
              <a:solidFill>
                <a:srgbClr val="FF0000"/>
              </a:solidFill>
            </a:endParaRP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383FAA-3246-4908-EAD3-1BA7DD49EC65}"/>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EC5D120D-7325-9507-429D-D7B96B46A1B5}"/>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9EF3F4EA-6A82-9BAE-DE88-0447488C4EAE}"/>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8F93BF49-FD2A-0757-591F-B19DF7EEFCCA}"/>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7BE48F75-C372-BE5E-EC43-CCA23CFB2EB2}"/>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DE7B4CE3-88EE-1F94-C319-20A071E1B9CD}"/>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E0E3201A-65C9-442B-E195-9394780BBE81}"/>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EC4C404A-5197-342E-5059-FECF820930B3}"/>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C941CED5-DAA6-7557-1B17-6FDBBD444532}"/>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C57A7EBD-FB14-038E-9E9A-78302386E72E}"/>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FD1CBD6D-C317-BFA6-4494-4EF35C120166}"/>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4809B470-5CE5-B3D2-26BE-1659554BB728}"/>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BA54124A-659E-8D67-FFD0-3688CD978AFB}"/>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E35F47EE-7D2A-AE85-224F-4548B5D3AB0D}"/>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48931BE8-842E-BDE6-A0E7-F4EB2E8D98BD}"/>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31461F4B-8A68-ED86-BF9D-0C7B424C4C1B}"/>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C82DC930-1CDD-93DB-3B6D-E816268D300C}"/>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A3A0364B-672D-378E-5796-8DE5EDDCD344}"/>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8D6927CC-2CFB-B486-2DDD-E0EDCF2A7C53}"/>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52665BB4-ED4C-3EDA-FA52-F20E0DE2DE77}"/>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02348DA6-670E-6A79-53A3-8D05DFDE2C40}"/>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F2887C6B-86AC-5A6C-AC19-EC4A4D9FCB75}"/>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A12C328B-CF70-DAA2-B58A-40447184FFA4}"/>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8C862B31-7B42-1126-3D33-C6CCCA12AFB8}"/>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CC72C691-8429-4508-AFBC-2817BBCD30E8}"/>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F6D56921-9C6A-43A3-0B65-D914768307DD}"/>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4FFCE765-753C-380B-560A-66672407ABA2}"/>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F6A7F621-666E-AB8D-4306-B63F19A1220B}"/>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9CE55861-9671-5D11-3CB4-103A5A57B760}"/>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02125191-CEFD-C518-AD2F-3606501583EC}"/>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01C621A9-9343-EE96-C859-74BA68B2704B}"/>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795C5FA8-F2DB-EF35-0B24-84E9CFA182FE}"/>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A0D0E831-5278-B415-F8D3-5173CA8DF69B}"/>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B650C4AA-3660-C604-422B-EF24462E4F49}"/>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A71E5B36-84FD-F898-E81D-ECAD08A08007}"/>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E829C0F4-BE15-ADD8-E411-845528F6293F}"/>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F99C60F8-D499-6A69-0698-649971B20DC1}"/>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83451E97-F1E5-E73D-775C-BC39936BB97D}"/>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34CC6508-6093-B6CC-E08B-C0AA2F6FB480}"/>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FEAF8F2C-1685-8991-2B0E-3CB0CE06D43D}"/>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7219C07B-025C-E888-CB41-4B024F76C3C3}"/>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2C4305BA-C414-3756-6DE3-95388DE6D66F}"/>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2FC5DFD4-8416-A7BE-7057-C1BFC040DCAC}"/>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DFD8424C-39C3-1EDE-9C89-FA1EDDCF65C7}"/>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2DD46966-C722-80AE-0B39-6E752BE689B8}"/>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3EE4CA95-95FF-A24A-D8F5-036A6F09907E}"/>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F676959A-F987-D00E-B5A9-81BDBAAB6C65}"/>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ABA5E638-99A9-A7ED-3135-64B2FCADE0CD}"/>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D82CF17D-57DA-5DB6-86AF-F2FACA4AE8A0}"/>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E9873226-C48E-3AA3-5790-7CA470D778F4}"/>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328AE9F6-47ED-EB39-DCBF-7AF237D9038E}"/>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4C92A892-7AC1-A8EB-DD7E-D585670C6318}"/>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CBB3FA08-F387-0BB0-DFA3-39A5814D088F}"/>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7D020FB2-D549-25E1-436E-536F9E6FCD39}"/>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A18FB9BD-EE08-F508-3D5F-631E0B950D56}"/>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AC31B7F2-37E9-311A-DA42-3B4178F1BEC6}"/>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A23FCF30-60F6-7019-F3FD-490575D709C1}"/>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834D2814-922D-44B5-4C61-952A2C79FE90}"/>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D206D41D-6715-B4DA-0F09-17C558D81656}"/>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0FC578E6-DB28-B37D-645F-9A1BCDD0EC49}"/>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0743C5C1-F083-34D6-09FC-0B6A25971E73}"/>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4F8C3297-756A-1281-0DDA-087636FB74B0}"/>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BD7C7163-1D8C-65D5-B129-25EB0C4E37DF}"/>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C01B047C-378F-0A28-28C2-71B59056A89E}"/>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BC818298-937B-037B-2894-6B8A0D667FD2}"/>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43380063-528B-FE0B-4F9C-F388E99F30DE}"/>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62D86E9B-1B3C-BC0B-98F7-FA18413DF8F9}"/>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427A2322-D445-9574-7E8F-D4F7000D9BB8}"/>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80E12A9D-57E0-B210-EB2B-DC02ED91C22B}"/>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FC136C11-2AA4-B08C-D553-1635B7200C8B}"/>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CF64B9D0-D8BB-138D-5ADF-627EFCCEDFF6}"/>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3324F8C5-7CC1-39D3-C94F-403967760F6F}"/>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A305B426-99AE-F115-A1FF-1BCB96086CE1}"/>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C22E4532-401A-2CE9-1AFD-D9104B942A5E}"/>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8E5C1335-0074-567E-7299-655809B74A6F}"/>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9C5A1C6E-9622-2D4C-3529-72BF025068B3}"/>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978DF8FD-2906-6EA3-1308-F2EC9B8962FB}"/>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5D12F8F3-D034-CCF4-8690-5EC79FD751C4}"/>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A5002067-95FB-5459-B7A9-79155A7D7B4D}"/>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EE9D1C5E-87E1-21EC-EEA4-DA23B11F511B}"/>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6AE6D655-4A3B-C124-9924-CEF757C25027}"/>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C3B0DC90-8E17-C269-15A4-CFC9B39B517C}"/>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BCD940BC-5A99-FBEF-8E44-B1069EAEF3F7}"/>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38946BDB-BE4A-ED93-9475-70B7A558C23D}"/>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C0688AA3-FDB3-6FE8-763F-F49C0C04865C}"/>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5385AF2F-407A-C7FA-9B2D-8546EEDBDD9A}"/>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84975149-56E4-BF54-CE2A-E8DC0028EEEA}"/>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FEF0BEEA-F9BB-9658-7EB6-228FDDE6E17B}"/>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5" name="TextBox 4">
            <a:extLst>
              <a:ext uri="{FF2B5EF4-FFF2-40B4-BE49-F238E27FC236}">
                <a16:creationId xmlns:a16="http://schemas.microsoft.com/office/drawing/2014/main" id="{7AB70E14-43C7-1DE0-39DA-A5968EA616F1}"/>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6" name="TextBox 5">
            <a:extLst>
              <a:ext uri="{FF2B5EF4-FFF2-40B4-BE49-F238E27FC236}">
                <a16:creationId xmlns:a16="http://schemas.microsoft.com/office/drawing/2014/main" id="{ECF328AB-5315-4650-1A82-4FDC418107FA}"/>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338C9C3D-3E3F-D61A-AFF6-63A114140603}"/>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8" name="TextBox 7">
            <a:extLst>
              <a:ext uri="{FF2B5EF4-FFF2-40B4-BE49-F238E27FC236}">
                <a16:creationId xmlns:a16="http://schemas.microsoft.com/office/drawing/2014/main" id="{B6AB5573-D245-963B-1184-EE4C4E620C8A}"/>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9" name="TextBox 8">
            <a:extLst>
              <a:ext uri="{FF2B5EF4-FFF2-40B4-BE49-F238E27FC236}">
                <a16:creationId xmlns:a16="http://schemas.microsoft.com/office/drawing/2014/main" id="{E971CB70-E26A-97EE-AC35-3A6FF47A2673}"/>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285B5E73-9BF9-27BB-7EFE-26F1C99A3124}"/>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9F1F9B3B-E567-AAD1-804B-6748B53D5A9E}"/>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2" name="TextBox 11">
            <a:extLst>
              <a:ext uri="{FF2B5EF4-FFF2-40B4-BE49-F238E27FC236}">
                <a16:creationId xmlns:a16="http://schemas.microsoft.com/office/drawing/2014/main" id="{51BC5FBF-F185-058C-7568-96B6FFE931A4}"/>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3" name="TextBox 12">
            <a:extLst>
              <a:ext uri="{FF2B5EF4-FFF2-40B4-BE49-F238E27FC236}">
                <a16:creationId xmlns:a16="http://schemas.microsoft.com/office/drawing/2014/main" id="{B5EF3EAB-0524-57BD-C27C-5FAA1D2CF91A}"/>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20028A54-7BF2-1429-8448-62D156FAD104}"/>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5" name="TextBox 14">
            <a:extLst>
              <a:ext uri="{FF2B5EF4-FFF2-40B4-BE49-F238E27FC236}">
                <a16:creationId xmlns:a16="http://schemas.microsoft.com/office/drawing/2014/main" id="{F1D411C5-EEB5-69BA-E08F-633928450748}"/>
              </a:ext>
            </a:extLst>
          </p:cNvPr>
          <p:cNvSpPr txBox="1"/>
          <p:nvPr/>
        </p:nvSpPr>
        <p:spPr>
          <a:xfrm>
            <a:off x="3157043" y="1719868"/>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6" name="TextBox 15">
            <a:extLst>
              <a:ext uri="{FF2B5EF4-FFF2-40B4-BE49-F238E27FC236}">
                <a16:creationId xmlns:a16="http://schemas.microsoft.com/office/drawing/2014/main" id="{B63A1AAA-C048-7932-23B6-72F3E3175724}"/>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Tree>
    <p:extLst>
      <p:ext uri="{BB962C8B-B14F-4D97-AF65-F5344CB8AC3E}">
        <p14:creationId xmlns:p14="http://schemas.microsoft.com/office/powerpoint/2010/main" val="2038623840"/>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3DAE64-346B-6CDF-B6D1-D91D6500837C}"/>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532E97AD-C0E5-650E-8C6D-7B5321310638}"/>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2BA39B0C-F1F9-ACCB-8EAA-64B97576BEF2}"/>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9AA7983F-3E29-2C04-6205-8D2D8E1B54B4}"/>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DFE767F5-5E0D-2679-550E-7870CA1E4B4B}"/>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6440D173-21E1-2823-C622-C1E734C7D53E}"/>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60E6CC18-B1D3-6921-5C08-ED585C83BCF0}"/>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6443789E-4C95-0610-E601-675496C95A02}"/>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5144C0DC-AE1A-E448-9897-1819295C9D93}"/>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CDDE8ED7-F74A-4FEE-A002-9F9DA4B43B3C}"/>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1512C193-A6F5-CF5A-188A-259D1F3B1132}"/>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24383D86-F466-EC30-5F92-1AC20AC68437}"/>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2C981F5C-8F62-12AA-5BB8-83002D912C35}"/>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E5B5FCDD-D146-1E93-B321-9BF4311E1EE0}"/>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3AB7D45F-64F1-3444-90A3-166845C182C4}"/>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9CD44863-BD7B-E3D9-88AD-864D0CD975D5}"/>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A9ED592E-0DD6-67F0-CBA3-40F1767194B6}"/>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FB56AA7E-4CFC-C9B0-9555-DF3448F00E96}"/>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300568AF-014C-085E-EDF7-1A38272A660C}"/>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8453CCF0-CD2D-1F6B-3FBD-86A0E5A17546}"/>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7C5C343C-66AC-C6C3-3E90-AD6BE1B51827}"/>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3B8D071D-724F-7338-79EE-7886CBDB33FB}"/>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8A750CC0-3DCD-B855-BB5A-8426EEB5EF4D}"/>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AE36A9A4-8734-C76B-C79C-1F49F78E056B}"/>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7F6FC533-01F8-F9D7-878B-20B5ACCCFDB3}"/>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A388A617-E330-D839-6F6C-AF568F81E30F}"/>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3697B9C5-C551-3E72-43BD-90A9ED4D42BB}"/>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A16638DE-1CD1-817D-E38B-E2CF1CD33C42}"/>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D76DA2EE-DA10-A697-F4B1-23B6CC140A9A}"/>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831A1907-996F-55CD-2EB7-0DC8E2DEE5E5}"/>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E9D4D526-CCBD-59A5-5EB7-EFEBBD92D04B}"/>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C9263684-7A3F-6166-1EB3-3AF3A9A04AA3}"/>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8F1B7632-303F-82A5-8DBB-A580B58E127F}"/>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0FF45F2C-9B91-3BBA-6C41-39F25A1CCDA0}"/>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F24DF2A8-FBA5-5071-FD95-D126E2F75271}"/>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5771DFDE-A4AD-D4E2-E9E7-4F677E3A84D4}"/>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EC490AAD-7D8F-2F65-8CF6-F56742C68526}"/>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D052E24C-E788-622C-E9BC-8444D01D4A9E}"/>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85033D0F-6447-BC16-2C1D-CE6778541217}"/>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4E3BD202-9C0A-7A97-47A2-82C098FA77B8}"/>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D5C2139F-0D71-0114-4824-1F56510DA95B}"/>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1E88FDEC-3633-95C5-D376-140D3F354002}"/>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FE05ADE1-6820-8B63-E705-C1472AF89FC4}"/>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32396BB5-CC07-9246-6F00-5B7C2581CA74}"/>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8D47683E-8888-0ED9-1FA3-AD5A0FEAE6ED}"/>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F71521B5-14ED-CBEB-78CE-5E86D639FD44}"/>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BFD0E38E-59A5-CBC0-F420-8E5402A4D139}"/>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148FA9CC-E14D-4ADB-92C2-04015BC464B1}"/>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802DE7EE-F473-FF5B-7A6B-19778568B4DF}"/>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73851F14-08FC-BA67-D641-897D9BAEA7D9}"/>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4EEB3EFB-92FB-FFDC-F965-7A6180FA8015}"/>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2C8E7946-E2E1-BDFE-28FD-E3640C3309B5}"/>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E11468E4-9521-E45B-9A07-BAA6692C5E00}"/>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774F19B6-D2F7-A8B7-F1B3-8288246E79D9}"/>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03269E19-B0CB-EB57-CE7B-EA52EBEAF349}"/>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C253F813-1620-BFC1-08B9-50A6CC5E446D}"/>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95A85BE4-8F76-7C73-01FD-D1446172163C}"/>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F7AAE6D4-B556-CBEF-5F81-D2372C88B6EB}"/>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6F74AB2A-B1FC-6824-0F3A-19B63BD2D8C0}"/>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8D59F62B-DAD8-CD9F-39A5-1F27B8F8A75F}"/>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25191F10-7F4A-7CB4-164E-91F19F9815BD}"/>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95B39297-83B6-5304-BD93-98DA8F130A77}"/>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4C947C01-12E8-FD7C-E1C0-08A0F0E9045C}"/>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EFF6BF22-6BF3-19AC-1C0B-BBC2168EA3EE}"/>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5BA78B20-CD3B-41FC-016F-D41F9AEE5000}"/>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572D37B1-2819-D4A3-B4ED-818C6D1BD43B}"/>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9FF3CD38-CC45-642A-CAAB-966B1A796303}"/>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24C861FB-A55B-18E9-B471-210EDF7B07EF}"/>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136D1BA8-0639-BEE8-9941-DE9EDC36DB69}"/>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4EF9E6E0-881C-FCBA-4B1B-FFE2C23C74D6}"/>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AB9343F0-AC78-721D-AC92-B75AB7C49069}"/>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EE53116E-77DB-D2B8-4649-0B02271D6949}"/>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AFDA51AB-0AEE-415D-F464-6E05B81ABD21}"/>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A6DE418F-31D9-082E-4F85-ADBA2A42BA98}"/>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ED7B4EB0-2EB8-22D2-CD47-34E46B4C9D7B}"/>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0FBAFABC-B6CD-D13D-C5A0-4124BDC10E65}"/>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816A85C8-8FCF-BC77-409F-8CCD66CDC157}"/>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CCD41BB1-F85E-BB71-197F-0508082F88B5}"/>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0E8FD09F-08EA-755D-0551-2C45EA2193B9}"/>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5423D20D-9620-189A-2FD9-3BB4C6E6DECE}"/>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FCF1DDFB-BA9D-0A58-2CBB-9B06879E297C}"/>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852244EB-228C-FD1A-0379-503CDB875342}"/>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93EE44A5-354F-2716-56A7-576CA890F12E}"/>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EF9090DF-4D0F-7FA3-C5C8-A912B06980ED}"/>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7C33DC65-BB3E-3D74-21ED-1E60C8697CBC}"/>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1838634E-D0F8-3A49-CC64-9F9402351642}"/>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FF642C48-FFE6-C95A-2052-93550221B39E}"/>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BDBD4E17-EFF1-C956-8FCE-0903F1518213}"/>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9</a:t>
            </a:r>
          </a:p>
        </p:txBody>
      </p:sp>
      <p:sp>
        <p:nvSpPr>
          <p:cNvPr id="5" name="TextBox 4">
            <a:extLst>
              <a:ext uri="{FF2B5EF4-FFF2-40B4-BE49-F238E27FC236}">
                <a16:creationId xmlns:a16="http://schemas.microsoft.com/office/drawing/2014/main" id="{3E6FFE4B-A4A9-1D1F-3144-E571E3A6CFD2}"/>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6" name="TextBox 5">
            <a:extLst>
              <a:ext uri="{FF2B5EF4-FFF2-40B4-BE49-F238E27FC236}">
                <a16:creationId xmlns:a16="http://schemas.microsoft.com/office/drawing/2014/main" id="{FE927E40-8B5F-09F7-D32F-783EB80F1684}"/>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7E358EFD-861B-7846-363E-10FF50989C10}"/>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8" name="TextBox 7">
            <a:extLst>
              <a:ext uri="{FF2B5EF4-FFF2-40B4-BE49-F238E27FC236}">
                <a16:creationId xmlns:a16="http://schemas.microsoft.com/office/drawing/2014/main" id="{B3108143-9442-7A81-2EAE-2399085F0326}"/>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9" name="TextBox 8">
            <a:extLst>
              <a:ext uri="{FF2B5EF4-FFF2-40B4-BE49-F238E27FC236}">
                <a16:creationId xmlns:a16="http://schemas.microsoft.com/office/drawing/2014/main" id="{DE3328BA-8971-E159-A936-D5F87B7E93A2}"/>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D9EF0628-8EF4-BDB5-01CA-18026A26F2CB}"/>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97B556A8-2D1E-C550-E9FE-087D109527A5}"/>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2" name="TextBox 11">
            <a:extLst>
              <a:ext uri="{FF2B5EF4-FFF2-40B4-BE49-F238E27FC236}">
                <a16:creationId xmlns:a16="http://schemas.microsoft.com/office/drawing/2014/main" id="{B1776340-CF31-D7C7-CD16-B7B976B98CCD}"/>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3" name="TextBox 12">
            <a:extLst>
              <a:ext uri="{FF2B5EF4-FFF2-40B4-BE49-F238E27FC236}">
                <a16:creationId xmlns:a16="http://schemas.microsoft.com/office/drawing/2014/main" id="{43C4E2DD-F49A-DDB3-68F1-B88A08FE09B0}"/>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9B008D50-0D49-6C1B-E69C-1F2318E1E2D6}"/>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5" name="TextBox 14">
            <a:extLst>
              <a:ext uri="{FF2B5EF4-FFF2-40B4-BE49-F238E27FC236}">
                <a16:creationId xmlns:a16="http://schemas.microsoft.com/office/drawing/2014/main" id="{B2EDA40D-4918-DDE5-82C5-C87C7A058483}"/>
              </a:ext>
            </a:extLst>
          </p:cNvPr>
          <p:cNvSpPr txBox="1"/>
          <p:nvPr/>
        </p:nvSpPr>
        <p:spPr>
          <a:xfrm>
            <a:off x="3157043" y="1719868"/>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6" name="TextBox 15">
            <a:extLst>
              <a:ext uri="{FF2B5EF4-FFF2-40B4-BE49-F238E27FC236}">
                <a16:creationId xmlns:a16="http://schemas.microsoft.com/office/drawing/2014/main" id="{C9735830-0F47-BFC8-C62F-0555FE9F1101}"/>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Tree>
    <p:extLst>
      <p:ext uri="{BB962C8B-B14F-4D97-AF65-F5344CB8AC3E}">
        <p14:creationId xmlns:p14="http://schemas.microsoft.com/office/powerpoint/2010/main" val="4101467050"/>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6BE307-9440-174E-070B-9184DC95ED27}"/>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FC0FBD7D-92E1-5826-F9A3-248435A2D486}"/>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F32BDB82-CD73-AEC6-478B-8812C9ECD536}"/>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A7706CAA-7244-8F22-BE20-CC466B14CEBC}"/>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BCA9D5ED-B505-58AE-C33E-275E46FC5669}"/>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0B8C1D9A-6F46-BF77-BBBB-FEB4C86216EE}"/>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731CA00C-6394-5C69-DB4C-C006864F47A5}"/>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C37575A7-603F-228A-7E28-818FABDDE050}"/>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155ECBB7-1903-6081-4AC6-6A3CD1F1CCBC}"/>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F214FAA7-241E-01F0-FF2D-6091C892B452}"/>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5A71B4F5-0564-C463-EB93-356C2365FF9A}"/>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B147E609-EE84-64E5-8FCC-BFDCD1E81FA6}"/>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BBAA4F4C-3191-4D26-EAAA-DE52F3AADAFC}"/>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158D5899-EBB2-536A-ECAF-A9183F8AA60D}"/>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6DF9C731-90C7-571F-88BD-82DFD966C0B9}"/>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0F446A49-DCE8-B72C-D433-15EFF93D5CE8}"/>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62D3C1B1-7F4E-1027-C4A3-72C969DBB598}"/>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B0BDDBAB-05F1-11FA-5A5B-73F4BDC2B98A}"/>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8BF55995-469A-3F4F-53EA-5E28BAB72EC7}"/>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417096EE-3510-3834-00F1-35EE1F206A44}"/>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690CFB33-DA75-7EA1-53D9-04202F3ED048}"/>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57B69CDE-1CA9-3029-B74E-10F7B58C5B5E}"/>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437AF48A-876F-57D1-8B99-2488AC42B61C}"/>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823F4B93-3E9A-9AC4-28CE-4B94FD59D435}"/>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45524562-B2F1-90A9-D327-E35324A434F7}"/>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AD1FF1F9-7958-2778-78E8-6CF7D835358C}"/>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E7057047-A3FD-F1C4-1E2E-6A2B077074F3}"/>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ADED3571-511D-8CDB-36B0-1392C22F0C21}"/>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4527086C-D5F5-5D1B-1832-D563E4805CA3}"/>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FC163D83-4037-2331-F155-4D96DAF4DE7A}"/>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3F3ABC49-81E0-ABD4-7987-CE02A4E129FB}"/>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78530F03-EDE1-C9DA-7D1D-28B945031E94}"/>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7588686D-3412-475C-444A-412A9CE44797}"/>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D284B248-3FBD-1CEA-B266-770AADC4401A}"/>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2A54855A-1C8C-84CC-FC83-0FBE417F618A}"/>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2C9AE10A-6E19-9804-6B8C-E5F6CBB86064}"/>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D7B1BDDC-45B0-6CA9-0A3A-6891459EDD94}"/>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EA250EE6-2A84-162D-0234-1978BD2019B3}"/>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B1976950-9367-FF3D-D083-017712E9AE50}"/>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F70ADAA8-D2F2-60FE-77FC-20B81D1229B2}"/>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18A515FF-A9D8-9309-74E5-64D7602B7F67}"/>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45C308F0-AE07-5B6F-0478-95651E5469FC}"/>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757E0D1A-55B9-3E7B-2CC4-2F7EC84447AE}"/>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0B6C0ABD-DCF9-C521-84D1-E995837A80B5}"/>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BA29D099-E3CD-A1F6-D90F-80F35628BD87}"/>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E04C6328-DDA7-38C0-415E-D52F698E22A1}"/>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488B14F4-C02A-770E-F218-764A882F7734}"/>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0ABC26AE-EB39-5170-96B4-3BA7846575E3}"/>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F17CB684-430E-1227-1670-53BA66F43DF7}"/>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24AF0343-5BD5-E8F5-4988-79DAB8659AB7}"/>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7FF4BF53-4D4A-E990-64DD-FBBC11BBE916}"/>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8F497E1D-F670-34F1-5B80-F1FDA2436CD4}"/>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BD9B002B-BD3D-F57B-0BAF-3776B39BA557}"/>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9E6F4A8B-1890-06F3-B8FC-5906CFBCCD87}"/>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B1C21839-9D64-E6FC-B530-F50860402A70}"/>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EFFC2583-454F-B6D7-6C11-EAD3ED0E146E}"/>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AB1B49C9-9081-BB2B-DAB0-0A9619A7DA08}"/>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06E3D7EE-11A0-2A54-7377-50F567B4E561}"/>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E7A59040-36A7-F2E9-A166-49E82C95E29D}"/>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580EBC59-0C1F-F1C9-94E8-DDB8BB35E350}"/>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5DF92292-B906-D626-FAA9-CB53DEE104B7}"/>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B05D7EF2-68F1-7AF8-9A78-B2C1238B1406}"/>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CA86D452-1DC9-80C0-DE6B-3E9DD63C96BA}"/>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F3D2FA1E-6D64-2C3D-7410-02BD7D9E2320}"/>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D6A31843-76ED-3ADA-A350-0B5FAC665293}"/>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D7FEE539-7C40-48F5-1E64-35C8038EEF67}"/>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1E57260F-96F1-C7FB-A089-62754F43578E}"/>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F1C5600A-37D0-0B20-2424-E08B411A18D7}"/>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05A5C2F8-5500-4887-EA43-2977DF03BB03}"/>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E4779658-CC3F-BAC2-ED79-1FDECD348772}"/>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BBFB5CCB-7125-095C-F0DB-2DF724678055}"/>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290F8746-0B9B-7C33-BB3F-E796C55562DC}"/>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96B9C5ED-3227-0259-30C0-3EB649860B38}"/>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EAEFB579-18F4-1EDA-40AE-095AC293C18D}"/>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1D619923-2EFA-462B-75F4-59ED633BBBB0}"/>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DB011FD4-8B25-16D1-B636-1CA86676E756}"/>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0444A75F-E0C4-8B1A-0972-765D5F04881B}"/>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68C794C6-A567-3330-24CE-E62975CE5218}"/>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AE60DA75-C57F-0855-0427-C3AA705DD885}"/>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7DBCA048-D2E0-AC0B-F72E-99345EB7CDB8}"/>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08F19F9A-9077-F036-1D87-A4FE5696F43F}"/>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D8DD4C9C-C513-3476-EF5C-19F21AD0F42B}"/>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74D34383-CC2D-77FD-9E74-70A6E4F8B6C7}"/>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78D5A994-25D1-E88D-6CA6-4967C438C53D}"/>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FC4BB5B6-7D9B-7A53-AE02-714076BADE73}"/>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9B8D1AA7-50C7-6240-A0CF-B70A20742F18}"/>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99A3F59D-F83B-FC26-7474-07F79D32FCF7}"/>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8E2DF85C-E4A0-1047-59FA-BBEB892A3407}"/>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F11EE0DD-B34F-F8F0-679E-F51BEF87D46A}"/>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6" name="TextBox 5">
            <a:extLst>
              <a:ext uri="{FF2B5EF4-FFF2-40B4-BE49-F238E27FC236}">
                <a16:creationId xmlns:a16="http://schemas.microsoft.com/office/drawing/2014/main" id="{A17F1B56-50BD-F73A-6654-DF3E23EE305E}"/>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A2113E12-96D0-6A39-70A1-1DECD85A10EE}"/>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8" name="TextBox 7">
            <a:extLst>
              <a:ext uri="{FF2B5EF4-FFF2-40B4-BE49-F238E27FC236}">
                <a16:creationId xmlns:a16="http://schemas.microsoft.com/office/drawing/2014/main" id="{7425B779-8854-F163-22FA-8C1CD57F77E5}"/>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9" name="TextBox 8">
            <a:extLst>
              <a:ext uri="{FF2B5EF4-FFF2-40B4-BE49-F238E27FC236}">
                <a16:creationId xmlns:a16="http://schemas.microsoft.com/office/drawing/2014/main" id="{9D2FEC03-11CC-3028-A367-AFA9F1B27CDA}"/>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7113928F-2483-C325-B5AA-5102A6BCA444}"/>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3E849E54-F74A-AABD-268E-BB3C2E4F66BE}"/>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2" name="TextBox 11">
            <a:extLst>
              <a:ext uri="{FF2B5EF4-FFF2-40B4-BE49-F238E27FC236}">
                <a16:creationId xmlns:a16="http://schemas.microsoft.com/office/drawing/2014/main" id="{E15851FC-C36D-9D9D-A08D-0AEAA262CF6A}"/>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3" name="TextBox 12">
            <a:extLst>
              <a:ext uri="{FF2B5EF4-FFF2-40B4-BE49-F238E27FC236}">
                <a16:creationId xmlns:a16="http://schemas.microsoft.com/office/drawing/2014/main" id="{EECC6E7E-5E55-2CA2-7425-4CC1075145B7}"/>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E8D82F24-4DA0-4CD5-53D2-6C67A0B4F74E}"/>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5" name="TextBox 14">
            <a:extLst>
              <a:ext uri="{FF2B5EF4-FFF2-40B4-BE49-F238E27FC236}">
                <a16:creationId xmlns:a16="http://schemas.microsoft.com/office/drawing/2014/main" id="{1FE2F5DD-BE5E-3E26-5139-3E8423449419}"/>
              </a:ext>
            </a:extLst>
          </p:cNvPr>
          <p:cNvSpPr txBox="1"/>
          <p:nvPr/>
        </p:nvSpPr>
        <p:spPr>
          <a:xfrm>
            <a:off x="3157043" y="1719868"/>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6" name="TextBox 15">
            <a:extLst>
              <a:ext uri="{FF2B5EF4-FFF2-40B4-BE49-F238E27FC236}">
                <a16:creationId xmlns:a16="http://schemas.microsoft.com/office/drawing/2014/main" id="{CE1A259D-9B8F-A8C3-A8C1-1164A25464E7}"/>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cxnSp>
        <p:nvCxnSpPr>
          <p:cNvPr id="17" name="Straight Connector 16">
            <a:extLst>
              <a:ext uri="{FF2B5EF4-FFF2-40B4-BE49-F238E27FC236}">
                <a16:creationId xmlns:a16="http://schemas.microsoft.com/office/drawing/2014/main" id="{8A69FD64-91DF-D545-3038-E93C50830839}"/>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8789CAC8-4E6D-CA52-F3B7-8C59B85E9BBA}"/>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02EE7E57-3980-BF1B-4AE8-93AEBBF14F1E}"/>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13BCA0FA-A39B-FAF0-5705-FD611877CD1C}"/>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A3572B5C-DD9E-11A7-3898-F82234E1FA0D}"/>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45984335"/>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47ED28-5A25-47E3-9B6D-5C1610E47F35}"/>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E109FB14-5778-98EE-CAD1-E78253674E49}"/>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05EA02F3-BE23-75E7-5BDC-E613EE768F01}"/>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FD8270B1-A9A5-68F7-7544-851A233FDA51}"/>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32FAB656-E916-F72B-C209-29CB51252DDC}"/>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EA55E69B-D5C4-00CF-3174-D938F6CD4694}"/>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A1DE8AFF-D21F-42C2-1C1E-DB17137BBBC4}"/>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85AE6E19-1271-EF38-7DA3-645BEF03A456}"/>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17B23EB1-0601-9D1D-4D21-7ED2B3E5BD48}"/>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BECD1905-008F-58B8-857C-93DC3A07B7D0}"/>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0853A48F-BC18-2297-693B-D2305586E492}"/>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3AA15FC3-2BEB-96DD-E252-243C94B5290D}"/>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E188637C-BFC5-F7AD-262A-551BEDE55625}"/>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D6A37BEE-DF2F-6BB6-F418-9CE8E8CD94F6}"/>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E17ADCD0-87A8-A3CC-AEDD-114F663EA353}"/>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248FD5AC-5F43-59D8-392F-691476567C95}"/>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1C3320E1-0CFB-806D-1A94-2ED96074912D}"/>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0E36DCA7-46FF-7379-D35C-89C6B4481392}"/>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490D1B82-EEC9-9070-FE17-DBD0638BF2B2}"/>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70741D99-E39F-1E91-3844-4DFF701A72E4}"/>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F8BF9A9C-4F14-CCE7-314E-E6924B5A4077}"/>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5541AE9A-566D-5422-38CC-7C3BB50A19E4}"/>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170EF910-994B-07A7-6194-8AF803A2CE5E}"/>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0B8AB902-5179-F9E2-4048-5002229FC394}"/>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F1E6055D-F170-E6A5-5BA3-4B2653D6D170}"/>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06E79094-D854-03B1-4C3F-950381E29BBD}"/>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D031FE38-1900-6133-525C-0BD413A965C9}"/>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3D869D26-BD8A-D5C9-6FEC-D7E96CC29D4C}"/>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8F0944F2-8929-92F7-359A-3490990129D4}"/>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9F5F0A9C-7035-9AFD-2B15-515966FB57C8}"/>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9504C274-2DC7-3B3B-45FC-C873C6992783}"/>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085E38E5-9330-9A98-E0A7-2FFBEB83BD30}"/>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C9308846-2287-E799-C2BF-AED7DD519E0E}"/>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5C8C0471-6F0D-E3FF-727A-D381E7B232FB}"/>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94912221-EDDB-8308-CA19-BA58DEC385F7}"/>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C8FA4ECE-0ACE-0DD0-6CAD-CD5F17DD7E58}"/>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2CD325BF-C347-0150-4E4A-CF0D14CC292E}"/>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B2C55340-2761-B2E6-91D4-0BCBF214D265}"/>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6E2F5DB6-C395-3801-E6D1-FDAC9E5C0D76}"/>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0859F494-0475-A8FC-C511-F2D96BC52E71}"/>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29E9E1AF-21B1-72C1-029E-70458DE6FBCE}"/>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C57BE778-8FC0-7B64-9AD4-778C18B148C4}"/>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C4F577AA-9D45-22C1-2A26-5EA9B7160F55}"/>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F5E505F9-BE15-E70E-2909-14D5594CBAA4}"/>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DFEE7D90-331B-C4AB-7019-75FE4EB54C0B}"/>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85474571-E6D6-F5A3-2AF8-D0EFC30E5336}"/>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C5D433C1-603F-7FAF-C88D-C0D891C5BD2E}"/>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54B84554-71A5-34CC-07F0-323BEBF14029}"/>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44FDC231-7FCE-2974-80FD-70CE6D0247EF}"/>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4779396D-01D7-22B6-E499-CBC20BADE45C}"/>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EDBD7440-E4D5-464C-6903-28F69923A29A}"/>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6D5A2C70-9C9A-6014-E384-CB1C791BA2B7}"/>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8AE701F5-77DF-75A2-A4C2-9E993C32ED1F}"/>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36D21C67-6927-BCEF-EBE9-2BA918A8D95A}"/>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DA337B8D-E029-FCF6-BA60-7A25632B33FD}"/>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107E899D-C649-A277-B02F-1029C4F39486}"/>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8DE65A0B-44AC-0FC3-ED52-CC72C9046D90}"/>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547B2964-AC0C-E1F1-2952-16D5D9FD5E61}"/>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79D74E17-C82C-6698-5AD3-7AE075B13171}"/>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E7EBA32C-66D9-276D-6DFA-D64018001533}"/>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9E674B81-8A46-B6AE-3DD7-F79B56B0B3DA}"/>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769F057D-6BFA-A5D1-6FA8-1E00A7FFC7FC}"/>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8A12DEB9-7E5D-8102-C00A-BF07EEB155EF}"/>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3F4CDE35-A17D-E3D9-A82A-1A8488FCF96B}"/>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A580830F-3F7B-44E7-7391-FEE6ACF79CD2}"/>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06B641D2-3066-8AEB-B513-795419836157}"/>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151988A9-0EA6-A438-08E4-B286EDDA8E91}"/>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FE2B8ED9-A53F-CAA3-1E58-25066CC36273}"/>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C56EE121-CAC4-4255-AB4A-41BD0DC93986}"/>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BF37D87C-E13E-C03D-EAE1-DAB7E5535241}"/>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6B5E40BC-1C6D-2C97-1295-577F8ACAD951}"/>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D0F8CEAD-1510-F541-4FEB-D555369681FC}"/>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F410CEEE-3296-5D89-82B2-2B7C90C74FF9}"/>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F271D7F1-7C00-FD5A-FAE4-CCCFCABE777C}"/>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595D57A7-C78C-376A-3513-F4F5835FF34E}"/>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A4693193-63C5-1734-9117-52DF93E37770}"/>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B206A72B-BA8E-966F-1236-5F3D01757AAE}"/>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D9D4D3F4-6D91-7D63-2BFC-1FFB01AE922A}"/>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47D15221-ECBE-64D7-666E-5420F65B1C18}"/>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14DD9D89-F4B4-D542-9487-346DC9D33F8F}"/>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9A6848E9-CE87-3B13-F4AD-BC7E5DB50464}"/>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43DB782C-1D5D-7C58-F6D9-A19BE615AD2E}"/>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158BA6DB-93CA-328D-C72A-B8EC0D46B7F9}"/>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B3C228A9-4545-0DE2-A6A3-2ACE58B047A3}"/>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5E2A12E6-C2D6-E215-4D7D-CA3DBFB571BC}"/>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E2D8ECE4-5889-DC07-59E3-B95B29F86D9C}"/>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8AF68394-3CF2-F9DF-61AF-88B0A5153D09}"/>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93E83D49-04B8-7406-5887-173E04939EB5}"/>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2932B69B-0C45-D853-EAD8-83A0EE98B2D7}"/>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6" name="TextBox 5">
            <a:extLst>
              <a:ext uri="{FF2B5EF4-FFF2-40B4-BE49-F238E27FC236}">
                <a16:creationId xmlns:a16="http://schemas.microsoft.com/office/drawing/2014/main" id="{ABC2EA11-3F96-E61A-06AA-9FD0A3525EAD}"/>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0CD5799B-3B32-0D53-ADE2-931A553CBC3E}"/>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8" name="TextBox 7">
            <a:extLst>
              <a:ext uri="{FF2B5EF4-FFF2-40B4-BE49-F238E27FC236}">
                <a16:creationId xmlns:a16="http://schemas.microsoft.com/office/drawing/2014/main" id="{655A9F28-9306-6324-6F76-269A87A25DFC}"/>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9" name="TextBox 8">
            <a:extLst>
              <a:ext uri="{FF2B5EF4-FFF2-40B4-BE49-F238E27FC236}">
                <a16:creationId xmlns:a16="http://schemas.microsoft.com/office/drawing/2014/main" id="{A4BFC8EA-2EDB-8522-C617-842F791B037F}"/>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97B5F448-1647-C6A7-AC7D-DFD2962C54C9}"/>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D84FE1B8-7874-7CD4-B489-D11C8F263EF8}"/>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2" name="TextBox 11">
            <a:extLst>
              <a:ext uri="{FF2B5EF4-FFF2-40B4-BE49-F238E27FC236}">
                <a16:creationId xmlns:a16="http://schemas.microsoft.com/office/drawing/2014/main" id="{49DB6C0C-E23E-320A-F6D9-E69745D2EFE7}"/>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3" name="TextBox 12">
            <a:extLst>
              <a:ext uri="{FF2B5EF4-FFF2-40B4-BE49-F238E27FC236}">
                <a16:creationId xmlns:a16="http://schemas.microsoft.com/office/drawing/2014/main" id="{3F4B2243-74B8-3A82-F172-F52C95D00895}"/>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80AA0435-2657-A6DC-978C-95E8D02C759C}"/>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5" name="TextBox 14">
            <a:extLst>
              <a:ext uri="{FF2B5EF4-FFF2-40B4-BE49-F238E27FC236}">
                <a16:creationId xmlns:a16="http://schemas.microsoft.com/office/drawing/2014/main" id="{F7939725-E416-CDA0-BA02-8D85358C6CDC}"/>
              </a:ext>
            </a:extLst>
          </p:cNvPr>
          <p:cNvSpPr txBox="1"/>
          <p:nvPr/>
        </p:nvSpPr>
        <p:spPr>
          <a:xfrm>
            <a:off x="3157042" y="171986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10</a:t>
            </a:r>
          </a:p>
        </p:txBody>
      </p:sp>
      <p:sp>
        <p:nvSpPr>
          <p:cNvPr id="16" name="TextBox 15">
            <a:extLst>
              <a:ext uri="{FF2B5EF4-FFF2-40B4-BE49-F238E27FC236}">
                <a16:creationId xmlns:a16="http://schemas.microsoft.com/office/drawing/2014/main" id="{B36D3B2F-C5FF-8E8F-C862-AAC16A0208CF}"/>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cxnSp>
        <p:nvCxnSpPr>
          <p:cNvPr id="17" name="Straight Connector 16">
            <a:extLst>
              <a:ext uri="{FF2B5EF4-FFF2-40B4-BE49-F238E27FC236}">
                <a16:creationId xmlns:a16="http://schemas.microsoft.com/office/drawing/2014/main" id="{BABA0496-567C-02E8-57B9-4A7A106D41C8}"/>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BD430122-72AC-6005-E43B-BEA0C7AE4891}"/>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876E6626-A381-3701-E373-4121D8E61024}"/>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400A6912-A535-2409-553D-9BCF135C1689}"/>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B33B3A60-3219-844F-B759-B773032A13D8}"/>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7119477"/>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1B3A84-F66A-1D77-BE9C-E57DD7682176}"/>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201242F8-3FE6-800B-5E13-DDB8A62A30A5}"/>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6DFAA1ED-469B-173E-C75B-31DD1FC1434C}"/>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FFEE4389-16FD-FE3E-48D7-48A2EEA8E64D}"/>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D3166294-4CD4-6C5B-E9D7-01507C6A1216}"/>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59C78A52-331E-4F89-D0F4-E46C32FCA0FF}"/>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2515031C-E840-E71A-1CA8-D0C805ED0328}"/>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5391FACC-BD3A-096C-A745-E9988802C018}"/>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C7F9660F-3EE5-BCDA-9854-3F008EDCC7DA}"/>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1D8BDAF0-96C1-03CD-0C36-6A4D23581334}"/>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F62BD1C2-8141-251F-0E72-B00BD7166524}"/>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A8F00056-FC9E-E73F-3916-7B94403898BF}"/>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20C4B217-6FF4-65BF-0D4E-62FD01B87157}"/>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BDB9C736-8EC3-AD4B-5B43-EADF51F3AD5E}"/>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F864B2C5-802D-E5B2-9BB8-0A432AF86443}"/>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2CE0C628-B810-AA21-B58E-14B31663BA9B}"/>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6C9D9D29-BE35-EE1A-2DA0-323E6547867B}"/>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A2264E1E-1C3C-8545-39D7-86F0445C8013}"/>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E0E69989-2637-8E02-9958-B22CBF780827}"/>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4C7FA3C4-6385-FF98-A20B-6C439FA2D4B2}"/>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E710FEB3-9D88-7DBB-8AB8-C835A632B091}"/>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653A9486-0C6E-2FD8-FED7-57FD4382C7B3}"/>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0DFCF304-84D8-6775-DD8D-ABF63B744552}"/>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1BED543C-71CE-FB77-511D-0F84D81E192F}"/>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853A0507-6E78-99F2-D49C-C60272DBED03}"/>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5DD93043-D524-247A-9D2C-C2263FA80A11}"/>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E24501A6-1658-DDF6-5EC8-3B9361E8AF3D}"/>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C0C66FE3-D23A-ECDD-2A04-8CEDAFC50045}"/>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435DEBCB-2604-C562-36F3-99FE0BA456AC}"/>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8F1D10B8-4C3D-503D-2892-0E0974B44824}"/>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0531488F-D6DC-0F0B-F9BD-9CDC4102C283}"/>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9C427647-5678-92CF-FB52-7FDB5924F399}"/>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C23C0D16-6D76-1138-4A1B-F746AC223C69}"/>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3B373A55-B72D-51FB-5678-A23DD4183286}"/>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A23E9C7D-0C37-529B-29F5-3825E6FAAF81}"/>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46CE0515-E4BA-235D-5C87-D9388FC85911}"/>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D0ED81FE-7C3F-19FB-A6C0-157502A7567F}"/>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2600E7AD-ADAA-DAAE-8472-E39E060094EE}"/>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381C91E9-EB2D-89CE-A737-AA394B048061}"/>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EAFB7763-AEDB-DEB6-7CDF-E502021F6EB6}"/>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704409BF-11E9-F08B-5A74-DE67A43C7EDD}"/>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6A8D6AC4-CD29-20FE-22EE-34490142418E}"/>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A9D703EE-C3C7-42B6-3025-183AE76668CE}"/>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D21CA636-BA15-0221-A6A7-B9EC3CD1C5C6}"/>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FC3262F6-764D-247D-4853-5C8F700280E9}"/>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DA3D094D-451F-F744-7733-33C54D1CDF9E}"/>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D324914C-4C17-AC54-BE65-C448431A37A0}"/>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508BBC92-BD59-DC4C-3A54-65D474B6B2BD}"/>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C923E915-8B55-4AA5-8045-EFFBB289C73F}"/>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F02461FC-CFBB-0AC4-4E7E-BD15191D4879}"/>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08FC1C75-DCC8-2D0A-9F6E-FA9200052D29}"/>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21B01D8C-4726-8DDA-CF56-F09897D3EC7A}"/>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6E975B0A-AE6A-FEC5-6B70-B4E3101332A9}"/>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42EC1E38-8418-E85F-22CC-C84D7A482170}"/>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E90BB4D0-60E9-9CFE-F7BC-AC4ED85EAE0F}"/>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479C6428-58AA-AC34-9159-891915343813}"/>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C19F90EA-6EC5-8BF1-951C-F028E59373BE}"/>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B5C381A5-AFCF-1664-26E2-B0B9DF865CA6}"/>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195C6738-ACF0-AACC-6111-6FF3CBF9E6C7}"/>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9A7899AA-6C7C-B00C-C26B-6DF23D87752A}"/>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6B3AF7EC-000C-3344-1173-61B7DFF65EC0}"/>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206BBCB4-5EA9-A183-B638-847B189116E8}"/>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DCC92C05-D570-728E-FC36-6DBF6B19953E}"/>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61665734-944A-CF6E-CD42-4BDA3FE06F5F}"/>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34580861-2171-D234-3CFD-1BE7C19027CF}"/>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33766728-D578-00E7-E10E-47EFD3B795ED}"/>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03C65FE2-F765-17C1-BDD6-5C6FD8C8E095}"/>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BBF658F1-B121-0AB2-DBD4-5C2C2D1579E7}"/>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34F39155-CE0A-FBE9-B0D9-0737E05A443A}"/>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F75DA001-581C-8872-280F-278EA4422CDA}"/>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8BE05A6E-F473-7E98-2296-444DB4D84DCB}"/>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44566416-68D8-E297-6CD2-040067ACC0BE}"/>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EB00000E-1E55-F710-A2BC-CCE3213FF4F3}"/>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006EF6BC-59A7-F32F-8373-413B85DA0365}"/>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5507DD09-9A54-7C29-407C-62A60F6E6DDE}"/>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FA098B00-8008-24E5-D604-129A0966295E}"/>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8B1ED336-4CD1-C978-F8EE-4A4C104A993A}"/>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D65C1277-F032-E54A-6658-C1383BF5ED7B}"/>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A24E57DD-5445-6BF3-C1DF-CC0072AF266A}"/>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81AF2CB6-4366-C038-8C55-24F165302DC3}"/>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5C864888-E442-F1C7-E49C-15A1D8ED899C}"/>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C2113072-D24F-D893-3F92-F0C9FC632CAD}"/>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51FB5DB4-CB7C-39B3-E8BD-7728AD2AF131}"/>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DF5571FE-80AE-B5EE-A7E9-D419DC907A29}"/>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105491E4-60DE-6599-428F-BF4810E6AE9E}"/>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2FD6341C-A1C8-6D8D-EB47-1883DE5025E1}"/>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8AF37B59-15E1-6257-B866-BBE0F8AC6014}"/>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5C796B37-0BF9-4075-D947-08DE55D656D1}"/>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8ADC48B3-44E6-3A4E-6E18-D19E0748CB58}"/>
              </a:ext>
            </a:extLst>
          </p:cNvPr>
          <p:cNvSpPr txBox="1"/>
          <p:nvPr/>
        </p:nvSpPr>
        <p:spPr>
          <a:xfrm>
            <a:off x="3541062" y="3924651"/>
            <a:ext cx="112417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14</a:t>
            </a:r>
          </a:p>
        </p:txBody>
      </p:sp>
      <p:sp>
        <p:nvSpPr>
          <p:cNvPr id="6" name="TextBox 5">
            <a:extLst>
              <a:ext uri="{FF2B5EF4-FFF2-40B4-BE49-F238E27FC236}">
                <a16:creationId xmlns:a16="http://schemas.microsoft.com/office/drawing/2014/main" id="{DE3250BC-260E-24C2-F945-6FAB6F753C1B}"/>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F6C113C1-23B7-E7CB-D1C8-8AEC79835B54}"/>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8" name="TextBox 7">
            <a:extLst>
              <a:ext uri="{FF2B5EF4-FFF2-40B4-BE49-F238E27FC236}">
                <a16:creationId xmlns:a16="http://schemas.microsoft.com/office/drawing/2014/main" id="{BD2232FE-C5D8-DEE4-1789-0959972C810F}"/>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9" name="TextBox 8">
            <a:extLst>
              <a:ext uri="{FF2B5EF4-FFF2-40B4-BE49-F238E27FC236}">
                <a16:creationId xmlns:a16="http://schemas.microsoft.com/office/drawing/2014/main" id="{7372A58E-AA10-78A5-8514-9F5B98EFEF39}"/>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58243690-10BC-14BA-E3AB-019DF229245A}"/>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415B6FE6-2F9B-ACE3-EF5B-47A27D8CAC05}"/>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2" name="TextBox 11">
            <a:extLst>
              <a:ext uri="{FF2B5EF4-FFF2-40B4-BE49-F238E27FC236}">
                <a16:creationId xmlns:a16="http://schemas.microsoft.com/office/drawing/2014/main" id="{84A42F45-6845-98FC-9601-960ED66ED9C3}"/>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3" name="TextBox 12">
            <a:extLst>
              <a:ext uri="{FF2B5EF4-FFF2-40B4-BE49-F238E27FC236}">
                <a16:creationId xmlns:a16="http://schemas.microsoft.com/office/drawing/2014/main" id="{EFF12667-31EB-DA41-FB03-AC08CC22C27D}"/>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E23212A5-DA60-4C42-3644-9C381DD14396}"/>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5" name="TextBox 14">
            <a:extLst>
              <a:ext uri="{FF2B5EF4-FFF2-40B4-BE49-F238E27FC236}">
                <a16:creationId xmlns:a16="http://schemas.microsoft.com/office/drawing/2014/main" id="{B0ED1F04-AFDA-A4EE-8EDC-730AF436EFC3}"/>
              </a:ext>
            </a:extLst>
          </p:cNvPr>
          <p:cNvSpPr txBox="1"/>
          <p:nvPr/>
        </p:nvSpPr>
        <p:spPr>
          <a:xfrm>
            <a:off x="3157042" y="171986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10</a:t>
            </a:r>
          </a:p>
        </p:txBody>
      </p:sp>
      <p:sp>
        <p:nvSpPr>
          <p:cNvPr id="16" name="TextBox 15">
            <a:extLst>
              <a:ext uri="{FF2B5EF4-FFF2-40B4-BE49-F238E27FC236}">
                <a16:creationId xmlns:a16="http://schemas.microsoft.com/office/drawing/2014/main" id="{D84FDDCE-378F-DD96-8B83-66133A90FB39}"/>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cxnSp>
        <p:nvCxnSpPr>
          <p:cNvPr id="17" name="Straight Connector 16">
            <a:extLst>
              <a:ext uri="{FF2B5EF4-FFF2-40B4-BE49-F238E27FC236}">
                <a16:creationId xmlns:a16="http://schemas.microsoft.com/office/drawing/2014/main" id="{5C629912-B30A-4CA5-BA1A-5B29204D5A4E}"/>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7398E90C-5FF5-6345-4300-9DC5B550FD25}"/>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6275B694-AD92-3855-428D-5892131A9C2D}"/>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BBD9A2AE-CC16-8736-10B0-070599E27E3B}"/>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A9DB9148-8A68-2B0B-493A-2D97040B7D90}"/>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77068035"/>
      </p:ext>
    </p:ext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FCCB0F-55A9-734A-439B-EFCB76EC51FF}"/>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DA5B703C-3420-F144-9339-429CCA8B9EE2}"/>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F64BDB45-6F88-5172-DB71-6A7EEDF716BC}"/>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27C5AAD8-7FDA-4657-78FD-3FEB89F5EA62}"/>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1EC8B33F-738D-0610-173D-BB6091D5F80D}"/>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2DBE8866-835D-0AC8-A05C-A2AC08CF5C33}"/>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4758DD93-33C2-DF19-7FD2-CA2C9D0E897F}"/>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F06A3547-7FFE-0D3B-63C8-79B6F7CC5983}"/>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7A52B15D-DC6C-F29E-28E8-9AC76F06FA27}"/>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0189AFD4-B18B-8B80-C682-45809647DD59}"/>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35BF8640-1ED1-E6F5-8C5F-CF00A5F6E1E5}"/>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4914B82A-82FB-B8C6-1F23-BC09869AA04F}"/>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5E9E416A-617E-0264-9AB4-C479BE7E5905}"/>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14389FCF-245C-33AB-5FB2-C59CC8B343EF}"/>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D3659593-48C9-D850-971C-B5FE057D61CD}"/>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EA7BDEBB-0AC0-E9EF-7762-697B20636AD6}"/>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8A051748-E433-C5AF-70F3-9DF24D9CEDFC}"/>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25D0937E-8D20-E6D7-79A2-2C7BC8D2E79E}"/>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9B1DA70A-AD30-5A41-7746-1E9D2BA6C4B2}"/>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208BF4D4-B255-8F94-E605-783231638A75}"/>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7ECBB0FA-3DEA-05D1-2126-37A4130B7BBA}"/>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7017416D-3D35-5274-1904-AFD3D7036B4B}"/>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AF1F039C-2FA7-6F7C-5BC4-CC5FC3402FBF}"/>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5E116A47-4034-E7F7-C4A0-B8A120642218}"/>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CB897B71-BC2A-DFF9-E6C1-3FF925223345}"/>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6BB520B3-19FD-4BD4-D190-BD6521E26E5F}"/>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EAD7D9F9-1176-EF73-EA07-EA8EAB2956BA}"/>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AD060496-5D81-C3FC-9644-6B285E5EC2DD}"/>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226E3E46-3693-A4B6-162F-6AE62D48BB00}"/>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DE7EFA88-9172-DD9E-5BF9-4F2D3C37D5EE}"/>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E7EDCA4F-B4A0-4BAA-C46B-7B531F20ABCC}"/>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E208D4A6-D29A-CCCC-B0AA-96DB641C2608}"/>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E4A99647-34E2-3E55-E5E5-1D4AB0204ED2}"/>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DD613CC9-0702-26F8-790C-08DFA1E41225}"/>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06A44834-190E-E96D-D4AA-4DFEF0693CE3}"/>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5FCADDC0-25C9-6119-E1B4-38740F3F2504}"/>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2E87562A-234D-74B0-C08C-6626202D87D8}"/>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BF79A4AB-2D4D-43F4-7F0A-1B9EFB5115F4}"/>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64D4B089-1385-6A6B-5A89-04EA067CED62}"/>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49B7E131-A913-F662-710B-45DA742A1336}"/>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5893EA34-3599-39FE-15E3-E24C6450F7AF}"/>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F6384208-516A-0E33-8641-0299928CA122}"/>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5328FADF-5511-7137-1785-D7396D2B03B3}"/>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4231807B-90BB-0A38-D091-8C26D317F1F0}"/>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2B2193E1-C622-85DB-B4A9-94BFE102F61E}"/>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B9DCA222-A172-D34B-05BD-E6D946E94B41}"/>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131E9507-0F8C-140C-3045-570AE4495BC5}"/>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8B804A80-3434-5D9B-9FBE-46CE38962D4A}"/>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78335C7B-17BE-8649-0C67-D7CA06B8EA56}"/>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25B9694F-6085-7E01-C410-2D78E681989E}"/>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397D6550-5605-6045-F0A5-8F125CBBD63F}"/>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31274C21-BB8C-3787-5FB2-F21C8C34ED49}"/>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50EAC8AA-D75B-54BE-3443-E1225EF27B4C}"/>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682F5DDC-BCDC-A67C-3479-B7296222A442}"/>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A681FAED-3A6F-D679-0536-2D0FB59E5934}"/>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267B1C10-2192-6DE1-9F4B-FF51E31857B8}"/>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BE189601-7C20-7738-D595-DE46D2E9B138}"/>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E577474F-239B-8C15-5619-0DD41EB25388}"/>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870115CB-F4B0-3DE2-7A3F-EAA38D90E001}"/>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E09A0D00-AC3C-2F5A-1B5E-531DB6B9944F}"/>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7B88A6DB-B608-EB85-5604-6D46E87D5032}"/>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AF9FA0EE-C92B-FE02-CC43-5455E93927B2}"/>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D3A4B9C3-8834-11CE-0453-5A9225E38145}"/>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23DDDE53-B578-E918-85EE-0A8772AAE8B9}"/>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920F906B-1F49-329F-89A7-9522DADA9B36}"/>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C3E059B7-F019-15DB-84FB-B63A436B9A54}"/>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878C7261-E377-BE68-97FC-C80E7689AF69}"/>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E1BF9E9C-1C06-C2FC-C882-51A669B5E4B4}"/>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C2543283-1B8A-375F-7D78-05DB08522034}"/>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E36C1701-D2C0-FDDC-718C-9F2B9EE25945}"/>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31DD705D-365A-B84E-1E4E-8938D86F77C9}"/>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EBCA88EA-818A-9C54-464E-D064C3C1E95F}"/>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D7315E21-D5A8-8D0D-D3B8-90BD668FA36D}"/>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20905924-8B0F-EF28-280E-0E0D5B70CAA8}"/>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FA4869C4-138D-2431-4D45-B25B7AB46D83}"/>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2CFDD230-B7DC-EE39-2BA2-6878C4CB6215}"/>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66CEFA5C-CA82-82BA-1C19-1EF522B893A7}"/>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EDECC753-EFC0-7E82-678D-D58A3612E72B}"/>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CA9CD1E5-3A59-13D0-7D6B-4D2D04D80851}"/>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DA3A20DC-1E6C-0186-99D2-EAF2B52A9913}"/>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C2BBB076-DDBF-45CF-CBBE-BBC953D7A6F1}"/>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25E4D362-8E86-3257-D062-F50C00D21FCE}"/>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78661CF9-8CC9-1436-3417-3DF5FB213BC3}"/>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67B9CD3A-CC99-B8E4-DF2D-2AFC6B3D1648}"/>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7186C56D-A4BD-EA4B-0CF7-89F537EBB5D3}"/>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CE0440B6-5AFB-CBF4-9F69-28CD46D42D29}"/>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BC222EA6-2CC2-8213-2E54-0566887B4179}"/>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D91C87BB-8B7B-35A3-1136-FD8D39F1A16F}"/>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9DEC8B3D-237C-60A6-3846-7FE7E245B8A7}"/>
              </a:ext>
            </a:extLst>
          </p:cNvPr>
          <p:cNvSpPr txBox="1"/>
          <p:nvPr/>
        </p:nvSpPr>
        <p:spPr>
          <a:xfrm>
            <a:off x="3541062" y="3924651"/>
            <a:ext cx="112417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14</a:t>
            </a:r>
          </a:p>
        </p:txBody>
      </p:sp>
      <p:sp>
        <p:nvSpPr>
          <p:cNvPr id="6" name="TextBox 5">
            <a:extLst>
              <a:ext uri="{FF2B5EF4-FFF2-40B4-BE49-F238E27FC236}">
                <a16:creationId xmlns:a16="http://schemas.microsoft.com/office/drawing/2014/main" id="{97E6E26D-3E18-BAA7-3936-7178038DA569}"/>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24858832-9991-46DD-5208-44B5CF0DE6A4}"/>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8" name="TextBox 7">
            <a:extLst>
              <a:ext uri="{FF2B5EF4-FFF2-40B4-BE49-F238E27FC236}">
                <a16:creationId xmlns:a16="http://schemas.microsoft.com/office/drawing/2014/main" id="{11484537-C2C1-60A3-6CE8-AAED1E48C6AD}"/>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9" name="TextBox 8">
            <a:extLst>
              <a:ext uri="{FF2B5EF4-FFF2-40B4-BE49-F238E27FC236}">
                <a16:creationId xmlns:a16="http://schemas.microsoft.com/office/drawing/2014/main" id="{594B6119-9A30-D0D6-B2CC-802CCDFBA89E}"/>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50967B67-7F05-65B5-7AB3-4621BEDC26C9}"/>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BFDA4E35-1749-61A0-7658-9F32953C3C70}"/>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14</a:t>
            </a:r>
            <a:endParaRPr lang="en-GB" sz="2400" dirty="0">
              <a:solidFill>
                <a:srgbClr val="FF0000"/>
              </a:solidFill>
            </a:endParaRPr>
          </a:p>
        </p:txBody>
      </p:sp>
      <p:sp>
        <p:nvSpPr>
          <p:cNvPr id="12" name="TextBox 11">
            <a:extLst>
              <a:ext uri="{FF2B5EF4-FFF2-40B4-BE49-F238E27FC236}">
                <a16:creationId xmlns:a16="http://schemas.microsoft.com/office/drawing/2014/main" id="{DA330883-87AC-567B-9E8D-0C232BF88CBF}"/>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3" name="TextBox 12">
            <a:extLst>
              <a:ext uri="{FF2B5EF4-FFF2-40B4-BE49-F238E27FC236}">
                <a16:creationId xmlns:a16="http://schemas.microsoft.com/office/drawing/2014/main" id="{EEAADD52-20E1-2818-9944-70169BA33287}"/>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D8C10076-D18B-8C18-033C-7DB2B40EEFC3}"/>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5" name="TextBox 14">
            <a:extLst>
              <a:ext uri="{FF2B5EF4-FFF2-40B4-BE49-F238E27FC236}">
                <a16:creationId xmlns:a16="http://schemas.microsoft.com/office/drawing/2014/main" id="{46245BDA-67DD-0BC6-28E0-10A5EBA37853}"/>
              </a:ext>
            </a:extLst>
          </p:cNvPr>
          <p:cNvSpPr txBox="1"/>
          <p:nvPr/>
        </p:nvSpPr>
        <p:spPr>
          <a:xfrm>
            <a:off x="3157042" y="1719868"/>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10</a:t>
            </a:r>
          </a:p>
        </p:txBody>
      </p:sp>
      <p:sp>
        <p:nvSpPr>
          <p:cNvPr id="16" name="TextBox 15">
            <a:extLst>
              <a:ext uri="{FF2B5EF4-FFF2-40B4-BE49-F238E27FC236}">
                <a16:creationId xmlns:a16="http://schemas.microsoft.com/office/drawing/2014/main" id="{488289DE-F619-CB0C-A5AC-CB073B6726BE}"/>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cxnSp>
        <p:nvCxnSpPr>
          <p:cNvPr id="17" name="Straight Connector 16">
            <a:extLst>
              <a:ext uri="{FF2B5EF4-FFF2-40B4-BE49-F238E27FC236}">
                <a16:creationId xmlns:a16="http://schemas.microsoft.com/office/drawing/2014/main" id="{3C52CDFF-1608-CC94-BFC8-ADA08230E4E9}"/>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7D877BD5-2CDB-0548-5F53-98AE0A2B6A2D}"/>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E5ABE19F-6CDF-0164-A3DF-5B4CBD4A259D}"/>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8761EB00-BEDA-904F-DA9A-E15A78E502A3}"/>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1AD48F51-9F29-8BF2-E319-D519AD5C73B1}"/>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24228913"/>
      </p:ext>
    </p:extLst>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91FBA9-C95A-693D-D04D-5639728342FF}"/>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A71F19D9-1CE3-E5E0-4A3E-40DD927AAB46}"/>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538F51C8-6D2A-4500-9606-CC2D70511AED}"/>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E2E71895-F293-19AE-C8FF-F689CEDD3E64}"/>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DB013867-A1E4-782A-2852-AA135B5C855E}"/>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10660449-510F-C90C-2615-91CC38E89B13}"/>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FFED8138-56DC-1A18-8B2B-D575A88076C6}"/>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37480A42-1FC0-40F9-A8F4-803FB2C2589A}"/>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2DF561D2-A746-18F3-F6C1-65B437FA31D6}"/>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5E8CD4A0-72CF-C8E7-0B16-A2CA041E3665}"/>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11E2B3AD-0725-3B0D-99A8-29A4C96B4C99}"/>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1AA3D24E-5ADB-B068-7483-1B4F80A4F625}"/>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7B7599A3-C219-38D4-5676-18C54AAF76CC}"/>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1631AAA3-1A5A-6FB5-5F5B-6C87A9F08CF7}"/>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415AA474-85CF-30F5-45B1-78C9A6DAD88B}"/>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F9265D43-BDD8-58AB-1F68-F40AB048CDEC}"/>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59313F5C-FEA5-C125-3DB7-2A11768CBAD9}"/>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3F77B08C-A05E-B9D2-7346-6967F1402F97}"/>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9885120C-FD23-B234-D7B6-14EE0EF9ADE0}"/>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D6E4DE8A-3415-1CD6-5156-FD6ECF2F1327}"/>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38476AF9-56AF-DF87-CA11-76B02955023D}"/>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736A7736-ACC1-6B75-470D-C320C74566AE}"/>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B8BA9883-F451-F127-AF00-D3A5E4C34A53}"/>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C39B4BE3-726B-473E-9C7B-F29D8DA46D45}"/>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FAFBBC13-B3F1-3A0F-A552-F0C25DA6FF89}"/>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FC012201-486C-4945-54A8-CC768AAE5337}"/>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129D0612-0990-7318-39E5-203CEFF7E92B}"/>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29A755D1-3351-0074-D096-4BD652F1CD88}"/>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F0EE73F2-A075-B288-D12C-66B125AD69F3}"/>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FB8E58B3-615B-6103-596C-85D72021D11D}"/>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03DD0BAD-F382-B032-B4A3-E2E9C6923443}"/>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29394FE1-2A3A-F745-5C22-0BA6D3050341}"/>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577BB0AE-966B-9F3F-0297-E38C60B391B1}"/>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43FB5CF1-B91D-2C50-8402-AF1A2CBAF74B}"/>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231AC2A9-BB37-4F08-34BA-170786E5ACC9}"/>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F5C4A9E9-1013-D7D2-280C-DDFB0C401F25}"/>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DDDF34EB-0614-2126-4050-FDA0556E8994}"/>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15B2FAC7-DEF6-AB88-7CB5-A02BC233A114}"/>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6A60AA8B-9D03-A8ED-AAB5-46AF0802B5FE}"/>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077767CE-C99E-7190-B413-C91012E1508E}"/>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F9980714-F178-B1F0-AD5B-4E2CA6E36FAA}"/>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421BB1A7-06F3-3073-A6A2-33F8D0F20EC0}"/>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CF3A023E-76CC-0F00-0293-34D562F36483}"/>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B13CE9B0-BC24-E905-4CC0-98A04EFFCA18}"/>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7804F185-BDDC-F8AD-70E6-85615974B2FA}"/>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443BDE36-017F-3CE2-CA86-589AD45A96B5}"/>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7C73542A-E1AF-9BE5-18A4-9162C885B136}"/>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3023292F-2DF4-0601-619E-E3C698E8EF13}"/>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29B84C85-B6C1-9376-A5AC-87A7F7DDD1EB}"/>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56FBE3DF-7BD1-7539-E679-D0172FF056A5}"/>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942C866A-1CC8-ACD3-BDEA-95ECF24B5FF7}"/>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DCF0770F-70F5-6B3A-47FB-CF53210721DC}"/>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8E84334C-5A81-7D51-F5E4-7FA19ABC49F8}"/>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2DF62359-1D38-2B61-ADE5-4D23BE4E7079}"/>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09CD7C9F-ED7D-69AA-FCFC-09BEDE75DF18}"/>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909CDD74-5E74-7C65-BFF5-89181E09F82D}"/>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692584BF-61C0-C7B6-CCE2-B6528BB3EC10}"/>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70CD60DF-8B2B-BC73-11BD-F2F430846BA2}"/>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22EB3E69-9939-A265-D825-D80CD2281C13}"/>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BAA8293E-CC9C-C443-E26E-9BDC3C832277}"/>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5C9B6AA6-D127-8AE3-5037-994CAF68D96E}"/>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B8686D6F-A54F-0C57-9763-F44630971B93}"/>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8910F700-7034-46A2-1A02-AC196E639B00}"/>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FEE74E28-0386-4795-D3CF-D082F35A2DE1}"/>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1E57E7C5-AC64-2E4F-D2FF-28C81C8ADE82}"/>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400F4E72-DB6A-4660-6837-6440B0D48F54}"/>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EAE18B87-CCCC-2488-E9F5-2A60CB821A45}"/>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36A60FAF-F929-DC04-B9E9-CF537AFADA77}"/>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B8DF04EE-E1B6-ABBF-FFA4-C024C2C71094}"/>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603B0756-4478-5210-7707-9924618CC89E}"/>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723CA41C-6BD9-89A3-DC4B-575354DC0DD7}"/>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C9500E1A-3311-67E1-F469-5E8F4A51F3B4}"/>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322306B8-4565-75FB-E31F-A19158301EDC}"/>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7A2B5F01-6589-323B-7C8D-93246A15198B}"/>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4AB74E11-306A-AAAE-08F6-D47FA2DA4B31}"/>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4BA47D22-46AA-63CB-018F-30D14676E93C}"/>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9EB93F5A-3D5F-64E6-E1D9-8389A6CD4890}"/>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F5F50716-D003-C303-836C-3810AFBBD8D2}"/>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9D5ACB89-3290-D7DE-89D1-FD0EDC720280}"/>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00FBFADE-5244-61C0-8E76-1AE56E72D3B7}"/>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2AA2712E-95AD-0414-C0B1-734EBCF0B6BB}"/>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B5BCF880-88C7-6D50-8031-C5789FD2B34B}"/>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32AE19F4-C542-7A1C-CEFE-8419955AD4CA}"/>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E83AABD7-0CFC-75A0-E5C1-FCC75B7D8F92}"/>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AAE91818-550B-E5CA-96FE-2BDAC3931B0C}"/>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3E09C0AC-BFB6-3C90-40E7-B36F4E4116E1}"/>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5FEE6648-8324-5FD2-2D42-387B4952C73D}"/>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2D2FAB2C-4063-F5EE-DB6C-676A9DBA8C3E}"/>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3EED3644-8F6C-D4EA-D682-A51B66B4BE91}"/>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14</a:t>
            </a:r>
          </a:p>
        </p:txBody>
      </p:sp>
      <p:sp>
        <p:nvSpPr>
          <p:cNvPr id="6" name="TextBox 5">
            <a:extLst>
              <a:ext uri="{FF2B5EF4-FFF2-40B4-BE49-F238E27FC236}">
                <a16:creationId xmlns:a16="http://schemas.microsoft.com/office/drawing/2014/main" id="{7999A8BC-7290-07F8-1A96-80AF39FBFE70}"/>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C8C79315-569E-4358-3670-E89F743E37D8}"/>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8" name="TextBox 7">
            <a:extLst>
              <a:ext uri="{FF2B5EF4-FFF2-40B4-BE49-F238E27FC236}">
                <a16:creationId xmlns:a16="http://schemas.microsoft.com/office/drawing/2014/main" id="{648483B0-1A6A-2C01-A1C7-CE84342775F9}"/>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9" name="TextBox 8">
            <a:extLst>
              <a:ext uri="{FF2B5EF4-FFF2-40B4-BE49-F238E27FC236}">
                <a16:creationId xmlns:a16="http://schemas.microsoft.com/office/drawing/2014/main" id="{F20435C3-9EFB-508E-1263-93EB56FD478E}"/>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93E4F097-7533-6159-6780-C829EFB4BE6D}"/>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D4C36281-0559-63B7-D7BF-F2ED5275FC74}"/>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14</a:t>
            </a:r>
            <a:endParaRPr lang="en-GB" sz="2400" dirty="0">
              <a:solidFill>
                <a:srgbClr val="FF0000"/>
              </a:solidFill>
            </a:endParaRPr>
          </a:p>
        </p:txBody>
      </p:sp>
      <p:sp>
        <p:nvSpPr>
          <p:cNvPr id="12" name="TextBox 11">
            <a:extLst>
              <a:ext uri="{FF2B5EF4-FFF2-40B4-BE49-F238E27FC236}">
                <a16:creationId xmlns:a16="http://schemas.microsoft.com/office/drawing/2014/main" id="{65AD5692-A083-3F93-C3B5-96C2EE33F21F}"/>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3" name="TextBox 12">
            <a:extLst>
              <a:ext uri="{FF2B5EF4-FFF2-40B4-BE49-F238E27FC236}">
                <a16:creationId xmlns:a16="http://schemas.microsoft.com/office/drawing/2014/main" id="{5C686A10-51EA-8EC8-36AB-5ACF56F592DC}"/>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C5E9D016-AF3B-9E64-D6DB-B04F0352655B}"/>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5" name="TextBox 14">
            <a:extLst>
              <a:ext uri="{FF2B5EF4-FFF2-40B4-BE49-F238E27FC236}">
                <a16:creationId xmlns:a16="http://schemas.microsoft.com/office/drawing/2014/main" id="{DAC589C2-C644-AC92-E9F6-A28840285FD5}"/>
              </a:ext>
            </a:extLst>
          </p:cNvPr>
          <p:cNvSpPr txBox="1"/>
          <p:nvPr/>
        </p:nvSpPr>
        <p:spPr>
          <a:xfrm>
            <a:off x="3157042" y="1719868"/>
            <a:ext cx="121331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10</a:t>
            </a:r>
          </a:p>
        </p:txBody>
      </p:sp>
      <p:sp>
        <p:nvSpPr>
          <p:cNvPr id="16" name="TextBox 15">
            <a:extLst>
              <a:ext uri="{FF2B5EF4-FFF2-40B4-BE49-F238E27FC236}">
                <a16:creationId xmlns:a16="http://schemas.microsoft.com/office/drawing/2014/main" id="{A16F6383-FD64-C0AB-307C-CAF74A893148}"/>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cxnSp>
        <p:nvCxnSpPr>
          <p:cNvPr id="17" name="Straight Connector 16">
            <a:extLst>
              <a:ext uri="{FF2B5EF4-FFF2-40B4-BE49-F238E27FC236}">
                <a16:creationId xmlns:a16="http://schemas.microsoft.com/office/drawing/2014/main" id="{27BB4924-E490-E0A8-14EC-E4D540304F16}"/>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3CC70261-5C00-7C18-48EB-8E1717C78B4A}"/>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13685EFA-4A83-AA72-3D34-96209882E6CA}"/>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0003C813-183D-A91D-ACD2-88CF3D6077D0}"/>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C158A211-9D76-FF58-966C-E400C03F92E4}"/>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2" name="Straight Connector 21">
            <a:extLst>
              <a:ext uri="{FF2B5EF4-FFF2-40B4-BE49-F238E27FC236}">
                <a16:creationId xmlns:a16="http://schemas.microsoft.com/office/drawing/2014/main" id="{515C69D1-7E79-5AA4-2266-A7ABDC18B57E}"/>
              </a:ext>
            </a:extLst>
          </p:cNvPr>
          <p:cNvCxnSpPr>
            <a:cxnSpLocks/>
          </p:cNvCxnSpPr>
          <p:nvPr/>
        </p:nvCxnSpPr>
        <p:spPr>
          <a:xfrm flipV="1">
            <a:off x="4761608" y="3677823"/>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FDF73C06-5392-F9DB-4F3C-EC6CEC608ACC}"/>
              </a:ext>
            </a:extLst>
          </p:cNvPr>
          <p:cNvCxnSpPr>
            <a:cxnSpLocks/>
          </p:cNvCxnSpPr>
          <p:nvPr/>
        </p:nvCxnSpPr>
        <p:spPr>
          <a:xfrm flipV="1">
            <a:off x="4943846" y="4010668"/>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616559AC-814A-0798-CFA5-AA75AD1DEF0C}"/>
              </a:ext>
            </a:extLst>
          </p:cNvPr>
          <p:cNvCxnSpPr>
            <a:cxnSpLocks/>
          </p:cNvCxnSpPr>
          <p:nvPr/>
        </p:nvCxnSpPr>
        <p:spPr>
          <a:xfrm flipV="1">
            <a:off x="5018817" y="4260831"/>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6866A772-6778-ED3F-67A2-F26FBB07C43B}"/>
              </a:ext>
            </a:extLst>
          </p:cNvPr>
          <p:cNvCxnSpPr>
            <a:cxnSpLocks/>
          </p:cNvCxnSpPr>
          <p:nvPr/>
        </p:nvCxnSpPr>
        <p:spPr>
          <a:xfrm flipV="1">
            <a:off x="4943846" y="4411477"/>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 name="Straight Connector 25">
            <a:extLst>
              <a:ext uri="{FF2B5EF4-FFF2-40B4-BE49-F238E27FC236}">
                <a16:creationId xmlns:a16="http://schemas.microsoft.com/office/drawing/2014/main" id="{FA961428-DD8A-2186-0C84-42D3833A2F58}"/>
              </a:ext>
            </a:extLst>
          </p:cNvPr>
          <p:cNvCxnSpPr>
            <a:cxnSpLocks/>
          </p:cNvCxnSpPr>
          <p:nvPr/>
        </p:nvCxnSpPr>
        <p:spPr>
          <a:xfrm flipV="1">
            <a:off x="4977733" y="4383113"/>
            <a:ext cx="850675" cy="6252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2" name="Straight Connector 31">
            <a:extLst>
              <a:ext uri="{FF2B5EF4-FFF2-40B4-BE49-F238E27FC236}">
                <a16:creationId xmlns:a16="http://schemas.microsoft.com/office/drawing/2014/main" id="{F6CA3111-6564-B205-E0A2-B448FC0282F6}"/>
              </a:ext>
            </a:extLst>
          </p:cNvPr>
          <p:cNvCxnSpPr>
            <a:cxnSpLocks/>
          </p:cNvCxnSpPr>
          <p:nvPr/>
        </p:nvCxnSpPr>
        <p:spPr>
          <a:xfrm flipV="1">
            <a:off x="5015175" y="4943837"/>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3" name="Straight Connector 32">
            <a:extLst>
              <a:ext uri="{FF2B5EF4-FFF2-40B4-BE49-F238E27FC236}">
                <a16:creationId xmlns:a16="http://schemas.microsoft.com/office/drawing/2014/main" id="{5142519B-7471-3642-8900-EA47D218DDCE}"/>
              </a:ext>
            </a:extLst>
          </p:cNvPr>
          <p:cNvCxnSpPr>
            <a:cxnSpLocks/>
          </p:cNvCxnSpPr>
          <p:nvPr/>
        </p:nvCxnSpPr>
        <p:spPr>
          <a:xfrm flipV="1">
            <a:off x="5197413" y="5276682"/>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D43D3346-F00D-075D-45B8-2FFF9A467C1B}"/>
              </a:ext>
            </a:extLst>
          </p:cNvPr>
          <p:cNvCxnSpPr>
            <a:cxnSpLocks/>
          </p:cNvCxnSpPr>
          <p:nvPr/>
        </p:nvCxnSpPr>
        <p:spPr>
          <a:xfrm flipV="1">
            <a:off x="5272384" y="5526845"/>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3F8FFC52-6EE9-F856-4113-31BED30DAE10}"/>
              </a:ext>
            </a:extLst>
          </p:cNvPr>
          <p:cNvCxnSpPr>
            <a:cxnSpLocks/>
          </p:cNvCxnSpPr>
          <p:nvPr/>
        </p:nvCxnSpPr>
        <p:spPr>
          <a:xfrm flipV="1">
            <a:off x="5197413" y="5677491"/>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27796A1E-CD96-83DF-B9E8-DB46665F49C3}"/>
              </a:ext>
            </a:extLst>
          </p:cNvPr>
          <p:cNvCxnSpPr>
            <a:cxnSpLocks/>
          </p:cNvCxnSpPr>
          <p:nvPr/>
        </p:nvCxnSpPr>
        <p:spPr>
          <a:xfrm flipV="1">
            <a:off x="5231300" y="6013307"/>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8583738"/>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2A36D7-5474-448B-3ACF-228942F5D80B}"/>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1AFF8B5F-C2BA-C8D6-9C9D-ECAFCDEBC302}"/>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125F528F-9FEB-DADC-498A-88E7157499C0}"/>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82B5AA48-FEAE-4D40-C4D9-095A6273187F}"/>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556B98E0-8394-B33C-A1AC-07B6EBCA207D}"/>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3E39270B-A018-5204-0779-98909F668407}"/>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87F1CB30-ED63-316D-0004-409A62BF2A33}"/>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B2AE3404-E827-B538-D577-8BE0016BB021}"/>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B131901F-4CB3-ABB8-62F3-D4B7A35ADF8A}"/>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59004B51-FBD2-7C0B-9710-D2A4A9E3056B}"/>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A0A01E3F-71B7-D495-38E5-68CA72C534C8}"/>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C16585B1-094E-D9B4-276B-EA8F75DF9752}"/>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92500A78-D5C8-BCB6-3574-87D9742C42AD}"/>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18F8FD5E-FCC8-2830-D26A-A412E63B9A60}"/>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54814640-B920-19AE-F49D-C8486890621B}"/>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4E1DA4BD-63F9-E318-9284-4C6C54E920B5}"/>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32C154FE-6749-D269-AE5C-367965914BDF}"/>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F2354B76-BB90-664D-238D-CABC609A20C6}"/>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37462D2A-A808-5524-4FAF-E32B3EF63B2C}"/>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CBFCF078-A264-892E-BF06-0F9EA62A1B0C}"/>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427ACB2C-8C65-83E8-CCA5-0FC8C117D800}"/>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3F45D7F4-6D61-715D-6D44-BD3E6226341B}"/>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1BE6E8E5-D650-8FAB-F980-FF92EC530AFA}"/>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6CD8BFE2-09AB-C384-5FC4-AB892D1328F5}"/>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AB194C78-E26F-3CC6-06ED-28E17CD4ACA2}"/>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36102A28-3B69-029F-B194-5576F02CBFC2}"/>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918D85CC-AE8F-06CF-C88E-D1891F1ECFBF}"/>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0F0BAD8D-E577-D6FA-7D1A-1A3A7E3C69FC}"/>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1A7FA0FB-FE5F-28DC-2307-632DA9A257D9}"/>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AA637929-ADCC-7B06-BD7C-A3C1525C942F}"/>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967983C4-5323-2F6C-C9EE-890CA342007F}"/>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FD4620EC-2B93-B28A-EEF1-C9137994B390}"/>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8A0D51EC-A2CA-9468-1E5C-92F6671326A8}"/>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7A516349-B1F8-92B1-2164-7A6AA3440586}"/>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4349AA10-C7A0-6892-CC4D-67455624843B}"/>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FCF4DE3C-B9B7-3A57-4BDE-4D7848AAA911}"/>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C172D2C5-E085-BCFD-CAA1-83E2EC04E0FB}"/>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950DABB0-A251-480D-D851-90B2F8AB4F47}"/>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E8C28C7A-56FF-681A-6BB7-AFACA00A8942}"/>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BEF7FF31-4F3E-7DF6-04C3-83A2FAB2E558}"/>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7D057BE1-FFA8-1CA1-4305-7F222FBE8370}"/>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4337F338-E635-1EF5-B6B3-1149DEB6964F}"/>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A0A2E2FE-634E-27A3-0A33-061863ABB31C}"/>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AFC18884-EA01-6CDF-B807-18902E48D3E9}"/>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5D1ED2DB-F21B-B522-B05C-3601B9037CD2}"/>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E295BEC2-FE1A-B9B9-2833-9E17BB1C8BEC}"/>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758687DA-9C6D-1145-3065-8197E786EACF}"/>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4A3FD4CF-97D0-A745-B639-84EB73891A4D}"/>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047CEEE1-4FB0-498D-FE49-DECB2E656D87}"/>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5764DD74-D7B8-FDBE-A24D-4391FAF8DF2E}"/>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4A53FB30-FA73-7D7F-7B34-7D5D51449AED}"/>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0A07A473-DD90-EB34-2DB7-8C8B1D965CCA}"/>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319DFD60-200C-BE81-6447-916DADA67F4A}"/>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61D16FF4-6775-7151-3398-72F6E27E464E}"/>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8798E636-4592-4C0B-5CB3-F4C774CC6D39}"/>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5F38091F-6652-9901-6171-0C9FA11C1992}"/>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989C9627-C824-22B6-BAF3-A1E2B72786E9}"/>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78B89C18-1A66-E9F2-0FE9-F12758079DA0}"/>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20F8AC7F-FDA9-6175-754A-615DDFC1B328}"/>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2622C152-BE03-65FC-136C-881FAB8C6ED9}"/>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1B5E2023-6C10-E552-EDF9-A9E45EC79770}"/>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C7165973-EAC5-D19D-F6C8-B918A3EC05FD}"/>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F2DC21CF-C288-D066-BA14-1E9BFDB0C80F}"/>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397965E5-585F-71DA-7296-74CD2E35C69D}"/>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5E848FF4-CFFD-8533-D41B-5E3A6C7E3821}"/>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3C63AD65-376C-3314-D602-3FB26B5F84EE}"/>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EA608A26-8582-35CD-BAB1-EC0A1829B80A}"/>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5755AD4F-1148-6200-00D0-F847E1AABB82}"/>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1EA5E3E3-25F3-CE55-6D7F-BF2A7F180528}"/>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4E685814-9808-9218-2DDA-8157560AF4B3}"/>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578E22D3-DB83-2586-923E-0BC677A2DA3E}"/>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4BDABEEB-C599-CA4F-B02B-9B0B169FB2D4}"/>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24B05146-4FAE-509D-4CBE-1C8AFED0659E}"/>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B45655C6-B020-6154-9D96-310A06078549}"/>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3A6B70A6-35F2-8BD3-71B5-E152A41CF15E}"/>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4E0EB605-7D8C-538F-7ECE-8A0224495D67}"/>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D716E98A-8564-C82D-9AED-74AC8E754816}"/>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4DB5C2C0-795A-E44C-2896-2D90B4F03FCC}"/>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4A534EA6-7754-A391-C732-038E345EBB27}"/>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6C4234C3-F49C-3F37-E1EB-D8875789344C}"/>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DBCF4C9A-0533-4C07-3B0B-90CD94F292F4}"/>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0E237C26-C99C-3A57-DB36-026CC526C1E5}"/>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0A4E3088-932C-6E34-C36F-D3B15BE62147}"/>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D6EE98BA-E86A-3C8F-D530-A27FD60045BB}"/>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78440BE4-D95D-4A2F-D75B-05255F60EF68}"/>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D73CD2A2-3AF5-C63B-1A35-46C905487CA6}"/>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22ECA97C-4B84-F6DC-38A1-A274963F39F1}"/>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E316DD36-ABC8-C9F5-0275-01417C3EFEC8}"/>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904A0F02-7C52-A57F-7F53-2646F2418D5F}"/>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14</a:t>
            </a:r>
          </a:p>
        </p:txBody>
      </p:sp>
      <p:sp>
        <p:nvSpPr>
          <p:cNvPr id="6" name="TextBox 5">
            <a:extLst>
              <a:ext uri="{FF2B5EF4-FFF2-40B4-BE49-F238E27FC236}">
                <a16:creationId xmlns:a16="http://schemas.microsoft.com/office/drawing/2014/main" id="{A9307FB0-520B-7F16-FB5C-230FB661A0B0}"/>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95C480C1-2A1F-272C-2A9A-CE7410F3EB48}"/>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8" name="TextBox 7">
            <a:extLst>
              <a:ext uri="{FF2B5EF4-FFF2-40B4-BE49-F238E27FC236}">
                <a16:creationId xmlns:a16="http://schemas.microsoft.com/office/drawing/2014/main" id="{77AF2EBA-E696-54A4-FE22-4B7BD2FF3666}"/>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9" name="TextBox 8">
            <a:extLst>
              <a:ext uri="{FF2B5EF4-FFF2-40B4-BE49-F238E27FC236}">
                <a16:creationId xmlns:a16="http://schemas.microsoft.com/office/drawing/2014/main" id="{7C702645-BBFC-72C8-F2A6-4172C419D782}"/>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0B6E13F3-9CBB-A54D-6AAE-061B3B5A16B6}"/>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8D25988A-E668-281F-D59A-E7A2CAA3E2F8}"/>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14</a:t>
            </a:r>
            <a:endParaRPr lang="en-GB" sz="2400" dirty="0">
              <a:solidFill>
                <a:srgbClr val="FF0000"/>
              </a:solidFill>
            </a:endParaRPr>
          </a:p>
        </p:txBody>
      </p:sp>
      <p:sp>
        <p:nvSpPr>
          <p:cNvPr id="12" name="TextBox 11">
            <a:extLst>
              <a:ext uri="{FF2B5EF4-FFF2-40B4-BE49-F238E27FC236}">
                <a16:creationId xmlns:a16="http://schemas.microsoft.com/office/drawing/2014/main" id="{9D25139A-BD41-43D4-88D5-16EC695C6FE5}"/>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3" name="TextBox 12">
            <a:extLst>
              <a:ext uri="{FF2B5EF4-FFF2-40B4-BE49-F238E27FC236}">
                <a16:creationId xmlns:a16="http://schemas.microsoft.com/office/drawing/2014/main" id="{8E33A201-246D-2333-27C1-D903770DA171}"/>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746439E6-BDB5-BC1E-8A11-38E90F7D5B70}"/>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15" name="TextBox 14">
            <a:extLst>
              <a:ext uri="{FF2B5EF4-FFF2-40B4-BE49-F238E27FC236}">
                <a16:creationId xmlns:a16="http://schemas.microsoft.com/office/drawing/2014/main" id="{57352E6D-E268-B499-DF8A-4A3374A0C765}"/>
              </a:ext>
            </a:extLst>
          </p:cNvPr>
          <p:cNvSpPr txBox="1"/>
          <p:nvPr/>
        </p:nvSpPr>
        <p:spPr>
          <a:xfrm>
            <a:off x="3157042" y="1719868"/>
            <a:ext cx="121331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10</a:t>
            </a:r>
          </a:p>
        </p:txBody>
      </p:sp>
      <p:sp>
        <p:nvSpPr>
          <p:cNvPr id="16" name="TextBox 15">
            <a:extLst>
              <a:ext uri="{FF2B5EF4-FFF2-40B4-BE49-F238E27FC236}">
                <a16:creationId xmlns:a16="http://schemas.microsoft.com/office/drawing/2014/main" id="{3254DB45-6927-63D0-9D4B-BC9733E9FF61}"/>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cxnSp>
        <p:nvCxnSpPr>
          <p:cNvPr id="17" name="Straight Connector 16">
            <a:extLst>
              <a:ext uri="{FF2B5EF4-FFF2-40B4-BE49-F238E27FC236}">
                <a16:creationId xmlns:a16="http://schemas.microsoft.com/office/drawing/2014/main" id="{FF53BD69-3DE5-529F-02AD-6A7E35ECA4DB}"/>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26D1E996-B5EC-5D55-7B70-18A70E61BB4A}"/>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89C83190-1428-FD08-1DA3-EC60DEC2DAFC}"/>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8C735A4A-567C-89D3-EC2F-CE62AF92F04A}"/>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0FCB76F3-2180-F976-27D6-7BD27AE5FF5A}"/>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2" name="Straight Connector 21">
            <a:extLst>
              <a:ext uri="{FF2B5EF4-FFF2-40B4-BE49-F238E27FC236}">
                <a16:creationId xmlns:a16="http://schemas.microsoft.com/office/drawing/2014/main" id="{52B3D498-B774-871F-7751-04BB6C3B42F7}"/>
              </a:ext>
            </a:extLst>
          </p:cNvPr>
          <p:cNvCxnSpPr>
            <a:cxnSpLocks/>
          </p:cNvCxnSpPr>
          <p:nvPr/>
        </p:nvCxnSpPr>
        <p:spPr>
          <a:xfrm flipV="1">
            <a:off x="4761608" y="3677823"/>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2C0E61D4-7606-4F06-870E-DEF97FA5F780}"/>
              </a:ext>
            </a:extLst>
          </p:cNvPr>
          <p:cNvCxnSpPr>
            <a:cxnSpLocks/>
          </p:cNvCxnSpPr>
          <p:nvPr/>
        </p:nvCxnSpPr>
        <p:spPr>
          <a:xfrm flipV="1">
            <a:off x="4943846" y="4010668"/>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2C291CBB-258A-06BF-30BF-90FA2473DAD3}"/>
              </a:ext>
            </a:extLst>
          </p:cNvPr>
          <p:cNvCxnSpPr>
            <a:cxnSpLocks/>
          </p:cNvCxnSpPr>
          <p:nvPr/>
        </p:nvCxnSpPr>
        <p:spPr>
          <a:xfrm flipV="1">
            <a:off x="5018817" y="4260831"/>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58D60A4D-5B92-B9E1-5E74-2545C3061423}"/>
              </a:ext>
            </a:extLst>
          </p:cNvPr>
          <p:cNvCxnSpPr>
            <a:cxnSpLocks/>
          </p:cNvCxnSpPr>
          <p:nvPr/>
        </p:nvCxnSpPr>
        <p:spPr>
          <a:xfrm flipV="1">
            <a:off x="4943846" y="4411477"/>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 name="Straight Connector 25">
            <a:extLst>
              <a:ext uri="{FF2B5EF4-FFF2-40B4-BE49-F238E27FC236}">
                <a16:creationId xmlns:a16="http://schemas.microsoft.com/office/drawing/2014/main" id="{E4E68794-9B8E-582C-276A-105832E9D35D}"/>
              </a:ext>
            </a:extLst>
          </p:cNvPr>
          <p:cNvCxnSpPr>
            <a:cxnSpLocks/>
          </p:cNvCxnSpPr>
          <p:nvPr/>
        </p:nvCxnSpPr>
        <p:spPr>
          <a:xfrm flipV="1">
            <a:off x="4977733" y="4383113"/>
            <a:ext cx="850675" cy="6252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2" name="Straight Connector 31">
            <a:extLst>
              <a:ext uri="{FF2B5EF4-FFF2-40B4-BE49-F238E27FC236}">
                <a16:creationId xmlns:a16="http://schemas.microsoft.com/office/drawing/2014/main" id="{B6BAAC2A-CC78-8EF1-AE68-B75961DF9F12}"/>
              </a:ext>
            </a:extLst>
          </p:cNvPr>
          <p:cNvCxnSpPr>
            <a:cxnSpLocks/>
          </p:cNvCxnSpPr>
          <p:nvPr/>
        </p:nvCxnSpPr>
        <p:spPr>
          <a:xfrm flipV="1">
            <a:off x="5015175" y="4943837"/>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3" name="Straight Connector 32">
            <a:extLst>
              <a:ext uri="{FF2B5EF4-FFF2-40B4-BE49-F238E27FC236}">
                <a16:creationId xmlns:a16="http://schemas.microsoft.com/office/drawing/2014/main" id="{2806D9BB-F807-3918-FCC2-DB5E8C09F51F}"/>
              </a:ext>
            </a:extLst>
          </p:cNvPr>
          <p:cNvCxnSpPr>
            <a:cxnSpLocks/>
          </p:cNvCxnSpPr>
          <p:nvPr/>
        </p:nvCxnSpPr>
        <p:spPr>
          <a:xfrm flipV="1">
            <a:off x="5197413" y="5276682"/>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27716A8B-00B3-65BE-B79A-87D1779BFB47}"/>
              </a:ext>
            </a:extLst>
          </p:cNvPr>
          <p:cNvCxnSpPr>
            <a:cxnSpLocks/>
          </p:cNvCxnSpPr>
          <p:nvPr/>
        </p:nvCxnSpPr>
        <p:spPr>
          <a:xfrm flipV="1">
            <a:off x="5272384" y="5526845"/>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4700D972-B503-75A5-6938-60E4F9B4E549}"/>
              </a:ext>
            </a:extLst>
          </p:cNvPr>
          <p:cNvCxnSpPr>
            <a:cxnSpLocks/>
          </p:cNvCxnSpPr>
          <p:nvPr/>
        </p:nvCxnSpPr>
        <p:spPr>
          <a:xfrm flipV="1">
            <a:off x="5197413" y="5677491"/>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B712F847-F94D-32D0-3C65-25C463B391DA}"/>
              </a:ext>
            </a:extLst>
          </p:cNvPr>
          <p:cNvCxnSpPr>
            <a:cxnSpLocks/>
          </p:cNvCxnSpPr>
          <p:nvPr/>
        </p:nvCxnSpPr>
        <p:spPr>
          <a:xfrm flipV="1">
            <a:off x="5231300" y="6013307"/>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8164151"/>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ABB625-EA01-3BE6-E3B4-7D713768C907}"/>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92186707-3B68-DB68-3F96-70A6752A9ED3}"/>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3DD83B0C-7B4D-5BE0-2D0A-0548B2C770F2}"/>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54A8763A-D79C-ACC8-ED2D-310BB63EA848}"/>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BF58772F-063C-52FB-F8FD-DDFA9C8EE60E}"/>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F451F65D-01A4-27E5-164E-378FB4F7B926}"/>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2B6CD2A6-7ABE-E075-8D87-2F8A9AB83DFD}"/>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DA222EAC-C8AB-802E-BCE8-6886FBDD77F7}"/>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B2D17408-63B0-8EE3-B661-83FC6D4A7F0C}"/>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E8CDC75B-7FF1-67B8-E472-4CCB335ED27F}"/>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F9E68078-8E6B-BB41-94A0-70C07FFC8CDA}"/>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15EC370C-022E-BD22-6493-D33A52D4A956}"/>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A1434890-1A90-6FBC-B7B1-DC71B3EFDAE6}"/>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B2C560EB-623D-2A46-77F8-58D1D92B0B0C}"/>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9B4D7CF7-19D0-B431-AD81-C0A2CA8D2FB8}"/>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81D58122-86AC-B210-2181-6B03DDAD115E}"/>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7E39C793-ED39-BE80-2127-31A92A96FC86}"/>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0E2C7C87-D2FC-82DE-0FE2-5D2A89E8255C}"/>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15FCF41A-5BC1-F77C-C6B2-A54F4C2FF8D8}"/>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455467C6-FB53-D3F4-5BB2-40B0C5446B64}"/>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372F6353-897E-263F-C55E-FFFC79B33056}"/>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0417E54C-D15F-A407-04AA-B25B62D9F1C7}"/>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9E4FA33A-4B90-7F21-1EDE-A00574680D91}"/>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F5AAAEFC-6F39-1E7E-0D63-152F0924B4C6}"/>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F8EF9368-BE05-4333-16A8-CC2DD2FA5856}"/>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D8969BF3-1C5D-22A7-BD84-42C90797CB90}"/>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7919B772-1438-B1B4-859D-6E0187ECAEB6}"/>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0B507896-0729-D9BC-4538-587514DDE42C}"/>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6948C764-386A-A05D-E21A-3997FE524A21}"/>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2D308F14-5FC5-D087-92D1-6AAF6FA3FB37}"/>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357CDD07-4916-36A9-DB1B-31E0259B9458}"/>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42C34F3C-726E-DF30-6468-0FED80082317}"/>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20C34C38-D9E7-ED93-6238-D70F0B32E274}"/>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F769239A-2941-9AD7-D003-35A5A7A0DE5D}"/>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BFFE1A98-2FF0-F4D0-C5D9-8E6F39301B76}"/>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2720A952-9ACF-15E2-BA96-10756F27024F}"/>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16EFB89E-80B1-B184-BE12-E233F477C576}"/>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BEAAA0C5-D919-4206-3903-3FF05817EA62}"/>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30A30203-EF87-498C-D679-84C2AE7A250F}"/>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6D69C34F-05A2-CC0C-8559-E538B0EBB6E5}"/>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DEC8E187-9C05-0AFD-4B4F-04CE013B3B04}"/>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76848979-E109-6D9A-298D-BC3639198718}"/>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1173B482-E968-7FFC-B2AB-AB76A664D008}"/>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ABB1CF23-8672-D0B1-5E22-DA2FA2BA683B}"/>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FA9E0380-B218-BCDA-4693-AD4CF00823BA}"/>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1454A951-9B01-A0F4-DF46-A5563F3923B0}"/>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3A9652FE-6806-772D-5FED-F6382ABBE613}"/>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7AA78B4E-0F98-4348-1E85-FE5DDF1496BD}"/>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437AFAD1-1CBB-89B6-F820-9C13347E8D02}"/>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27CB9C06-79B9-C9FF-01D5-9862323314E3}"/>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0D23CF1A-FC67-1FBD-2B47-E00CEA934F53}"/>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3F9CD48C-0DE8-B166-F02A-EBA876EF0865}"/>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E995448C-B531-05E8-A60F-AE1410B7B17E}"/>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AC9462E7-D55D-E963-3088-1E9D97E52230}"/>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268AC508-EDA5-76C1-B3AC-69FF2701F41A}"/>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2F7A3580-CDFD-9E82-0355-F32479364212}"/>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C765E794-B14F-691B-9649-C9FBE0BA0EA1}"/>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4AF21482-33D4-0C89-D5CB-D6DB50E4E94F}"/>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F39D4212-8AE8-FCEF-2818-82FEC13B7B6A}"/>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2670669C-A1DF-D46F-BBC8-1AFB40467489}"/>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57672CFF-370A-92E8-FCF7-36D30BDBDB9D}"/>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921F9142-9EF6-B73B-0099-D3C3A66F1C06}"/>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5F25B5E8-E52E-C739-7BBC-A4397DA5E52A}"/>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2A88F132-EEC4-9E09-D0EF-C4A79F3C096E}"/>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42D8ECC0-E43C-C46E-9338-948B7213D467}"/>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15508118-2767-B0A6-AD92-EF434A73742B}"/>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9B88168B-6060-B34F-319D-35B49BC60E89}"/>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7CCB415A-7898-F715-0C22-D89112B9E140}"/>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D2FF11D1-048B-0533-8CBD-A37DEBCF00D5}"/>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65C12779-ED0E-0A44-E038-0E374FDB17D4}"/>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4D6007D5-50A8-7600-C62E-38C741403965}"/>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5714024E-DE22-6F47-3240-F8BEB24FC056}"/>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FEAF6F0E-1301-E68C-60D9-178591BBE75B}"/>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191EFD04-18B1-2428-87B0-9276F9FF6A6C}"/>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F7E5C621-FF72-24A8-E65B-D12E49284A68}"/>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CA52C5FF-4944-36EA-A5F1-667F747800FB}"/>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471AAB30-672D-0CEC-41CB-9C3ABCEE9BA7}"/>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B8B1EE7F-B6F1-E423-6A4E-F1E1A1A551F5}"/>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1E16ABFB-F0E0-8139-A502-0B01DAD2E9EC}"/>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F19E0C36-F726-079E-FF0A-83B6E64415F5}"/>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9262672F-BCE9-7154-8260-6BDD642F9F7F}"/>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E5E35C4E-68EE-C343-9A0D-FAF4FF985790}"/>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C7767730-566E-C816-71DC-F18581F12D73}"/>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65F543FE-B907-76B5-83D8-BEB4FD098BDB}"/>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DC9AD8AC-3892-2C30-36C1-A30399696AD0}"/>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EFEFE6A8-699A-49A8-CF48-DFD17C2903BA}"/>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18C8219D-F322-311C-1114-6F757580AE97}"/>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2F6F6468-789D-CB21-64F1-DDC736E8C58A}"/>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52885AA3-899F-92E4-6820-8885BD8F75B4}"/>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14</a:t>
            </a:r>
          </a:p>
        </p:txBody>
      </p:sp>
      <p:sp>
        <p:nvSpPr>
          <p:cNvPr id="6" name="TextBox 5">
            <a:extLst>
              <a:ext uri="{FF2B5EF4-FFF2-40B4-BE49-F238E27FC236}">
                <a16:creationId xmlns:a16="http://schemas.microsoft.com/office/drawing/2014/main" id="{423EBD52-4705-5013-249B-A2273C04C03F}"/>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5080F61D-89D9-3526-A615-71FFA083B0CD}"/>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5</a:t>
            </a:r>
          </a:p>
        </p:txBody>
      </p:sp>
      <p:sp>
        <p:nvSpPr>
          <p:cNvPr id="8" name="TextBox 7">
            <a:extLst>
              <a:ext uri="{FF2B5EF4-FFF2-40B4-BE49-F238E27FC236}">
                <a16:creationId xmlns:a16="http://schemas.microsoft.com/office/drawing/2014/main" id="{4F006884-45C8-BEF2-8B6A-4108AB713744}"/>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9" name="TextBox 8">
            <a:extLst>
              <a:ext uri="{FF2B5EF4-FFF2-40B4-BE49-F238E27FC236}">
                <a16:creationId xmlns:a16="http://schemas.microsoft.com/office/drawing/2014/main" id="{12244B00-5D60-CD6B-80D3-3CD1BBFAB40E}"/>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06B9D497-9451-0182-C6A4-53D9CF5402A9}"/>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39397EEF-56A3-DD43-EA94-97E0610C8AA6}"/>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14</a:t>
            </a:r>
            <a:endParaRPr lang="en-GB" sz="2400" dirty="0">
              <a:solidFill>
                <a:srgbClr val="FF0000"/>
              </a:solidFill>
            </a:endParaRPr>
          </a:p>
        </p:txBody>
      </p:sp>
      <p:sp>
        <p:nvSpPr>
          <p:cNvPr id="12" name="TextBox 11">
            <a:extLst>
              <a:ext uri="{FF2B5EF4-FFF2-40B4-BE49-F238E27FC236}">
                <a16:creationId xmlns:a16="http://schemas.microsoft.com/office/drawing/2014/main" id="{F39DE289-514D-49E6-F048-3C9FD5C6ED63}"/>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3" name="TextBox 12">
            <a:extLst>
              <a:ext uri="{FF2B5EF4-FFF2-40B4-BE49-F238E27FC236}">
                <a16:creationId xmlns:a16="http://schemas.microsoft.com/office/drawing/2014/main" id="{4A431A41-3EAB-7BD1-4EDC-E419B7D898F4}"/>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534B572E-DB52-D2B7-A0AE-76E4AC5B2CC0}"/>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15" name="TextBox 14">
            <a:extLst>
              <a:ext uri="{FF2B5EF4-FFF2-40B4-BE49-F238E27FC236}">
                <a16:creationId xmlns:a16="http://schemas.microsoft.com/office/drawing/2014/main" id="{3341A993-EAAB-8F45-2DC1-614DA4DCEB25}"/>
              </a:ext>
            </a:extLst>
          </p:cNvPr>
          <p:cNvSpPr txBox="1"/>
          <p:nvPr/>
        </p:nvSpPr>
        <p:spPr>
          <a:xfrm>
            <a:off x="3157042" y="1719868"/>
            <a:ext cx="121331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10</a:t>
            </a:r>
          </a:p>
        </p:txBody>
      </p:sp>
      <p:sp>
        <p:nvSpPr>
          <p:cNvPr id="16" name="TextBox 15">
            <a:extLst>
              <a:ext uri="{FF2B5EF4-FFF2-40B4-BE49-F238E27FC236}">
                <a16:creationId xmlns:a16="http://schemas.microsoft.com/office/drawing/2014/main" id="{E4646A8D-74CD-4307-AB07-FF8A35F51615}"/>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cxnSp>
        <p:nvCxnSpPr>
          <p:cNvPr id="17" name="Straight Connector 16">
            <a:extLst>
              <a:ext uri="{FF2B5EF4-FFF2-40B4-BE49-F238E27FC236}">
                <a16:creationId xmlns:a16="http://schemas.microsoft.com/office/drawing/2014/main" id="{9B6747F3-34DC-4B7B-6E83-5E2421493199}"/>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5F4104C0-C17A-EB3C-3376-AFA238224E73}"/>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7B192869-1501-0377-BA68-91984660C79E}"/>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ECC36417-4A9D-060D-E8FD-993774138A44}"/>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01A3758D-8694-9CF3-9F62-DE031AECED62}"/>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2" name="Straight Connector 21">
            <a:extLst>
              <a:ext uri="{FF2B5EF4-FFF2-40B4-BE49-F238E27FC236}">
                <a16:creationId xmlns:a16="http://schemas.microsoft.com/office/drawing/2014/main" id="{5E35BF39-24DA-92FE-D5B5-9B1A3A60397D}"/>
              </a:ext>
            </a:extLst>
          </p:cNvPr>
          <p:cNvCxnSpPr>
            <a:cxnSpLocks/>
          </p:cNvCxnSpPr>
          <p:nvPr/>
        </p:nvCxnSpPr>
        <p:spPr>
          <a:xfrm flipV="1">
            <a:off x="4761608" y="3677823"/>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484F401C-084E-AF72-9E7B-9E0523D28309}"/>
              </a:ext>
            </a:extLst>
          </p:cNvPr>
          <p:cNvCxnSpPr>
            <a:cxnSpLocks/>
          </p:cNvCxnSpPr>
          <p:nvPr/>
        </p:nvCxnSpPr>
        <p:spPr>
          <a:xfrm flipV="1">
            <a:off x="4943846" y="4010668"/>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BB0B596F-2FCA-0966-95B2-2800E31E6828}"/>
              </a:ext>
            </a:extLst>
          </p:cNvPr>
          <p:cNvCxnSpPr>
            <a:cxnSpLocks/>
          </p:cNvCxnSpPr>
          <p:nvPr/>
        </p:nvCxnSpPr>
        <p:spPr>
          <a:xfrm flipV="1">
            <a:off x="5018817" y="4260831"/>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B570875C-A4BE-FE48-68C3-418ACD175A40}"/>
              </a:ext>
            </a:extLst>
          </p:cNvPr>
          <p:cNvCxnSpPr>
            <a:cxnSpLocks/>
          </p:cNvCxnSpPr>
          <p:nvPr/>
        </p:nvCxnSpPr>
        <p:spPr>
          <a:xfrm flipV="1">
            <a:off x="4943846" y="4411477"/>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 name="Straight Connector 25">
            <a:extLst>
              <a:ext uri="{FF2B5EF4-FFF2-40B4-BE49-F238E27FC236}">
                <a16:creationId xmlns:a16="http://schemas.microsoft.com/office/drawing/2014/main" id="{CD649871-DFAD-70E2-AA7A-B8B688AF4C6D}"/>
              </a:ext>
            </a:extLst>
          </p:cNvPr>
          <p:cNvCxnSpPr>
            <a:cxnSpLocks/>
          </p:cNvCxnSpPr>
          <p:nvPr/>
        </p:nvCxnSpPr>
        <p:spPr>
          <a:xfrm flipV="1">
            <a:off x="4977733" y="4383113"/>
            <a:ext cx="850675" cy="6252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2" name="Straight Connector 31">
            <a:extLst>
              <a:ext uri="{FF2B5EF4-FFF2-40B4-BE49-F238E27FC236}">
                <a16:creationId xmlns:a16="http://schemas.microsoft.com/office/drawing/2014/main" id="{FAF888A4-2BA2-61C8-685A-FA54F86B684A}"/>
              </a:ext>
            </a:extLst>
          </p:cNvPr>
          <p:cNvCxnSpPr>
            <a:cxnSpLocks/>
          </p:cNvCxnSpPr>
          <p:nvPr/>
        </p:nvCxnSpPr>
        <p:spPr>
          <a:xfrm flipV="1">
            <a:off x="5015175" y="4943837"/>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3" name="Straight Connector 32">
            <a:extLst>
              <a:ext uri="{FF2B5EF4-FFF2-40B4-BE49-F238E27FC236}">
                <a16:creationId xmlns:a16="http://schemas.microsoft.com/office/drawing/2014/main" id="{E9E3E6FA-F180-85BA-C0B8-AA24B81DE1CB}"/>
              </a:ext>
            </a:extLst>
          </p:cNvPr>
          <p:cNvCxnSpPr>
            <a:cxnSpLocks/>
          </p:cNvCxnSpPr>
          <p:nvPr/>
        </p:nvCxnSpPr>
        <p:spPr>
          <a:xfrm flipV="1">
            <a:off x="5197413" y="5276682"/>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08CA3F6D-4EAE-12C7-CF49-C7B584806D6A}"/>
              </a:ext>
            </a:extLst>
          </p:cNvPr>
          <p:cNvCxnSpPr>
            <a:cxnSpLocks/>
          </p:cNvCxnSpPr>
          <p:nvPr/>
        </p:nvCxnSpPr>
        <p:spPr>
          <a:xfrm flipV="1">
            <a:off x="5272384" y="5526845"/>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0CE349A9-5570-799E-3ACE-785DAB075737}"/>
              </a:ext>
            </a:extLst>
          </p:cNvPr>
          <p:cNvCxnSpPr>
            <a:cxnSpLocks/>
          </p:cNvCxnSpPr>
          <p:nvPr/>
        </p:nvCxnSpPr>
        <p:spPr>
          <a:xfrm flipV="1">
            <a:off x="5197413" y="5677491"/>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9848E576-A95D-8582-3F16-F007EAE81EF4}"/>
              </a:ext>
            </a:extLst>
          </p:cNvPr>
          <p:cNvCxnSpPr>
            <a:cxnSpLocks/>
          </p:cNvCxnSpPr>
          <p:nvPr/>
        </p:nvCxnSpPr>
        <p:spPr>
          <a:xfrm flipV="1">
            <a:off x="5231300" y="6013307"/>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1357390"/>
      </p:ext>
    </p:extLst>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1D9FF0-7A42-130B-8116-29106F17046A}"/>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D2BE8EC3-05BD-7C5B-D9C9-C986F6AAD2E0}"/>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E2D22A33-D88F-7277-8090-510A956FBC0B}"/>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CFEE8EF4-E4BE-1C22-E27B-E36DB4E33029}"/>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86D66804-1F4E-5B3B-A88A-026F13082C3D}"/>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CCBDAC19-5D89-EF4A-B985-00797E0604C2}"/>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96BC76A9-F1E2-3BC5-0770-3ED4092962BA}"/>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D7432315-E29E-10FB-E286-850FCB7D50C9}"/>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FC7940E0-BD38-3288-9D60-273985AE778F}"/>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240A6DDC-DB62-B781-B548-F27E7218B069}"/>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E50165C4-53A8-74EA-016B-57BA16E5226B}"/>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450A68BB-19ED-38B6-FE0C-3CC63F5E1512}"/>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6FBF4944-9A83-59CD-677C-8B68F8306544}"/>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AEBB5429-BF8C-3CAF-2A59-96DD0B71A545}"/>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7C56EDA2-7A8B-E3C0-8A3E-7892D5F410D2}"/>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6D66431E-C30A-FB90-775C-C77EB0F77412}"/>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B5BEC652-22D6-5E3F-C095-FD1E7A9923F7}"/>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613B9F4B-89B8-0AB1-B49C-25E99D716A05}"/>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458C30F7-4EFE-D613-2ECA-07C7C65C1A5C}"/>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F27E4FFC-E1E9-C785-5D44-7330D031E7B3}"/>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66206CE2-854E-7D2D-5B30-614A5A5C3A8B}"/>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CF1AE346-AA6C-CA3D-29F4-E1E9AA66859D}"/>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1B89E93D-D58F-2B80-573A-CD357A80DDDC}"/>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CF0D5050-A318-580C-8BDE-0903EB11196C}"/>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7A1C302F-F5C2-075A-12A4-A768F1B73CD4}"/>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8B5EBA3D-49FA-1E4E-9189-A412511814EC}"/>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9C217033-41F2-1996-9377-C430F8C5DD3F}"/>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214F70CA-472A-C6E3-1180-BEC37D214AE4}"/>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775E567F-588C-9EAC-6E02-835B022389E1}"/>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7564EA84-C810-4A36-0464-72BD586511B2}"/>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F5441A12-97F1-E312-3D97-F1ACBF5D7DA2}"/>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F15A9731-3AF6-0CB8-9A81-AB4A7A1EBE2A}"/>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9CD7357B-29B0-9C17-F068-404A6B8C0043}"/>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D151CA1B-A07B-66A4-6547-88890CF1E131}"/>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C54F7361-106B-4227-5B64-2F500F489484}"/>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1A8E24D1-8EE4-8C30-817E-D2B12C375189}"/>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8B9ABF2B-505B-FBD1-5F80-F2C8BD4D7451}"/>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582FE6FA-CEDE-D863-EE70-29E5AE9DB0F7}"/>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C39DCE9A-46F2-6D4D-5BC4-598BBA43B410}"/>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810C4D6D-A425-A7A8-763C-4A155B51F7CD}"/>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8197AF38-EF02-5605-7A7D-73E9A395F9F6}"/>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D109A7F2-D7E4-47AE-FC03-70E7ABD61192}"/>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771DDE51-17BE-1743-8FC6-1577973F80D9}"/>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6762BCCD-E21D-0BF5-8217-1AF8F02DC4AA}"/>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CD795204-F298-4157-9CC1-5D3381E6F74A}"/>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37418FB6-5903-5EAB-645C-A857F7E364CA}"/>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565A569B-017E-0F75-56AA-5F9F73C5CFF4}"/>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6F3AA3A8-82B6-7516-6A77-481B60582D57}"/>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1DCC955E-7305-8A5F-0CC9-72FBE0F9FA6B}"/>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910527EA-127E-2F95-36F3-9DA6CD9D4D19}"/>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41E02082-0532-F282-2128-289BD6A34D8C}"/>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C506EA5C-A367-AC13-06FF-ADFFA04F4924}"/>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989F2C6D-6724-E683-BE4E-FB8545D294C6}"/>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FE65C319-269E-37BE-35D0-B549CBBD1FC1}"/>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AA79B0A6-53E1-2445-2B35-0F1BC85C246B}"/>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7527A40B-646C-5FAD-17C2-FD8D253CFEDC}"/>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E4F8E979-9E55-436C-B0F4-4DA41D9165AB}"/>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82A62A66-7565-8FC7-95A6-E71BDA19EBC4}"/>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03EE529E-B297-4B8F-DD6D-F39E28DBA4F5}"/>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4E8B17A7-F6D9-0BB1-7644-9CFDD1248DE1}"/>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3FB0B196-8729-66F6-2C91-3DB55713DD7B}"/>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7C68EF79-8066-713B-C8D3-AAAA98AC6952}"/>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D8D2A540-FA8F-A212-8139-17BF9ADBC7F2}"/>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2931AFDB-223F-1997-71E4-B20160908310}"/>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40443965-3E00-1E98-220C-20999E6EF4C4}"/>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E9A38382-5535-7D6E-0335-56949391BD5D}"/>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608B2994-D5F0-EA9F-8588-CAC2E4D9AD80}"/>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5D00EED2-35F6-29B5-EBDA-E9E3B0E44DA0}"/>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BCF83AA4-A49C-E837-5B9C-50D0E1376198}"/>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6123B1E3-024F-8AB3-08E0-D3D1992BCBED}"/>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28ECCBE8-1A75-2596-879E-B7DCC37EFE40}"/>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97757F8C-4A13-EA6B-C981-14BF59944DC6}"/>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9B54DF47-6D12-8571-B08A-9946AF89ED47}"/>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B8B3E6FA-1C5A-34F8-651C-8BCC91867577}"/>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FE2AF929-B0D9-BA7D-1843-CB80AB9DF10E}"/>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A7C41EA0-F3C3-0F79-099F-7D3FC7A2008B}"/>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5D405F1D-C4DC-26CE-A210-9B41AE2B7C4A}"/>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8F3B016C-A42E-569C-200B-AD163B8DC495}"/>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5EB52DB2-7B84-3832-3F5D-8599850D456C}"/>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E2B2BDD8-20D5-A56B-FA59-4C334D91581A}"/>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D8752E9B-8D91-9E5F-4B97-4E231C274FCC}"/>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A8C2CD5D-4CD9-BEDF-3F6E-008E4856D2FC}"/>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66BF34E0-8032-6EEE-F278-05D9734831E1}"/>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D4341BC4-8C2B-A176-8485-38E2AF3C6C09}"/>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07EA9D6B-D49B-CEFB-CCB8-CCBE3B3F66FF}"/>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75FAD2D0-4063-6390-B047-D4FCB8352155}"/>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978B2BB2-AE00-3D0B-399D-3F4F810CEC14}"/>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E69B2FCA-9D9A-2FB7-9271-D21C99A91BF1}"/>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9B507DCE-B638-E714-7923-C6FDA482368C}"/>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14</a:t>
            </a:r>
          </a:p>
        </p:txBody>
      </p:sp>
      <p:sp>
        <p:nvSpPr>
          <p:cNvPr id="6" name="TextBox 5">
            <a:extLst>
              <a:ext uri="{FF2B5EF4-FFF2-40B4-BE49-F238E27FC236}">
                <a16:creationId xmlns:a16="http://schemas.microsoft.com/office/drawing/2014/main" id="{2135B2C9-B04C-AB26-07DA-FF5E25B684ED}"/>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8B8A7667-A2E9-A926-24C2-40910B815286}"/>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5</a:t>
            </a:r>
          </a:p>
        </p:txBody>
      </p:sp>
      <p:sp>
        <p:nvSpPr>
          <p:cNvPr id="8" name="TextBox 7">
            <a:extLst>
              <a:ext uri="{FF2B5EF4-FFF2-40B4-BE49-F238E27FC236}">
                <a16:creationId xmlns:a16="http://schemas.microsoft.com/office/drawing/2014/main" id="{B86DDD6D-7D93-0750-EA5D-CE66C3683B3D}"/>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9" name="TextBox 8">
            <a:extLst>
              <a:ext uri="{FF2B5EF4-FFF2-40B4-BE49-F238E27FC236}">
                <a16:creationId xmlns:a16="http://schemas.microsoft.com/office/drawing/2014/main" id="{34276CBE-47BE-2F18-7A88-52A18E8FD6CE}"/>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31943952-E545-A146-C6C5-CA5EC031E8A4}"/>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035E6001-11FD-3C11-60C1-E551FE881810}"/>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14</a:t>
            </a:r>
            <a:endParaRPr lang="en-GB" sz="2400" dirty="0">
              <a:solidFill>
                <a:srgbClr val="FF0000"/>
              </a:solidFill>
            </a:endParaRPr>
          </a:p>
        </p:txBody>
      </p:sp>
      <p:sp>
        <p:nvSpPr>
          <p:cNvPr id="12" name="TextBox 11">
            <a:extLst>
              <a:ext uri="{FF2B5EF4-FFF2-40B4-BE49-F238E27FC236}">
                <a16:creationId xmlns:a16="http://schemas.microsoft.com/office/drawing/2014/main" id="{5D4588D4-E5AB-51EF-845E-AFD352F40535}"/>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3" name="TextBox 12">
            <a:extLst>
              <a:ext uri="{FF2B5EF4-FFF2-40B4-BE49-F238E27FC236}">
                <a16:creationId xmlns:a16="http://schemas.microsoft.com/office/drawing/2014/main" id="{34D4A2A9-43A7-B61A-C0BE-AD84CDA3F41B}"/>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4A322493-8F82-683C-DDC8-6293504B1AC8}"/>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15" name="TextBox 14">
            <a:extLst>
              <a:ext uri="{FF2B5EF4-FFF2-40B4-BE49-F238E27FC236}">
                <a16:creationId xmlns:a16="http://schemas.microsoft.com/office/drawing/2014/main" id="{A8E2228B-5E0B-11F5-4351-A4A47A9BB59D}"/>
              </a:ext>
            </a:extLst>
          </p:cNvPr>
          <p:cNvSpPr txBox="1"/>
          <p:nvPr/>
        </p:nvSpPr>
        <p:spPr>
          <a:xfrm>
            <a:off x="3157042" y="1719868"/>
            <a:ext cx="121331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10</a:t>
            </a:r>
          </a:p>
        </p:txBody>
      </p:sp>
      <p:sp>
        <p:nvSpPr>
          <p:cNvPr id="16" name="TextBox 15">
            <a:extLst>
              <a:ext uri="{FF2B5EF4-FFF2-40B4-BE49-F238E27FC236}">
                <a16:creationId xmlns:a16="http://schemas.microsoft.com/office/drawing/2014/main" id="{F9AA74EF-0E90-6A2A-A63F-AA165FAD5297}"/>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cxnSp>
        <p:nvCxnSpPr>
          <p:cNvPr id="17" name="Straight Connector 16">
            <a:extLst>
              <a:ext uri="{FF2B5EF4-FFF2-40B4-BE49-F238E27FC236}">
                <a16:creationId xmlns:a16="http://schemas.microsoft.com/office/drawing/2014/main" id="{F76C5580-7925-19C5-1487-1AD94C91746D}"/>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5B2C2250-FEFD-7DF1-08F1-F0537BA34110}"/>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75EF34B7-1BEB-B6F2-69D0-F7BD115A51AA}"/>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FF8E3EBD-3DFC-988D-3D35-92C15BE99318}"/>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7B5937A7-47D4-13CA-7294-51ECA38A4807}"/>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2" name="Straight Connector 21">
            <a:extLst>
              <a:ext uri="{FF2B5EF4-FFF2-40B4-BE49-F238E27FC236}">
                <a16:creationId xmlns:a16="http://schemas.microsoft.com/office/drawing/2014/main" id="{D710385D-7E70-661B-D94A-B9B5A3E082D3}"/>
              </a:ext>
            </a:extLst>
          </p:cNvPr>
          <p:cNvCxnSpPr>
            <a:cxnSpLocks/>
          </p:cNvCxnSpPr>
          <p:nvPr/>
        </p:nvCxnSpPr>
        <p:spPr>
          <a:xfrm flipV="1">
            <a:off x="4761608" y="3677823"/>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F81C8CC4-F23F-4042-75BC-4BEB758A69EA}"/>
              </a:ext>
            </a:extLst>
          </p:cNvPr>
          <p:cNvCxnSpPr>
            <a:cxnSpLocks/>
          </p:cNvCxnSpPr>
          <p:nvPr/>
        </p:nvCxnSpPr>
        <p:spPr>
          <a:xfrm flipV="1">
            <a:off x="4943846" y="4010668"/>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FB87973D-65C6-0E7E-70DF-1E9C1777A460}"/>
              </a:ext>
            </a:extLst>
          </p:cNvPr>
          <p:cNvCxnSpPr>
            <a:cxnSpLocks/>
          </p:cNvCxnSpPr>
          <p:nvPr/>
        </p:nvCxnSpPr>
        <p:spPr>
          <a:xfrm flipV="1">
            <a:off x="5018817" y="4260831"/>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B70C4CEF-F14A-FB39-F9EA-37277A8C2C83}"/>
              </a:ext>
            </a:extLst>
          </p:cNvPr>
          <p:cNvCxnSpPr>
            <a:cxnSpLocks/>
          </p:cNvCxnSpPr>
          <p:nvPr/>
        </p:nvCxnSpPr>
        <p:spPr>
          <a:xfrm flipV="1">
            <a:off x="4943846" y="4411477"/>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 name="Straight Connector 25">
            <a:extLst>
              <a:ext uri="{FF2B5EF4-FFF2-40B4-BE49-F238E27FC236}">
                <a16:creationId xmlns:a16="http://schemas.microsoft.com/office/drawing/2014/main" id="{5B243369-CEB8-E0EC-C254-DA1485B9C804}"/>
              </a:ext>
            </a:extLst>
          </p:cNvPr>
          <p:cNvCxnSpPr>
            <a:cxnSpLocks/>
          </p:cNvCxnSpPr>
          <p:nvPr/>
        </p:nvCxnSpPr>
        <p:spPr>
          <a:xfrm flipV="1">
            <a:off x="4977733" y="4383113"/>
            <a:ext cx="850675" cy="6252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2" name="Straight Connector 31">
            <a:extLst>
              <a:ext uri="{FF2B5EF4-FFF2-40B4-BE49-F238E27FC236}">
                <a16:creationId xmlns:a16="http://schemas.microsoft.com/office/drawing/2014/main" id="{93E434A9-7CFC-4798-31E5-45F3725F51A4}"/>
              </a:ext>
            </a:extLst>
          </p:cNvPr>
          <p:cNvCxnSpPr>
            <a:cxnSpLocks/>
          </p:cNvCxnSpPr>
          <p:nvPr/>
        </p:nvCxnSpPr>
        <p:spPr>
          <a:xfrm flipV="1">
            <a:off x="5015175" y="4943837"/>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3" name="Straight Connector 32">
            <a:extLst>
              <a:ext uri="{FF2B5EF4-FFF2-40B4-BE49-F238E27FC236}">
                <a16:creationId xmlns:a16="http://schemas.microsoft.com/office/drawing/2014/main" id="{DBE4B50B-EC06-C041-2A53-4A0B8DE5383D}"/>
              </a:ext>
            </a:extLst>
          </p:cNvPr>
          <p:cNvCxnSpPr>
            <a:cxnSpLocks/>
          </p:cNvCxnSpPr>
          <p:nvPr/>
        </p:nvCxnSpPr>
        <p:spPr>
          <a:xfrm flipV="1">
            <a:off x="5197413" y="5276682"/>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E85055B5-C005-B8CE-379F-9DD570D9D3A0}"/>
              </a:ext>
            </a:extLst>
          </p:cNvPr>
          <p:cNvCxnSpPr>
            <a:cxnSpLocks/>
          </p:cNvCxnSpPr>
          <p:nvPr/>
        </p:nvCxnSpPr>
        <p:spPr>
          <a:xfrm flipV="1">
            <a:off x="5272384" y="5526845"/>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561F982E-D4DB-1DA1-5B6C-B34DC1B00772}"/>
              </a:ext>
            </a:extLst>
          </p:cNvPr>
          <p:cNvCxnSpPr>
            <a:cxnSpLocks/>
          </p:cNvCxnSpPr>
          <p:nvPr/>
        </p:nvCxnSpPr>
        <p:spPr>
          <a:xfrm flipV="1">
            <a:off x="5197413" y="5677491"/>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B73765EA-05E3-B550-E15F-90F29101C861}"/>
              </a:ext>
            </a:extLst>
          </p:cNvPr>
          <p:cNvCxnSpPr>
            <a:cxnSpLocks/>
          </p:cNvCxnSpPr>
          <p:nvPr/>
        </p:nvCxnSpPr>
        <p:spPr>
          <a:xfrm flipV="1">
            <a:off x="5231300" y="6013307"/>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7" name="Straight Connector 26">
            <a:extLst>
              <a:ext uri="{FF2B5EF4-FFF2-40B4-BE49-F238E27FC236}">
                <a16:creationId xmlns:a16="http://schemas.microsoft.com/office/drawing/2014/main" id="{2B197C0B-4B02-B0CF-FBB1-5C86FA5EFAC2}"/>
              </a:ext>
            </a:extLst>
          </p:cNvPr>
          <p:cNvCxnSpPr>
            <a:cxnSpLocks/>
          </p:cNvCxnSpPr>
          <p:nvPr/>
        </p:nvCxnSpPr>
        <p:spPr>
          <a:xfrm flipV="1">
            <a:off x="6554775" y="4948303"/>
            <a:ext cx="522949" cy="33010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850DDAD2-60A6-7252-DF0E-20513EFD414A}"/>
              </a:ext>
            </a:extLst>
          </p:cNvPr>
          <p:cNvCxnSpPr>
            <a:cxnSpLocks/>
          </p:cNvCxnSpPr>
          <p:nvPr/>
        </p:nvCxnSpPr>
        <p:spPr>
          <a:xfrm flipV="1">
            <a:off x="6737013" y="5237625"/>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E0C09FC5-025A-667C-F888-D2DF183C87AF}"/>
              </a:ext>
            </a:extLst>
          </p:cNvPr>
          <p:cNvCxnSpPr>
            <a:cxnSpLocks/>
          </p:cNvCxnSpPr>
          <p:nvPr/>
        </p:nvCxnSpPr>
        <p:spPr>
          <a:xfrm flipV="1">
            <a:off x="6811984" y="5496232"/>
            <a:ext cx="419955" cy="30909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0" name="Straight Connector 29">
            <a:extLst>
              <a:ext uri="{FF2B5EF4-FFF2-40B4-BE49-F238E27FC236}">
                <a16:creationId xmlns:a16="http://schemas.microsoft.com/office/drawing/2014/main" id="{67A342E9-4143-C544-0672-4278209339DC}"/>
              </a:ext>
            </a:extLst>
          </p:cNvPr>
          <p:cNvCxnSpPr>
            <a:cxnSpLocks/>
          </p:cNvCxnSpPr>
          <p:nvPr/>
        </p:nvCxnSpPr>
        <p:spPr>
          <a:xfrm flipV="1">
            <a:off x="6737013" y="5791200"/>
            <a:ext cx="437028" cy="20462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1" name="Straight Connector 30">
            <a:extLst>
              <a:ext uri="{FF2B5EF4-FFF2-40B4-BE49-F238E27FC236}">
                <a16:creationId xmlns:a16="http://schemas.microsoft.com/office/drawing/2014/main" id="{ACEDDE52-E065-77BF-4C2D-6DA1D748FC84}"/>
              </a:ext>
            </a:extLst>
          </p:cNvPr>
          <p:cNvCxnSpPr>
            <a:cxnSpLocks/>
          </p:cNvCxnSpPr>
          <p:nvPr/>
        </p:nvCxnSpPr>
        <p:spPr>
          <a:xfrm flipV="1">
            <a:off x="6770900" y="5974250"/>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19594369"/>
      </p:ext>
    </p:extLst>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CA623D-9331-5E57-6094-655AC5E17FC2}"/>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524D73B3-F894-FE99-405A-19CAD5D8B77C}"/>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3BA49DF3-0774-B6F2-FDAA-8E8BB75F4899}"/>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4403F099-F6FA-2F2F-EEE6-63DF725AB352}"/>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06B51F01-CBAF-F098-A617-D176133DA75A}"/>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594010EC-F5CA-11BD-1330-47BC06C2145E}"/>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841FD6C8-6E6E-C4B0-BFB2-EA64FEF7261E}"/>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A53EDDCE-9617-1382-4297-56BD61683413}"/>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8ABC3BD2-0677-8FE7-B56B-1EF7E9D9B3FB}"/>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68D400BE-B7C0-92F3-B31A-5ABD8A611482}"/>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0152DC1E-D840-4F76-781D-89894D167EE9}"/>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8E6942D3-AE42-2CEC-DB51-3FCB2E34708C}"/>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7B4A8F8E-9B5D-5BDB-79E1-3BA7B3557B7B}"/>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19841BC8-9605-887A-803A-D2335CBB3DD1}"/>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E539B590-AE70-C44C-2713-7EE0354272BC}"/>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BF4A709F-F800-8340-7D7B-7AB8ACA17692}"/>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707F77A6-0E45-7BF0-1EF4-903E220C4E88}"/>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35E064F0-9319-3DD1-84B9-38F7B1347BBB}"/>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DFCA752C-3EF6-4C20-DC06-F2D0065AFD20}"/>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77446DC5-180D-DD62-A478-2A29230B9F8E}"/>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E381B129-CFB6-9DCC-A749-D4BAB2CD66AC}"/>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F25A9534-996F-8B0F-70CC-F1F342B4ADFA}"/>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CB26513F-6006-EC05-498B-3BF403D0009B}"/>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757AA35F-2714-3A51-1EBA-5D75102B0175}"/>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52B4DBF5-AF55-1CF7-06EC-D20EB5B0FD49}"/>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09F73A58-2E90-CC32-9676-0789E99EF667}"/>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A914F092-D88B-AEA1-CD5C-C56BE9B28E28}"/>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667F8C86-FA29-3550-2669-494D558F538F}"/>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485341D7-645E-C1E0-39DA-808CDACBF02E}"/>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E38A7B90-1004-5CE9-567E-9751462BDA45}"/>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B7C96257-EA2C-F502-A3A4-AF037564078B}"/>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B4F96CE5-4F51-CE8C-F664-340FF3AED12B}"/>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11FD7137-F2C9-6D35-ED2F-D3929987FE8E}"/>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44489678-FED0-BE18-4FB3-74BB7C4FDF19}"/>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E7B2C44E-8F79-2E2E-3FCC-F79220FC4745}"/>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38D68DA4-27BC-C5D3-1463-8FB9910BCB2A}"/>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7AAE58BB-B788-A7E2-87E6-0467425FF79B}"/>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CCAA1550-9A47-A176-D2FB-1DB0E95F8ACC}"/>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B54E1709-ADD8-D6AE-F842-41E51AAC8E52}"/>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4073AE4F-9C0E-9B57-162D-86EF5862586C}"/>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D8F73264-B8CB-11E6-16AA-1CD382485EB1}"/>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516053C7-89E1-32DF-B373-709D6F4A53A4}"/>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10A6C5E1-94CD-6FE2-F717-94DBD56E49E2}"/>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1B3F0D2E-367F-EFEA-770A-3BA26DA0B572}"/>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40B5CAEC-D6A8-38CB-B768-CFD7B219A5A0}"/>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4477E0F6-5320-6586-B6C1-8AFA27BF708D}"/>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6BF6570A-AFE5-037B-0CCE-D0CB2F8A87EC}"/>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C060BF76-18B5-EB27-5B04-E7E6D374A216}"/>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382B5102-2F14-A574-2FF7-8D59EE4F6C01}"/>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37F8A169-2CA2-75B6-9807-58F7C943C4CF}"/>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B3F3DCAD-807E-3A31-5D9B-6F86DEEB07AD}"/>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1B49EE9F-3233-A6EE-1134-CC10FBED45A1}"/>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D9AD1FDD-B743-BBC5-F4A4-A54F509230C1}"/>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07954A56-B135-91F6-283E-0994F5D970C2}"/>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B6C4EA80-7E47-7A53-FDDC-D3ACE022482A}"/>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3A0FEB90-E1D5-3E54-0FC4-6BBEE8D10D53}"/>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9FA7971A-43EC-8960-A9A9-BE9789726EC6}"/>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7B0D8440-E7A0-3F8F-A09F-55949F06E1FE}"/>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6FAF1FB3-CFD1-FC94-0F87-226082BC2F5D}"/>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F723FE9D-09CD-78BA-2C44-C8C6C19CE303}"/>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49326E30-E28B-4E23-21CC-88443389CEAA}"/>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7C53C80C-096A-3477-DF22-687C02F34DA4}"/>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6AA9B47B-BC53-C90D-0824-1BEE1BED52FB}"/>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07CEA138-89B1-0DD8-A5F4-7D1E2C90F619}"/>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A5393F34-91D6-4752-4A15-B3EAB309DD8B}"/>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C5B02266-08C0-46F6-6BF0-D5ACC8123546}"/>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74CF4FA4-E3CB-87E6-FBAE-F32F7B28F584}"/>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6EC0F064-14CC-3375-F884-6E968C431AF5}"/>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F4711297-21F2-D74E-58CF-89E3E9859B74}"/>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C642E2E0-CB3F-D710-F4ED-80A5DDDB7C68}"/>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D749921D-4C46-C3DF-A80C-C1E32F8F0800}"/>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14E1BA4F-BC51-67E5-61D7-B3F9455AE8B8}"/>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8D9CAD34-97CB-B44B-9E9B-5D7D05B3E9AB}"/>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33D8193F-BDD0-EC1F-FA4B-F436BE437085}"/>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12262AB1-8631-03D5-C90B-F64DBF26EC1C}"/>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EE7E1CD6-7A74-176E-19FC-F20D5CBD9324}"/>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75BFF894-AA12-013E-2D77-56E59ECA072C}"/>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6D7D319E-96DA-077B-7A10-15C96C092E78}"/>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E0C251BD-94C7-AB22-1E0F-A9A539BFB9F2}"/>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9FA6A382-6863-4648-52F8-C08CF562250F}"/>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C284B48E-C428-02CA-693B-5FAA77CB8079}"/>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DBB00A55-C004-55E7-9AFD-8B34A51C699B}"/>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9FA830FA-07DB-6C66-C345-474E906F167D}"/>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44DD3B08-0748-5911-FD6F-B7B827C2B91B}"/>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FAA93A7D-A5F8-DF10-60B5-2FC178706979}"/>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840006D5-45A2-2912-4DBE-91074EFE0967}"/>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182203FC-BECA-FC9E-D301-D73DF7021E9D}"/>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D93A8456-89BD-6946-4F35-5EC13B608032}"/>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B7E8CA2A-E2E3-EFF6-9F04-F805D1086813}"/>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14</a:t>
            </a:r>
          </a:p>
        </p:txBody>
      </p:sp>
      <p:sp>
        <p:nvSpPr>
          <p:cNvPr id="6" name="TextBox 5">
            <a:extLst>
              <a:ext uri="{FF2B5EF4-FFF2-40B4-BE49-F238E27FC236}">
                <a16:creationId xmlns:a16="http://schemas.microsoft.com/office/drawing/2014/main" id="{3576B51A-2E27-D38C-2249-74878EF95D85}"/>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A95084B6-F57F-19BA-25DA-5E3B29E306E4}"/>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5</a:t>
            </a:r>
          </a:p>
        </p:txBody>
      </p:sp>
      <p:sp>
        <p:nvSpPr>
          <p:cNvPr id="8" name="TextBox 7">
            <a:extLst>
              <a:ext uri="{FF2B5EF4-FFF2-40B4-BE49-F238E27FC236}">
                <a16:creationId xmlns:a16="http://schemas.microsoft.com/office/drawing/2014/main" id="{CBAFD79B-BADC-B272-0B0E-22B1BAFDE253}"/>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p>
        </p:txBody>
      </p:sp>
      <p:sp>
        <p:nvSpPr>
          <p:cNvPr id="9" name="TextBox 8">
            <a:extLst>
              <a:ext uri="{FF2B5EF4-FFF2-40B4-BE49-F238E27FC236}">
                <a16:creationId xmlns:a16="http://schemas.microsoft.com/office/drawing/2014/main" id="{AF7C60B2-9362-EF45-D294-62B047F6E7A3}"/>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9C4C05F0-638B-018C-97A8-E9E5D99CB042}"/>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BD5C5D62-6952-1F11-31A4-C36BF9CBFBE3}"/>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14</a:t>
            </a:r>
            <a:endParaRPr lang="en-GB" sz="2400" dirty="0">
              <a:solidFill>
                <a:srgbClr val="FF0000"/>
              </a:solidFill>
            </a:endParaRPr>
          </a:p>
        </p:txBody>
      </p:sp>
      <p:sp>
        <p:nvSpPr>
          <p:cNvPr id="12" name="TextBox 11">
            <a:extLst>
              <a:ext uri="{FF2B5EF4-FFF2-40B4-BE49-F238E27FC236}">
                <a16:creationId xmlns:a16="http://schemas.microsoft.com/office/drawing/2014/main" id="{89922DA8-E2E1-8AC0-D6A6-8814C69C5C2A}"/>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solidFill>
                <a:srgbClr val="FF0000"/>
              </a:solidFill>
            </a:endParaRPr>
          </a:p>
        </p:txBody>
      </p:sp>
      <p:sp>
        <p:nvSpPr>
          <p:cNvPr id="13" name="TextBox 12">
            <a:extLst>
              <a:ext uri="{FF2B5EF4-FFF2-40B4-BE49-F238E27FC236}">
                <a16:creationId xmlns:a16="http://schemas.microsoft.com/office/drawing/2014/main" id="{DF67FD5A-FF07-FD1A-A728-738D596AA893}"/>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B574B976-124C-15A7-C44C-E09876D7099C}"/>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15" name="TextBox 14">
            <a:extLst>
              <a:ext uri="{FF2B5EF4-FFF2-40B4-BE49-F238E27FC236}">
                <a16:creationId xmlns:a16="http://schemas.microsoft.com/office/drawing/2014/main" id="{FF08399F-CE37-AD4D-489E-046BA99D67AC}"/>
              </a:ext>
            </a:extLst>
          </p:cNvPr>
          <p:cNvSpPr txBox="1"/>
          <p:nvPr/>
        </p:nvSpPr>
        <p:spPr>
          <a:xfrm>
            <a:off x="3157042" y="1719868"/>
            <a:ext cx="121331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10</a:t>
            </a:r>
          </a:p>
        </p:txBody>
      </p:sp>
      <p:sp>
        <p:nvSpPr>
          <p:cNvPr id="16" name="TextBox 15">
            <a:extLst>
              <a:ext uri="{FF2B5EF4-FFF2-40B4-BE49-F238E27FC236}">
                <a16:creationId xmlns:a16="http://schemas.microsoft.com/office/drawing/2014/main" id="{A65A70C6-A504-DDB5-D417-5B337BF59231}"/>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cxnSp>
        <p:nvCxnSpPr>
          <p:cNvPr id="17" name="Straight Connector 16">
            <a:extLst>
              <a:ext uri="{FF2B5EF4-FFF2-40B4-BE49-F238E27FC236}">
                <a16:creationId xmlns:a16="http://schemas.microsoft.com/office/drawing/2014/main" id="{121451D2-3A77-D363-64A5-3DE0EC120D58}"/>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2C34EDAB-20D4-1CD7-0FE2-A1394BAF6778}"/>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73E3CEFD-A5A6-0AA7-96CE-7B23BFED9753}"/>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2766A245-6F97-547F-9349-DDE6D9B4D511}"/>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2D514054-73E4-86D0-F67D-4E00F4DAD00D}"/>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2" name="Straight Connector 21">
            <a:extLst>
              <a:ext uri="{FF2B5EF4-FFF2-40B4-BE49-F238E27FC236}">
                <a16:creationId xmlns:a16="http://schemas.microsoft.com/office/drawing/2014/main" id="{2FD45C61-EE9D-4323-5F6E-0A9402CF0469}"/>
              </a:ext>
            </a:extLst>
          </p:cNvPr>
          <p:cNvCxnSpPr>
            <a:cxnSpLocks/>
          </p:cNvCxnSpPr>
          <p:nvPr/>
        </p:nvCxnSpPr>
        <p:spPr>
          <a:xfrm flipV="1">
            <a:off x="4761608" y="3677823"/>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968B89CE-09E4-EB0B-C858-9B03F6C0EA79}"/>
              </a:ext>
            </a:extLst>
          </p:cNvPr>
          <p:cNvCxnSpPr>
            <a:cxnSpLocks/>
          </p:cNvCxnSpPr>
          <p:nvPr/>
        </p:nvCxnSpPr>
        <p:spPr>
          <a:xfrm flipV="1">
            <a:off x="4943846" y="4010668"/>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D3873570-050B-A17D-578B-C5B5DD46524A}"/>
              </a:ext>
            </a:extLst>
          </p:cNvPr>
          <p:cNvCxnSpPr>
            <a:cxnSpLocks/>
          </p:cNvCxnSpPr>
          <p:nvPr/>
        </p:nvCxnSpPr>
        <p:spPr>
          <a:xfrm flipV="1">
            <a:off x="5018817" y="4260831"/>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7CFFAAC2-8CDD-3D13-15C4-F3D44E7DAC02}"/>
              </a:ext>
            </a:extLst>
          </p:cNvPr>
          <p:cNvCxnSpPr>
            <a:cxnSpLocks/>
          </p:cNvCxnSpPr>
          <p:nvPr/>
        </p:nvCxnSpPr>
        <p:spPr>
          <a:xfrm flipV="1">
            <a:off x="4943846" y="4411477"/>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 name="Straight Connector 25">
            <a:extLst>
              <a:ext uri="{FF2B5EF4-FFF2-40B4-BE49-F238E27FC236}">
                <a16:creationId xmlns:a16="http://schemas.microsoft.com/office/drawing/2014/main" id="{C2B503FC-E7AF-D2B9-2391-559141D633A6}"/>
              </a:ext>
            </a:extLst>
          </p:cNvPr>
          <p:cNvCxnSpPr>
            <a:cxnSpLocks/>
          </p:cNvCxnSpPr>
          <p:nvPr/>
        </p:nvCxnSpPr>
        <p:spPr>
          <a:xfrm flipV="1">
            <a:off x="4977733" y="4383113"/>
            <a:ext cx="850675" cy="6252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2" name="Straight Connector 31">
            <a:extLst>
              <a:ext uri="{FF2B5EF4-FFF2-40B4-BE49-F238E27FC236}">
                <a16:creationId xmlns:a16="http://schemas.microsoft.com/office/drawing/2014/main" id="{2F7CAE66-ADBE-3EAE-4243-57C60556CDAE}"/>
              </a:ext>
            </a:extLst>
          </p:cNvPr>
          <p:cNvCxnSpPr>
            <a:cxnSpLocks/>
          </p:cNvCxnSpPr>
          <p:nvPr/>
        </p:nvCxnSpPr>
        <p:spPr>
          <a:xfrm flipV="1">
            <a:off x="5015175" y="4943837"/>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3" name="Straight Connector 32">
            <a:extLst>
              <a:ext uri="{FF2B5EF4-FFF2-40B4-BE49-F238E27FC236}">
                <a16:creationId xmlns:a16="http://schemas.microsoft.com/office/drawing/2014/main" id="{EA68C298-B21B-4237-2ECD-A9BAA54662C2}"/>
              </a:ext>
            </a:extLst>
          </p:cNvPr>
          <p:cNvCxnSpPr>
            <a:cxnSpLocks/>
          </p:cNvCxnSpPr>
          <p:nvPr/>
        </p:nvCxnSpPr>
        <p:spPr>
          <a:xfrm flipV="1">
            <a:off x="5197413" y="5276682"/>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62DCFD56-E926-1F77-CE51-65B9B2E58F9F}"/>
              </a:ext>
            </a:extLst>
          </p:cNvPr>
          <p:cNvCxnSpPr>
            <a:cxnSpLocks/>
          </p:cNvCxnSpPr>
          <p:nvPr/>
        </p:nvCxnSpPr>
        <p:spPr>
          <a:xfrm flipV="1">
            <a:off x="5272384" y="5526845"/>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61407076-3B5B-2377-9B1C-9854E91D8E69}"/>
              </a:ext>
            </a:extLst>
          </p:cNvPr>
          <p:cNvCxnSpPr>
            <a:cxnSpLocks/>
          </p:cNvCxnSpPr>
          <p:nvPr/>
        </p:nvCxnSpPr>
        <p:spPr>
          <a:xfrm flipV="1">
            <a:off x="5197413" y="5677491"/>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988CC5B3-4C28-0C4D-3792-7E02D527505B}"/>
              </a:ext>
            </a:extLst>
          </p:cNvPr>
          <p:cNvCxnSpPr>
            <a:cxnSpLocks/>
          </p:cNvCxnSpPr>
          <p:nvPr/>
        </p:nvCxnSpPr>
        <p:spPr>
          <a:xfrm flipV="1">
            <a:off x="5231300" y="6013307"/>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7" name="Straight Connector 26">
            <a:extLst>
              <a:ext uri="{FF2B5EF4-FFF2-40B4-BE49-F238E27FC236}">
                <a16:creationId xmlns:a16="http://schemas.microsoft.com/office/drawing/2014/main" id="{9D70C976-1C34-CB4B-1A0C-8CE4B063F8B2}"/>
              </a:ext>
            </a:extLst>
          </p:cNvPr>
          <p:cNvCxnSpPr>
            <a:cxnSpLocks/>
          </p:cNvCxnSpPr>
          <p:nvPr/>
        </p:nvCxnSpPr>
        <p:spPr>
          <a:xfrm flipV="1">
            <a:off x="6554775" y="4948303"/>
            <a:ext cx="522949" cy="33010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7324CB7D-69D3-3C72-ABDF-79487BDCB738}"/>
              </a:ext>
            </a:extLst>
          </p:cNvPr>
          <p:cNvCxnSpPr>
            <a:cxnSpLocks/>
          </p:cNvCxnSpPr>
          <p:nvPr/>
        </p:nvCxnSpPr>
        <p:spPr>
          <a:xfrm flipV="1">
            <a:off x="6737013" y="5237625"/>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D9B749B8-5093-8278-D58F-CB74933FD6DD}"/>
              </a:ext>
            </a:extLst>
          </p:cNvPr>
          <p:cNvCxnSpPr>
            <a:cxnSpLocks/>
          </p:cNvCxnSpPr>
          <p:nvPr/>
        </p:nvCxnSpPr>
        <p:spPr>
          <a:xfrm flipV="1">
            <a:off x="6811984" y="5496232"/>
            <a:ext cx="419955" cy="30909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0" name="Straight Connector 29">
            <a:extLst>
              <a:ext uri="{FF2B5EF4-FFF2-40B4-BE49-F238E27FC236}">
                <a16:creationId xmlns:a16="http://schemas.microsoft.com/office/drawing/2014/main" id="{A5161A63-90F4-2D7A-322B-04144EF1B3C1}"/>
              </a:ext>
            </a:extLst>
          </p:cNvPr>
          <p:cNvCxnSpPr>
            <a:cxnSpLocks/>
          </p:cNvCxnSpPr>
          <p:nvPr/>
        </p:nvCxnSpPr>
        <p:spPr>
          <a:xfrm flipV="1">
            <a:off x="6737013" y="5791200"/>
            <a:ext cx="437028" cy="20462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1" name="Straight Connector 30">
            <a:extLst>
              <a:ext uri="{FF2B5EF4-FFF2-40B4-BE49-F238E27FC236}">
                <a16:creationId xmlns:a16="http://schemas.microsoft.com/office/drawing/2014/main" id="{36679FEE-E9DB-307D-69CD-ED13742C3DC9}"/>
              </a:ext>
            </a:extLst>
          </p:cNvPr>
          <p:cNvCxnSpPr>
            <a:cxnSpLocks/>
          </p:cNvCxnSpPr>
          <p:nvPr/>
        </p:nvCxnSpPr>
        <p:spPr>
          <a:xfrm flipV="1">
            <a:off x="6770900" y="5974250"/>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45461678"/>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936196-D833-D13A-8BCF-492125D7614E}"/>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3064C0DB-0AD2-5263-A5AD-BFBF1DF00EF3}"/>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02AE9D89-4D3D-0ADA-36F6-FEC9552CDFC2}"/>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23131A18-E2CB-42E9-70B1-937F3EF147C6}"/>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F8992366-8B70-2105-5786-8F1E76020315}"/>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4CF0B1A6-C7D1-5041-53AD-0BA29AB8968C}"/>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57BAB9D7-54B2-D9EB-5C21-F4E3D54A8CC4}"/>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363CC92F-44B9-95D7-6DF8-1E8D22223ED8}"/>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EB0F21AE-8BE6-56FC-0813-1B493BFB21B9}"/>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16645AD0-9374-5D03-B5C7-C7DF1DA9285F}"/>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9F7F61AB-7E5A-7F4F-157C-64A22D134073}"/>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648AC704-CFB8-604C-E0FE-EE305AB1D2CD}"/>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36433CF6-06D1-8009-3DEE-B528F8458BDC}"/>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419FC1FA-44FC-01EA-49BF-C0919C7C4270}"/>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BE48D381-508A-47A4-42BA-7932ED2FED9D}"/>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9A6EC4A8-EDF2-66D4-E4EE-47794E256EFC}"/>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D6C7D875-3A17-80A8-5CD4-61BDAAC219D3}"/>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CFD82BE4-8A31-4126-BB1B-DFBE22119318}"/>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75A38DD6-594C-29E4-2FAD-C3D427692BCA}"/>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D18647C0-B9FD-EE39-3BFC-A85109CFB68C}"/>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10EE98E7-17A5-4A6C-E946-245CFE6E8DF5}"/>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E196FD55-8FE7-2B10-188A-7FB360658A67}"/>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E458E53A-68DE-5639-1FF0-CD913BA540D9}"/>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7F7C662C-AC98-048E-BC24-B0C597FACF50}"/>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B7BC5156-C8D8-4FDD-2CA0-2CD5FF150BC3}"/>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BB3B07D9-AE8C-9A44-0772-F3826F57036D}"/>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BAF8AF7B-C63D-9513-AD9F-05715916DB42}"/>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B80F0095-2639-F0D3-9F26-D2437BFCB736}"/>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34637BF8-CE69-98C2-C1A8-A84160D7959E}"/>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DB48711F-B995-B629-A3CA-0EC445AFDA5E}"/>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58996DF6-3B7C-541B-C37F-AE471C8EB3C9}"/>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798BD9AC-7713-F2AA-6720-0A48F49C37C7}"/>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BDBA5C50-571C-BCCF-285F-48BA9664DDB7}"/>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7B78EA08-6714-133C-4AEC-2711BCB50758}"/>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6F174A4C-7CD3-EF72-D873-00475A28D4A5}"/>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DD410AAB-7082-FA35-7103-34FBE28A560F}"/>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484A685F-17D5-4B3A-DCC4-4FDEAFB85341}"/>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7F75CDD6-7B7E-CA02-3530-10CFA0C54398}"/>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EA31CCCF-FD7F-36A6-1107-5A7D0853C53E}"/>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67436847-B3E8-D7AD-B601-9C5C83FEC5CD}"/>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52E57921-8155-E665-47E5-D69393957159}"/>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DF8E5FA8-01B1-6BA3-2AE6-590C59D7F5CE}"/>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3B432B18-699A-F50D-F1E0-5CA2919FB685}"/>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2449AF0A-FE93-C585-F857-6BB0401A16D0}"/>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6B909A18-112E-C793-C99F-E0446F1164DB}"/>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70234BDA-92D7-57F0-E4B9-1B658B89C8BC}"/>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28BBE536-8CE9-4F9A-58FF-1215821F6AE3}"/>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1636F0CD-4794-3780-1607-D70316EBFB12}"/>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5EA13C17-C3B3-AD07-952C-CDFD3F98FF32}"/>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F2132C9E-B7BC-B0FD-A53B-614E70846E28}"/>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C34F07FC-A6CF-26C9-51CD-5FD683123F42}"/>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784891F1-606D-9C21-3CC1-ED200E81C41A}"/>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4A2CE68F-3AAF-6740-E44C-BB7EF7F97E4C}"/>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AAD4B702-E93D-DBBD-F5DC-FDC6A5FF6B2F}"/>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F8AC61B7-6B6E-8111-5D9B-82FE6FD8A319}"/>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5140AE53-CCC6-C518-ABC9-9626EB786D0F}"/>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41E4D9AF-1C3E-C6B9-6F15-4EE05BAFF40B}"/>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23CFC614-CFCA-610E-7CAA-0B77EA9754AD}"/>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56105E67-09AC-6E4F-2292-D143E4E3C3F2}"/>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28725CBC-61CC-7362-7813-3B0A3F9C85B7}"/>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928D0A77-EFC3-DB5E-B1A2-722B44A9E36C}"/>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98427123-0B7D-9E73-ED4C-B4802CA481D3}"/>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61D1BDC5-84D6-3B09-BDE9-6D2F86BE1219}"/>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D0D688AD-0436-CB5E-6F5E-3F5D3E146648}"/>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C71BEC47-3FC0-5FCD-5C8C-AEBC16561C58}"/>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08EA3A68-1E59-0B2E-123E-B0B42FCD2E70}"/>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8B5CDF99-8342-61AA-5215-DF24DAEFDB5B}"/>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1F8C4A08-8710-0268-9FC4-E292934C32A4}"/>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ACF5C944-3DCE-75B7-2775-E0554150911C}"/>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8AB0DB4C-BD80-F398-E973-0E0175CE4D4A}"/>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E98762DE-876D-073B-82AC-4B5D8295D338}"/>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0A4F98E6-8EB1-3227-5AE0-CD6DF9724541}"/>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C6B15D45-81E0-7A72-0DD3-74F4F19EAE76}"/>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4D7094AD-BD33-9E2B-9DD1-313B59D3D7CD}"/>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FDF2B0A9-3F0E-29EB-20CF-1BDBF04CAD1B}"/>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59938008-41DC-D826-11BD-6C1DF6FAC464}"/>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DC64F7D7-E248-C29C-FFEF-9A16673A9F70}"/>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7DE508ED-63DF-CFA1-5113-B5AE0CDBCB75}"/>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3BE4F665-2017-EC2D-5047-AFE7BAAEA25F}"/>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1F67BBA0-DAB6-F8FD-0C88-7B91865C4DE7}"/>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1ABA1914-74EE-8872-1F2C-9D819AE1C1E5}"/>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AEA0D788-5357-EFDD-9EC6-EE459EE235E8}"/>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4DCDB538-CAA7-A052-172A-5A11C373F3E1}"/>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2C4C4F5F-58B9-4624-5B8C-5847760ABB29}"/>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BFF5059A-E137-52C8-D7B3-4E4C1ECBEF5E}"/>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364EB4A7-8C28-A006-9A30-AD69BCCFE2BB}"/>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7FC08126-5575-C137-ED12-AB3C6CE575D4}"/>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8417A122-3C8C-229F-F545-D1646FFCF7B3}"/>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1A274A33-99F7-1F8B-F847-2232CDA40139}"/>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14</a:t>
            </a:r>
          </a:p>
        </p:txBody>
      </p:sp>
      <p:sp>
        <p:nvSpPr>
          <p:cNvPr id="6" name="TextBox 5">
            <a:extLst>
              <a:ext uri="{FF2B5EF4-FFF2-40B4-BE49-F238E27FC236}">
                <a16:creationId xmlns:a16="http://schemas.microsoft.com/office/drawing/2014/main" id="{8760CDD2-3C6A-35FC-324D-128B1CE5C481}"/>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7EA1F22E-A1A2-625A-6960-699DC68F089D}"/>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5</a:t>
            </a:r>
          </a:p>
        </p:txBody>
      </p:sp>
      <p:sp>
        <p:nvSpPr>
          <p:cNvPr id="8" name="TextBox 7">
            <a:extLst>
              <a:ext uri="{FF2B5EF4-FFF2-40B4-BE49-F238E27FC236}">
                <a16:creationId xmlns:a16="http://schemas.microsoft.com/office/drawing/2014/main" id="{4060F0AB-1F17-A516-9905-05478E4A5B56}"/>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p>
        </p:txBody>
      </p:sp>
      <p:sp>
        <p:nvSpPr>
          <p:cNvPr id="9" name="TextBox 8">
            <a:extLst>
              <a:ext uri="{FF2B5EF4-FFF2-40B4-BE49-F238E27FC236}">
                <a16:creationId xmlns:a16="http://schemas.microsoft.com/office/drawing/2014/main" id="{DAA527BA-DA4A-3B16-4716-4B29DCEA130C}"/>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123AA425-4BC9-1E01-E5F7-3DF4B65606E1}"/>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14BAA533-CDF9-E27A-FFE5-70A86CA2B597}"/>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14</a:t>
            </a:r>
            <a:endParaRPr lang="en-GB" sz="2400" dirty="0">
              <a:solidFill>
                <a:srgbClr val="FF0000"/>
              </a:solidFill>
            </a:endParaRPr>
          </a:p>
        </p:txBody>
      </p:sp>
      <p:sp>
        <p:nvSpPr>
          <p:cNvPr id="12" name="TextBox 11">
            <a:extLst>
              <a:ext uri="{FF2B5EF4-FFF2-40B4-BE49-F238E27FC236}">
                <a16:creationId xmlns:a16="http://schemas.microsoft.com/office/drawing/2014/main" id="{7A8B37AD-0E4D-C673-38F1-B13B851E524F}"/>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solidFill>
                <a:srgbClr val="FF0000"/>
              </a:solidFill>
            </a:endParaRPr>
          </a:p>
        </p:txBody>
      </p:sp>
      <p:sp>
        <p:nvSpPr>
          <p:cNvPr id="13" name="TextBox 12">
            <a:extLst>
              <a:ext uri="{FF2B5EF4-FFF2-40B4-BE49-F238E27FC236}">
                <a16:creationId xmlns:a16="http://schemas.microsoft.com/office/drawing/2014/main" id="{0E13F6F5-0C59-6C74-7FCD-4CBA2EECCA5D}"/>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DDDCC7CF-BC4E-ED1F-7A9A-1725699F7AF2}"/>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15" name="TextBox 14">
            <a:extLst>
              <a:ext uri="{FF2B5EF4-FFF2-40B4-BE49-F238E27FC236}">
                <a16:creationId xmlns:a16="http://schemas.microsoft.com/office/drawing/2014/main" id="{91A89DE1-CCA2-1ACF-721E-BE21552855E9}"/>
              </a:ext>
            </a:extLst>
          </p:cNvPr>
          <p:cNvSpPr txBox="1"/>
          <p:nvPr/>
        </p:nvSpPr>
        <p:spPr>
          <a:xfrm>
            <a:off x="3157042" y="1719868"/>
            <a:ext cx="121331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10</a:t>
            </a:r>
          </a:p>
        </p:txBody>
      </p:sp>
      <p:sp>
        <p:nvSpPr>
          <p:cNvPr id="16" name="TextBox 15">
            <a:extLst>
              <a:ext uri="{FF2B5EF4-FFF2-40B4-BE49-F238E27FC236}">
                <a16:creationId xmlns:a16="http://schemas.microsoft.com/office/drawing/2014/main" id="{FB3FB45D-F84F-B56C-5EF0-7CAE0D298E23}"/>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cxnSp>
        <p:nvCxnSpPr>
          <p:cNvPr id="17" name="Straight Connector 16">
            <a:extLst>
              <a:ext uri="{FF2B5EF4-FFF2-40B4-BE49-F238E27FC236}">
                <a16:creationId xmlns:a16="http://schemas.microsoft.com/office/drawing/2014/main" id="{50193B07-52FF-2F93-1876-0CC797D501BA}"/>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F4EED0F6-295E-D37E-CE10-64DA55E684BD}"/>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31F0878B-FE8F-764B-9DCA-C81E21C5651A}"/>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E3C9950C-CE43-2549-4313-A60D8F7D4D86}"/>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0EA7E270-14F0-26BB-0CC1-C2FF82B9905F}"/>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2" name="Straight Connector 21">
            <a:extLst>
              <a:ext uri="{FF2B5EF4-FFF2-40B4-BE49-F238E27FC236}">
                <a16:creationId xmlns:a16="http://schemas.microsoft.com/office/drawing/2014/main" id="{159FA6AF-DF36-1F29-08B6-AFC744642BD9}"/>
              </a:ext>
            </a:extLst>
          </p:cNvPr>
          <p:cNvCxnSpPr>
            <a:cxnSpLocks/>
          </p:cNvCxnSpPr>
          <p:nvPr/>
        </p:nvCxnSpPr>
        <p:spPr>
          <a:xfrm flipV="1">
            <a:off x="4761608" y="3677823"/>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D7A529DD-AD51-8DCF-7BA0-4A2215CAD051}"/>
              </a:ext>
            </a:extLst>
          </p:cNvPr>
          <p:cNvCxnSpPr>
            <a:cxnSpLocks/>
          </p:cNvCxnSpPr>
          <p:nvPr/>
        </p:nvCxnSpPr>
        <p:spPr>
          <a:xfrm flipV="1">
            <a:off x="4943846" y="4010668"/>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728367BA-08FB-A4F6-E0E1-1FE7B17A70A9}"/>
              </a:ext>
            </a:extLst>
          </p:cNvPr>
          <p:cNvCxnSpPr>
            <a:cxnSpLocks/>
          </p:cNvCxnSpPr>
          <p:nvPr/>
        </p:nvCxnSpPr>
        <p:spPr>
          <a:xfrm flipV="1">
            <a:off x="5018817" y="4260831"/>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F64CD5E3-F51E-C9D2-B00B-43166045192F}"/>
              </a:ext>
            </a:extLst>
          </p:cNvPr>
          <p:cNvCxnSpPr>
            <a:cxnSpLocks/>
          </p:cNvCxnSpPr>
          <p:nvPr/>
        </p:nvCxnSpPr>
        <p:spPr>
          <a:xfrm flipV="1">
            <a:off x="4943846" y="4411477"/>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 name="Straight Connector 25">
            <a:extLst>
              <a:ext uri="{FF2B5EF4-FFF2-40B4-BE49-F238E27FC236}">
                <a16:creationId xmlns:a16="http://schemas.microsoft.com/office/drawing/2014/main" id="{0DAB82BC-3534-D48E-9301-467A48B40215}"/>
              </a:ext>
            </a:extLst>
          </p:cNvPr>
          <p:cNvCxnSpPr>
            <a:cxnSpLocks/>
          </p:cNvCxnSpPr>
          <p:nvPr/>
        </p:nvCxnSpPr>
        <p:spPr>
          <a:xfrm flipV="1">
            <a:off x="4977733" y="4383113"/>
            <a:ext cx="850675" cy="6252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2" name="Straight Connector 31">
            <a:extLst>
              <a:ext uri="{FF2B5EF4-FFF2-40B4-BE49-F238E27FC236}">
                <a16:creationId xmlns:a16="http://schemas.microsoft.com/office/drawing/2014/main" id="{EC969AA0-E860-B78A-BFA8-FBC7BFE81973}"/>
              </a:ext>
            </a:extLst>
          </p:cNvPr>
          <p:cNvCxnSpPr>
            <a:cxnSpLocks/>
          </p:cNvCxnSpPr>
          <p:nvPr/>
        </p:nvCxnSpPr>
        <p:spPr>
          <a:xfrm flipV="1">
            <a:off x="5015175" y="4943837"/>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3" name="Straight Connector 32">
            <a:extLst>
              <a:ext uri="{FF2B5EF4-FFF2-40B4-BE49-F238E27FC236}">
                <a16:creationId xmlns:a16="http://schemas.microsoft.com/office/drawing/2014/main" id="{87583CCA-7DD4-4943-9D1E-67CD689B3829}"/>
              </a:ext>
            </a:extLst>
          </p:cNvPr>
          <p:cNvCxnSpPr>
            <a:cxnSpLocks/>
          </p:cNvCxnSpPr>
          <p:nvPr/>
        </p:nvCxnSpPr>
        <p:spPr>
          <a:xfrm flipV="1">
            <a:off x="5197413" y="5276682"/>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7EA0795D-8D91-141B-F46D-051CAB31F791}"/>
              </a:ext>
            </a:extLst>
          </p:cNvPr>
          <p:cNvCxnSpPr>
            <a:cxnSpLocks/>
          </p:cNvCxnSpPr>
          <p:nvPr/>
        </p:nvCxnSpPr>
        <p:spPr>
          <a:xfrm flipV="1">
            <a:off x="5272384" y="5526845"/>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FF890469-4291-66C5-DBF4-84DE2E611AC6}"/>
              </a:ext>
            </a:extLst>
          </p:cNvPr>
          <p:cNvCxnSpPr>
            <a:cxnSpLocks/>
          </p:cNvCxnSpPr>
          <p:nvPr/>
        </p:nvCxnSpPr>
        <p:spPr>
          <a:xfrm flipV="1">
            <a:off x="5197413" y="5677491"/>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AF5D87BD-4249-4F3A-F503-048875564225}"/>
              </a:ext>
            </a:extLst>
          </p:cNvPr>
          <p:cNvCxnSpPr>
            <a:cxnSpLocks/>
          </p:cNvCxnSpPr>
          <p:nvPr/>
        </p:nvCxnSpPr>
        <p:spPr>
          <a:xfrm flipV="1">
            <a:off x="5231300" y="6013307"/>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7" name="Straight Connector 26">
            <a:extLst>
              <a:ext uri="{FF2B5EF4-FFF2-40B4-BE49-F238E27FC236}">
                <a16:creationId xmlns:a16="http://schemas.microsoft.com/office/drawing/2014/main" id="{84504395-BACB-E706-6D5A-A4DBB6D200E6}"/>
              </a:ext>
            </a:extLst>
          </p:cNvPr>
          <p:cNvCxnSpPr>
            <a:cxnSpLocks/>
          </p:cNvCxnSpPr>
          <p:nvPr/>
        </p:nvCxnSpPr>
        <p:spPr>
          <a:xfrm flipV="1">
            <a:off x="6554775" y="4948303"/>
            <a:ext cx="522949" cy="33010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E805A53D-08E9-A8E3-B0AB-7678454894AD}"/>
              </a:ext>
            </a:extLst>
          </p:cNvPr>
          <p:cNvCxnSpPr>
            <a:cxnSpLocks/>
          </p:cNvCxnSpPr>
          <p:nvPr/>
        </p:nvCxnSpPr>
        <p:spPr>
          <a:xfrm flipV="1">
            <a:off x="6737013" y="5237625"/>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554D17E6-37E0-5EBF-5AC2-7012EA431121}"/>
              </a:ext>
            </a:extLst>
          </p:cNvPr>
          <p:cNvCxnSpPr>
            <a:cxnSpLocks/>
          </p:cNvCxnSpPr>
          <p:nvPr/>
        </p:nvCxnSpPr>
        <p:spPr>
          <a:xfrm flipV="1">
            <a:off x="6811984" y="5496232"/>
            <a:ext cx="419955" cy="30909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0" name="Straight Connector 29">
            <a:extLst>
              <a:ext uri="{FF2B5EF4-FFF2-40B4-BE49-F238E27FC236}">
                <a16:creationId xmlns:a16="http://schemas.microsoft.com/office/drawing/2014/main" id="{1523E28C-B571-66C1-2DAD-0C2464075598}"/>
              </a:ext>
            </a:extLst>
          </p:cNvPr>
          <p:cNvCxnSpPr>
            <a:cxnSpLocks/>
          </p:cNvCxnSpPr>
          <p:nvPr/>
        </p:nvCxnSpPr>
        <p:spPr>
          <a:xfrm flipV="1">
            <a:off x="6737013" y="5791200"/>
            <a:ext cx="437028" cy="20462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1" name="Straight Connector 30">
            <a:extLst>
              <a:ext uri="{FF2B5EF4-FFF2-40B4-BE49-F238E27FC236}">
                <a16:creationId xmlns:a16="http://schemas.microsoft.com/office/drawing/2014/main" id="{80365A6B-09DD-05B4-72CB-EBEA0DBAFDFE}"/>
              </a:ext>
            </a:extLst>
          </p:cNvPr>
          <p:cNvCxnSpPr>
            <a:cxnSpLocks/>
          </p:cNvCxnSpPr>
          <p:nvPr/>
        </p:nvCxnSpPr>
        <p:spPr>
          <a:xfrm flipV="1">
            <a:off x="6770900" y="5974250"/>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7" name="Straight Connector 36">
            <a:extLst>
              <a:ext uri="{FF2B5EF4-FFF2-40B4-BE49-F238E27FC236}">
                <a16:creationId xmlns:a16="http://schemas.microsoft.com/office/drawing/2014/main" id="{84075809-4E23-ECF5-2F37-DD4F27C6EBA2}"/>
              </a:ext>
            </a:extLst>
          </p:cNvPr>
          <p:cNvCxnSpPr>
            <a:cxnSpLocks/>
          </p:cNvCxnSpPr>
          <p:nvPr/>
        </p:nvCxnSpPr>
        <p:spPr>
          <a:xfrm flipV="1">
            <a:off x="7660307" y="4953000"/>
            <a:ext cx="522949" cy="33010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8" name="Straight Connector 37">
            <a:extLst>
              <a:ext uri="{FF2B5EF4-FFF2-40B4-BE49-F238E27FC236}">
                <a16:creationId xmlns:a16="http://schemas.microsoft.com/office/drawing/2014/main" id="{C44F6324-E883-0FA0-F019-F831A3CA849C}"/>
              </a:ext>
            </a:extLst>
          </p:cNvPr>
          <p:cNvCxnSpPr>
            <a:cxnSpLocks/>
          </p:cNvCxnSpPr>
          <p:nvPr/>
        </p:nvCxnSpPr>
        <p:spPr>
          <a:xfrm flipV="1">
            <a:off x="7842545" y="5242322"/>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9" name="Straight Connector 38">
            <a:extLst>
              <a:ext uri="{FF2B5EF4-FFF2-40B4-BE49-F238E27FC236}">
                <a16:creationId xmlns:a16="http://schemas.microsoft.com/office/drawing/2014/main" id="{7B653BC4-E8BF-0D09-DEE3-2C81ACBEF6C6}"/>
              </a:ext>
            </a:extLst>
          </p:cNvPr>
          <p:cNvCxnSpPr>
            <a:cxnSpLocks/>
          </p:cNvCxnSpPr>
          <p:nvPr/>
        </p:nvCxnSpPr>
        <p:spPr>
          <a:xfrm flipV="1">
            <a:off x="7917516" y="5500929"/>
            <a:ext cx="419955" cy="30909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40" name="Straight Connector 39">
            <a:extLst>
              <a:ext uri="{FF2B5EF4-FFF2-40B4-BE49-F238E27FC236}">
                <a16:creationId xmlns:a16="http://schemas.microsoft.com/office/drawing/2014/main" id="{AD229B86-9612-6433-7B93-40684D8C0D07}"/>
              </a:ext>
            </a:extLst>
          </p:cNvPr>
          <p:cNvCxnSpPr>
            <a:cxnSpLocks/>
          </p:cNvCxnSpPr>
          <p:nvPr/>
        </p:nvCxnSpPr>
        <p:spPr>
          <a:xfrm flipV="1">
            <a:off x="7842545" y="5795897"/>
            <a:ext cx="437028" cy="20462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41" name="Straight Connector 40">
            <a:extLst>
              <a:ext uri="{FF2B5EF4-FFF2-40B4-BE49-F238E27FC236}">
                <a16:creationId xmlns:a16="http://schemas.microsoft.com/office/drawing/2014/main" id="{081F0DB8-C99B-BB64-B155-EEA4CE170043}"/>
              </a:ext>
            </a:extLst>
          </p:cNvPr>
          <p:cNvCxnSpPr>
            <a:cxnSpLocks/>
          </p:cNvCxnSpPr>
          <p:nvPr/>
        </p:nvCxnSpPr>
        <p:spPr>
          <a:xfrm flipV="1">
            <a:off x="7876432" y="5978947"/>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3554881"/>
      </p:ext>
    </p:extLst>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74D5E8-E4E6-F23C-A954-2F7E1178B4FE}"/>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AE0BDE85-91DF-0BA1-223C-540F47681637}"/>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905965C6-5642-D44F-5CFF-EF985B9829AA}"/>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6B8094A0-B5FC-E818-3E1D-BF53946E7E3B}"/>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630E64E8-F559-9C26-BBE4-6A106E2C4A0B}"/>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B17E7104-CA1E-44BC-742A-68BD20404ED9}"/>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868536CD-BEC1-105D-57AB-ADC21799979E}"/>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D31ABC5B-070C-587C-C280-DD97B75B0CFA}"/>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36B6E91D-DD76-5B41-E602-E79BDCB5191C}"/>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18FD57F9-33CB-CC5C-7823-C74F8A6C2EB3}"/>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FB685AED-06A5-A8CD-82CC-9E2BCDA3D3CD}"/>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267F841D-857D-5CED-E1B0-19A1DE5AA112}"/>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1C855E8B-E068-88E7-EB96-5117578A9EFA}"/>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6166E0AD-8C9B-FD9C-0E60-B3878AB4C4BB}"/>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20054959-7C86-1666-FF33-EF52ADAEB0BB}"/>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22F032ED-34DB-71D4-2A04-DFB21DF07BD9}"/>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581AE215-D867-CE22-80A9-C47FC1135FED}"/>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B638C025-C4F6-2BC0-45CF-41F2AC8D288F}"/>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5E0161DA-15C1-047A-FE92-606556C143B7}"/>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1FCDCCBD-11F8-99A5-A369-CFD3AF2B1358}"/>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CAB80DD1-F5FE-08D0-61B6-6A711D10E7B2}"/>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C334DFC0-7E00-D6A7-3571-F2A72A3F9705}"/>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C1162B57-DCEC-0796-3F1F-8C136799D86A}"/>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B1070061-F9B3-2751-5A59-81DABFD14A93}"/>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4EC775B3-32F8-D498-DC02-519819C4318A}"/>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DAAEB945-40EF-D71F-67C1-F34B15647C23}"/>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A7C078F6-7419-46D0-F064-C23C48CB8A83}"/>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A07D1C98-8608-EA4B-CB01-6D266C8E861B}"/>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774FB738-7CEB-A2F5-C810-3BFAEF2FC387}"/>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C00DA258-CB12-DBB4-ABAD-56D4A44F21BB}"/>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01C85E37-7C1E-D4B4-55FC-A427922C0FF4}"/>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1B65C4EE-0048-EFF4-A6B9-5450D8478628}"/>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41AD2FB6-44F4-9A73-3889-54740A1F65E0}"/>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FD41A0AF-04E4-2D53-F9F3-32B1F0DD9423}"/>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79D31637-AAFD-BE3B-9A06-B36322115570}"/>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1979FFB9-33AF-3E13-B16E-F063DDD0FE7B}"/>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256AE908-D948-3D4C-E2A1-3DC81636B4ED}"/>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BBF144FD-0E37-DC62-3BC3-4E9527089BD6}"/>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64761F9D-47A0-D714-6348-8F6BC72ADE1C}"/>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107EBDB5-4CAE-417F-4885-DB28CFC56E6C}"/>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110B802A-978C-94BC-D61F-34A113B87F99}"/>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1AD6B612-5234-2828-4FD7-AD03C22DD974}"/>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AFB40819-9239-0030-789F-470CF4498642}"/>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039A794A-7B65-1FCC-6F38-DB5D2213B9A9}"/>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EF5766B8-B7ED-BF98-1F35-5E31EDFF7AA5}"/>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19BF68D5-2DF9-188D-9453-E46B4E36DE32}"/>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7A061AE4-A125-18AB-45DA-76A4D0C9A09F}"/>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A1480DAE-E3B3-5CD7-B346-D4A18E42E3E6}"/>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8B77EB1F-14F9-D912-B0B7-5D06BEB0E2EE}"/>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A12ECA4A-314F-66E5-ECF6-E178CB80A513}"/>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32F8795B-BA81-44AB-1BFB-382F5D089520}"/>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5A6EC34E-5B23-3D98-EB12-61B26F0420EC}"/>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861C2132-02A2-AA64-2BA6-ECD5A7E30BBE}"/>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EC9AAD9C-1103-AB47-53E3-840134B11279}"/>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8ED32D80-18CC-2C5F-38F7-F8BD22162C62}"/>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E9D6569F-0C55-0CF7-D230-86E9767B80A6}"/>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5234AF38-65D5-FBB3-7338-D9A9C8C27A4A}"/>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1C62218F-EBF9-69B9-0A2E-7C07DCC2E9A4}"/>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7B527C07-24A7-FAE1-A511-08DDC86214DF}"/>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C51ECA61-9BF3-22D0-B20C-337E3D51E46A}"/>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98977D7B-4BE2-5897-6DE4-034DB2B5C642}"/>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60EB57F7-26C9-40C8-5A7F-DFEF5006E6C6}"/>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F97BD2A7-7127-A6CB-20B8-9C4AB9F3FF87}"/>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A020B789-DBAE-8F4D-81F8-1804E42285E0}"/>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8BACD63E-6B5F-9818-E846-2487E61DA28A}"/>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ADC08B12-4457-C236-9CE3-BF0976E4786A}"/>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85BC5093-7B52-CE22-E206-09C8860C396C}"/>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CB50F158-2C1F-26C7-67AC-2030E6530116}"/>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902B3C9B-B4B8-4D79-121F-521B1D9E41E0}"/>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995BDF20-A042-C1B9-F70C-D89532C24A6A}"/>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AE75C819-8D6B-76B8-250F-E66E049A8F58}"/>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1A6EEABB-90B4-3E63-F573-D695A319DE43}"/>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7F78F8CA-57D2-FD26-CF65-74D43559A977}"/>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60FA4DF3-1812-8024-7447-C423F773B4E2}"/>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BCB8E66C-9CFA-E461-A06E-11084BDE8BD5}"/>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473EFCE6-0856-C7D9-7F86-AEF911F669A8}"/>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387671E1-D465-D4DF-C512-B7218D3A66B8}"/>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E898FF5C-D7ED-2061-47A6-5525A171CD4F}"/>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67A95FE3-C0DE-CFDE-FF08-D0417B24A665}"/>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1E519566-CC32-2533-0495-E43A50580F3B}"/>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70EBCB34-8E6D-7D91-2A04-BCFE460D1E85}"/>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8D79A2D0-C847-2705-36B6-4CD211CD2681}"/>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664D3D39-4258-6341-ACEF-C940B28D5A98}"/>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0EA5287F-5D90-F650-17A0-D0DDB9057D8E}"/>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B31C4F34-8B46-928F-C6DF-4F36D0C70283}"/>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251CBB6C-A4CB-A694-6348-08043086B72E}"/>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0E777A8C-0109-F972-2025-00A12E0F8B31}"/>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5F40D05A-0940-D000-47E7-D69DB44551B4}"/>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04A74918-C259-636C-AF30-516E1E571207}"/>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14</a:t>
            </a:r>
          </a:p>
        </p:txBody>
      </p:sp>
      <p:sp>
        <p:nvSpPr>
          <p:cNvPr id="6" name="TextBox 5">
            <a:extLst>
              <a:ext uri="{FF2B5EF4-FFF2-40B4-BE49-F238E27FC236}">
                <a16:creationId xmlns:a16="http://schemas.microsoft.com/office/drawing/2014/main" id="{60C83913-CFCD-03F0-BEF2-80317F982B17}"/>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738FF94D-B160-5830-652C-4E0EADB4BFFB}"/>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5</a:t>
            </a:r>
          </a:p>
        </p:txBody>
      </p:sp>
      <p:sp>
        <p:nvSpPr>
          <p:cNvPr id="8" name="TextBox 7">
            <a:extLst>
              <a:ext uri="{FF2B5EF4-FFF2-40B4-BE49-F238E27FC236}">
                <a16:creationId xmlns:a16="http://schemas.microsoft.com/office/drawing/2014/main" id="{CFC742B6-80FB-02AC-EC41-C95A43F1C5BC}"/>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p>
        </p:txBody>
      </p:sp>
      <p:sp>
        <p:nvSpPr>
          <p:cNvPr id="9" name="TextBox 8">
            <a:extLst>
              <a:ext uri="{FF2B5EF4-FFF2-40B4-BE49-F238E27FC236}">
                <a16:creationId xmlns:a16="http://schemas.microsoft.com/office/drawing/2014/main" id="{535306AC-983D-7625-4968-F3107730EB98}"/>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10886BB3-07A0-2665-29AF-037547855BEC}"/>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15ACB2E4-2C88-E894-E194-EA6027C6C2D0}"/>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14</a:t>
            </a:r>
            <a:endParaRPr lang="en-GB" sz="2400" dirty="0">
              <a:solidFill>
                <a:srgbClr val="FF0000"/>
              </a:solidFill>
            </a:endParaRPr>
          </a:p>
        </p:txBody>
      </p:sp>
      <p:sp>
        <p:nvSpPr>
          <p:cNvPr id="12" name="TextBox 11">
            <a:extLst>
              <a:ext uri="{FF2B5EF4-FFF2-40B4-BE49-F238E27FC236}">
                <a16:creationId xmlns:a16="http://schemas.microsoft.com/office/drawing/2014/main" id="{58131EA1-34E3-D01E-ABF7-9CB915A8237B}"/>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solidFill>
                <a:srgbClr val="FF0000"/>
              </a:solidFill>
            </a:endParaRPr>
          </a:p>
        </p:txBody>
      </p:sp>
      <p:sp>
        <p:nvSpPr>
          <p:cNvPr id="13" name="TextBox 12">
            <a:extLst>
              <a:ext uri="{FF2B5EF4-FFF2-40B4-BE49-F238E27FC236}">
                <a16:creationId xmlns:a16="http://schemas.microsoft.com/office/drawing/2014/main" id="{B608982F-6AF7-EEC2-44D7-04959D96A1E1}"/>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75528D2F-F468-DBE0-FEC5-F873F1D5AA39}"/>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15" name="TextBox 14">
            <a:extLst>
              <a:ext uri="{FF2B5EF4-FFF2-40B4-BE49-F238E27FC236}">
                <a16:creationId xmlns:a16="http://schemas.microsoft.com/office/drawing/2014/main" id="{B029DCD9-BF9C-BF1E-FFFD-8CEDA2A93EF7}"/>
              </a:ext>
            </a:extLst>
          </p:cNvPr>
          <p:cNvSpPr txBox="1"/>
          <p:nvPr/>
        </p:nvSpPr>
        <p:spPr>
          <a:xfrm>
            <a:off x="3157042" y="1719868"/>
            <a:ext cx="121331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10</a:t>
            </a:r>
          </a:p>
        </p:txBody>
      </p:sp>
      <p:sp>
        <p:nvSpPr>
          <p:cNvPr id="16" name="TextBox 15">
            <a:extLst>
              <a:ext uri="{FF2B5EF4-FFF2-40B4-BE49-F238E27FC236}">
                <a16:creationId xmlns:a16="http://schemas.microsoft.com/office/drawing/2014/main" id="{50ABF864-F389-264C-C5D8-A063DE686288}"/>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5</a:t>
            </a:r>
          </a:p>
        </p:txBody>
      </p:sp>
      <p:cxnSp>
        <p:nvCxnSpPr>
          <p:cNvPr id="17" name="Straight Connector 16">
            <a:extLst>
              <a:ext uri="{FF2B5EF4-FFF2-40B4-BE49-F238E27FC236}">
                <a16:creationId xmlns:a16="http://schemas.microsoft.com/office/drawing/2014/main" id="{33585DE8-641D-B5C1-5413-88F61BA03B5D}"/>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557845F1-F9C7-6F0F-C5A5-CC5B8EA863AE}"/>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CF3B3A6B-6D47-EDF8-1B43-3F0C377DF191}"/>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08C8D51F-F226-E10E-382B-2C3FC2C29565}"/>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79061F31-8931-21B6-1FF8-C6456D302C14}"/>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2" name="Straight Connector 21">
            <a:extLst>
              <a:ext uri="{FF2B5EF4-FFF2-40B4-BE49-F238E27FC236}">
                <a16:creationId xmlns:a16="http://schemas.microsoft.com/office/drawing/2014/main" id="{743FEE6D-BBEA-B948-4424-48BA9928EA4D}"/>
              </a:ext>
            </a:extLst>
          </p:cNvPr>
          <p:cNvCxnSpPr>
            <a:cxnSpLocks/>
          </p:cNvCxnSpPr>
          <p:nvPr/>
        </p:nvCxnSpPr>
        <p:spPr>
          <a:xfrm flipV="1">
            <a:off x="4761608" y="3677823"/>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D5BA9399-99F5-E3DF-9BFB-D03DC9BD877D}"/>
              </a:ext>
            </a:extLst>
          </p:cNvPr>
          <p:cNvCxnSpPr>
            <a:cxnSpLocks/>
          </p:cNvCxnSpPr>
          <p:nvPr/>
        </p:nvCxnSpPr>
        <p:spPr>
          <a:xfrm flipV="1">
            <a:off x="4943846" y="4010668"/>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89C5D8ED-B329-3173-CA4E-B597BFCE301F}"/>
              </a:ext>
            </a:extLst>
          </p:cNvPr>
          <p:cNvCxnSpPr>
            <a:cxnSpLocks/>
          </p:cNvCxnSpPr>
          <p:nvPr/>
        </p:nvCxnSpPr>
        <p:spPr>
          <a:xfrm flipV="1">
            <a:off x="5018817" y="4260831"/>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D4243FAD-3C5F-1312-7CFD-EA01070D1BD9}"/>
              </a:ext>
            </a:extLst>
          </p:cNvPr>
          <p:cNvCxnSpPr>
            <a:cxnSpLocks/>
          </p:cNvCxnSpPr>
          <p:nvPr/>
        </p:nvCxnSpPr>
        <p:spPr>
          <a:xfrm flipV="1">
            <a:off x="4943846" y="4411477"/>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 name="Straight Connector 25">
            <a:extLst>
              <a:ext uri="{FF2B5EF4-FFF2-40B4-BE49-F238E27FC236}">
                <a16:creationId xmlns:a16="http://schemas.microsoft.com/office/drawing/2014/main" id="{E47C4015-EB87-6AA7-073F-E0CDD6DA1137}"/>
              </a:ext>
            </a:extLst>
          </p:cNvPr>
          <p:cNvCxnSpPr>
            <a:cxnSpLocks/>
          </p:cNvCxnSpPr>
          <p:nvPr/>
        </p:nvCxnSpPr>
        <p:spPr>
          <a:xfrm flipV="1">
            <a:off x="4977733" y="4383113"/>
            <a:ext cx="850675" cy="6252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2" name="Straight Connector 31">
            <a:extLst>
              <a:ext uri="{FF2B5EF4-FFF2-40B4-BE49-F238E27FC236}">
                <a16:creationId xmlns:a16="http://schemas.microsoft.com/office/drawing/2014/main" id="{E60B90A9-C7F6-F358-F433-542D66CF7051}"/>
              </a:ext>
            </a:extLst>
          </p:cNvPr>
          <p:cNvCxnSpPr>
            <a:cxnSpLocks/>
          </p:cNvCxnSpPr>
          <p:nvPr/>
        </p:nvCxnSpPr>
        <p:spPr>
          <a:xfrm flipV="1">
            <a:off x="5015175" y="4943837"/>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3" name="Straight Connector 32">
            <a:extLst>
              <a:ext uri="{FF2B5EF4-FFF2-40B4-BE49-F238E27FC236}">
                <a16:creationId xmlns:a16="http://schemas.microsoft.com/office/drawing/2014/main" id="{A07C426E-87C5-511C-61CF-00D29FA16619}"/>
              </a:ext>
            </a:extLst>
          </p:cNvPr>
          <p:cNvCxnSpPr>
            <a:cxnSpLocks/>
          </p:cNvCxnSpPr>
          <p:nvPr/>
        </p:nvCxnSpPr>
        <p:spPr>
          <a:xfrm flipV="1">
            <a:off x="5197413" y="5276682"/>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8B6E2A96-7CF4-4EAD-0A89-9300C75B61FA}"/>
              </a:ext>
            </a:extLst>
          </p:cNvPr>
          <p:cNvCxnSpPr>
            <a:cxnSpLocks/>
          </p:cNvCxnSpPr>
          <p:nvPr/>
        </p:nvCxnSpPr>
        <p:spPr>
          <a:xfrm flipV="1">
            <a:off x="5272384" y="5526845"/>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AE981E90-868E-C7F1-E664-BD9630D1D0C6}"/>
              </a:ext>
            </a:extLst>
          </p:cNvPr>
          <p:cNvCxnSpPr>
            <a:cxnSpLocks/>
          </p:cNvCxnSpPr>
          <p:nvPr/>
        </p:nvCxnSpPr>
        <p:spPr>
          <a:xfrm flipV="1">
            <a:off x="5197413" y="5677491"/>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37B5BC43-E46B-BDE2-86CF-546B430CD402}"/>
              </a:ext>
            </a:extLst>
          </p:cNvPr>
          <p:cNvCxnSpPr>
            <a:cxnSpLocks/>
          </p:cNvCxnSpPr>
          <p:nvPr/>
        </p:nvCxnSpPr>
        <p:spPr>
          <a:xfrm flipV="1">
            <a:off x="5231300" y="6013307"/>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7" name="Straight Connector 26">
            <a:extLst>
              <a:ext uri="{FF2B5EF4-FFF2-40B4-BE49-F238E27FC236}">
                <a16:creationId xmlns:a16="http://schemas.microsoft.com/office/drawing/2014/main" id="{04AF3759-3AA6-051C-61FA-ED3B5DC29B9C}"/>
              </a:ext>
            </a:extLst>
          </p:cNvPr>
          <p:cNvCxnSpPr>
            <a:cxnSpLocks/>
          </p:cNvCxnSpPr>
          <p:nvPr/>
        </p:nvCxnSpPr>
        <p:spPr>
          <a:xfrm flipV="1">
            <a:off x="6554775" y="4948303"/>
            <a:ext cx="522949" cy="33010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CB88ACCD-A49D-C792-A585-3C371D8A7EAE}"/>
              </a:ext>
            </a:extLst>
          </p:cNvPr>
          <p:cNvCxnSpPr>
            <a:cxnSpLocks/>
          </p:cNvCxnSpPr>
          <p:nvPr/>
        </p:nvCxnSpPr>
        <p:spPr>
          <a:xfrm flipV="1">
            <a:off x="6737013" y="5237625"/>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90AB65A3-BD8E-7C3F-7DE9-7150CC4F6B6B}"/>
              </a:ext>
            </a:extLst>
          </p:cNvPr>
          <p:cNvCxnSpPr>
            <a:cxnSpLocks/>
          </p:cNvCxnSpPr>
          <p:nvPr/>
        </p:nvCxnSpPr>
        <p:spPr>
          <a:xfrm flipV="1">
            <a:off x="6811984" y="5496232"/>
            <a:ext cx="419955" cy="30909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0" name="Straight Connector 29">
            <a:extLst>
              <a:ext uri="{FF2B5EF4-FFF2-40B4-BE49-F238E27FC236}">
                <a16:creationId xmlns:a16="http://schemas.microsoft.com/office/drawing/2014/main" id="{6C1A73C8-A272-DE1F-0197-8D9DC71F1FC0}"/>
              </a:ext>
            </a:extLst>
          </p:cNvPr>
          <p:cNvCxnSpPr>
            <a:cxnSpLocks/>
          </p:cNvCxnSpPr>
          <p:nvPr/>
        </p:nvCxnSpPr>
        <p:spPr>
          <a:xfrm flipV="1">
            <a:off x="6737013" y="5791200"/>
            <a:ext cx="437028" cy="20462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1" name="Straight Connector 30">
            <a:extLst>
              <a:ext uri="{FF2B5EF4-FFF2-40B4-BE49-F238E27FC236}">
                <a16:creationId xmlns:a16="http://schemas.microsoft.com/office/drawing/2014/main" id="{3FC2E13E-D712-2552-38A2-029CC1B8CF54}"/>
              </a:ext>
            </a:extLst>
          </p:cNvPr>
          <p:cNvCxnSpPr>
            <a:cxnSpLocks/>
          </p:cNvCxnSpPr>
          <p:nvPr/>
        </p:nvCxnSpPr>
        <p:spPr>
          <a:xfrm flipV="1">
            <a:off x="6770900" y="5974250"/>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7" name="Straight Connector 36">
            <a:extLst>
              <a:ext uri="{FF2B5EF4-FFF2-40B4-BE49-F238E27FC236}">
                <a16:creationId xmlns:a16="http://schemas.microsoft.com/office/drawing/2014/main" id="{C15DB502-BBF2-96A2-ED16-5FA9804FBDE8}"/>
              </a:ext>
            </a:extLst>
          </p:cNvPr>
          <p:cNvCxnSpPr>
            <a:cxnSpLocks/>
          </p:cNvCxnSpPr>
          <p:nvPr/>
        </p:nvCxnSpPr>
        <p:spPr>
          <a:xfrm flipV="1">
            <a:off x="7660307" y="4953000"/>
            <a:ext cx="522949" cy="33010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8" name="Straight Connector 37">
            <a:extLst>
              <a:ext uri="{FF2B5EF4-FFF2-40B4-BE49-F238E27FC236}">
                <a16:creationId xmlns:a16="http://schemas.microsoft.com/office/drawing/2014/main" id="{8E4F9DA6-6EF5-45F3-7588-3755AF7FA001}"/>
              </a:ext>
            </a:extLst>
          </p:cNvPr>
          <p:cNvCxnSpPr>
            <a:cxnSpLocks/>
          </p:cNvCxnSpPr>
          <p:nvPr/>
        </p:nvCxnSpPr>
        <p:spPr>
          <a:xfrm flipV="1">
            <a:off x="7842545" y="5242322"/>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9" name="Straight Connector 38">
            <a:extLst>
              <a:ext uri="{FF2B5EF4-FFF2-40B4-BE49-F238E27FC236}">
                <a16:creationId xmlns:a16="http://schemas.microsoft.com/office/drawing/2014/main" id="{DD208AFC-73EA-0220-E12F-D3B930CE4B54}"/>
              </a:ext>
            </a:extLst>
          </p:cNvPr>
          <p:cNvCxnSpPr>
            <a:cxnSpLocks/>
          </p:cNvCxnSpPr>
          <p:nvPr/>
        </p:nvCxnSpPr>
        <p:spPr>
          <a:xfrm flipV="1">
            <a:off x="7917516" y="5500929"/>
            <a:ext cx="419955" cy="30909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40" name="Straight Connector 39">
            <a:extLst>
              <a:ext uri="{FF2B5EF4-FFF2-40B4-BE49-F238E27FC236}">
                <a16:creationId xmlns:a16="http://schemas.microsoft.com/office/drawing/2014/main" id="{3AF74329-9891-5CA6-51EA-68CA73A64335}"/>
              </a:ext>
            </a:extLst>
          </p:cNvPr>
          <p:cNvCxnSpPr>
            <a:cxnSpLocks/>
          </p:cNvCxnSpPr>
          <p:nvPr/>
        </p:nvCxnSpPr>
        <p:spPr>
          <a:xfrm flipV="1">
            <a:off x="7842545" y="5795897"/>
            <a:ext cx="437028" cy="20462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41" name="Straight Connector 40">
            <a:extLst>
              <a:ext uri="{FF2B5EF4-FFF2-40B4-BE49-F238E27FC236}">
                <a16:creationId xmlns:a16="http://schemas.microsoft.com/office/drawing/2014/main" id="{82F9AAEC-3F90-0C05-424A-1FE9A6451ED9}"/>
              </a:ext>
            </a:extLst>
          </p:cNvPr>
          <p:cNvCxnSpPr>
            <a:cxnSpLocks/>
          </p:cNvCxnSpPr>
          <p:nvPr/>
        </p:nvCxnSpPr>
        <p:spPr>
          <a:xfrm flipV="1">
            <a:off x="7876432" y="5978947"/>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7891292"/>
      </p:ext>
    </p:extLst>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F5769C-C766-4D1F-DB2D-02F105C18A62}"/>
            </a:ext>
          </a:extLst>
        </p:cNvPr>
        <p:cNvGrpSpPr/>
        <p:nvPr/>
      </p:nvGrpSpPr>
      <p:grpSpPr>
        <a:xfrm>
          <a:off x="0" y="0"/>
          <a:ext cx="0" cy="0"/>
          <a:chOff x="0" y="0"/>
          <a:chExt cx="0" cy="0"/>
        </a:xfrm>
      </p:grpSpPr>
      <p:grpSp>
        <p:nvGrpSpPr>
          <p:cNvPr id="56323" name="Group 111">
            <a:extLst>
              <a:ext uri="{FF2B5EF4-FFF2-40B4-BE49-F238E27FC236}">
                <a16:creationId xmlns:a16="http://schemas.microsoft.com/office/drawing/2014/main" id="{FF039C88-30B0-2C7D-F680-71474417EACC}"/>
              </a:ext>
            </a:extLst>
          </p:cNvPr>
          <p:cNvGrpSpPr>
            <a:grpSpLocks/>
          </p:cNvGrpSpPr>
          <p:nvPr/>
        </p:nvGrpSpPr>
        <p:grpSpPr bwMode="auto">
          <a:xfrm>
            <a:off x="1617236" y="1371600"/>
            <a:ext cx="8915400" cy="4800600"/>
            <a:chOff x="96" y="864"/>
            <a:chExt cx="5616" cy="3024"/>
          </a:xfrm>
        </p:grpSpPr>
        <p:sp>
          <p:nvSpPr>
            <p:cNvPr id="56330" name="Rectangle 23">
              <a:extLst>
                <a:ext uri="{FF2B5EF4-FFF2-40B4-BE49-F238E27FC236}">
                  <a16:creationId xmlns:a16="http://schemas.microsoft.com/office/drawing/2014/main" id="{58FF42CA-7316-15AD-1975-C0AB9A3BD588}"/>
                </a:ext>
              </a:extLst>
            </p:cNvPr>
            <p:cNvSpPr>
              <a:spLocks noChangeArrowheads="1"/>
            </p:cNvSpPr>
            <p:nvPr/>
          </p:nvSpPr>
          <p:spPr bwMode="auto">
            <a:xfrm>
              <a:off x="110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12</a:t>
              </a:r>
            </a:p>
          </p:txBody>
        </p:sp>
        <p:sp>
          <p:nvSpPr>
            <p:cNvPr id="56331" name="Rectangle 32">
              <a:extLst>
                <a:ext uri="{FF2B5EF4-FFF2-40B4-BE49-F238E27FC236}">
                  <a16:creationId xmlns:a16="http://schemas.microsoft.com/office/drawing/2014/main" id="{B525C159-C2D7-151C-857B-509F4BA0AE10}"/>
                </a:ext>
              </a:extLst>
            </p:cNvPr>
            <p:cNvSpPr>
              <a:spLocks noChangeArrowheads="1"/>
            </p:cNvSpPr>
            <p:nvPr/>
          </p:nvSpPr>
          <p:spPr bwMode="auto">
            <a:xfrm>
              <a:off x="254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32" name="Line 49">
              <a:extLst>
                <a:ext uri="{FF2B5EF4-FFF2-40B4-BE49-F238E27FC236}">
                  <a16:creationId xmlns:a16="http://schemas.microsoft.com/office/drawing/2014/main" id="{C7992ECD-9D4B-2538-481E-3611CE444683}"/>
                </a:ext>
              </a:extLst>
            </p:cNvPr>
            <p:cNvSpPr>
              <a:spLocks noChangeShapeType="1"/>
            </p:cNvSpPr>
            <p:nvPr/>
          </p:nvSpPr>
          <p:spPr bwMode="auto">
            <a:xfrm>
              <a:off x="513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33" name="Group 110">
              <a:extLst>
                <a:ext uri="{FF2B5EF4-FFF2-40B4-BE49-F238E27FC236}">
                  <a16:creationId xmlns:a16="http://schemas.microsoft.com/office/drawing/2014/main" id="{0546B6B0-5C21-66BF-5F64-C9F2A96DABFF}"/>
                </a:ext>
              </a:extLst>
            </p:cNvPr>
            <p:cNvGrpSpPr>
              <a:grpSpLocks/>
            </p:cNvGrpSpPr>
            <p:nvPr/>
          </p:nvGrpSpPr>
          <p:grpSpPr bwMode="auto">
            <a:xfrm>
              <a:off x="96" y="864"/>
              <a:ext cx="5616" cy="3024"/>
              <a:chOff x="96" y="864"/>
              <a:chExt cx="5616" cy="3024"/>
            </a:xfrm>
          </p:grpSpPr>
          <p:sp>
            <p:nvSpPr>
              <p:cNvPr id="56334" name="Rectangle 24">
                <a:extLst>
                  <a:ext uri="{FF2B5EF4-FFF2-40B4-BE49-F238E27FC236}">
                    <a16:creationId xmlns:a16="http://schemas.microsoft.com/office/drawing/2014/main" id="{E66F8C54-5F0A-24B2-9E7C-B0C6A15BECCE}"/>
                  </a:ext>
                </a:extLst>
              </p:cNvPr>
              <p:cNvSpPr>
                <a:spLocks noChangeArrowheads="1"/>
              </p:cNvSpPr>
              <p:nvPr/>
            </p:nvSpPr>
            <p:spPr bwMode="auto">
              <a:xfrm>
                <a:off x="542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a:t>
                </a:r>
              </a:p>
            </p:txBody>
          </p:sp>
          <p:grpSp>
            <p:nvGrpSpPr>
              <p:cNvPr id="56335" name="Group 109">
                <a:extLst>
                  <a:ext uri="{FF2B5EF4-FFF2-40B4-BE49-F238E27FC236}">
                    <a16:creationId xmlns:a16="http://schemas.microsoft.com/office/drawing/2014/main" id="{B85D4A1B-8CA8-5900-A1EA-ABBCB10ED8CE}"/>
                  </a:ext>
                </a:extLst>
              </p:cNvPr>
              <p:cNvGrpSpPr>
                <a:grpSpLocks/>
              </p:cNvGrpSpPr>
              <p:nvPr/>
            </p:nvGrpSpPr>
            <p:grpSpPr bwMode="auto">
              <a:xfrm>
                <a:off x="96" y="864"/>
                <a:ext cx="5472" cy="3024"/>
                <a:chOff x="96" y="864"/>
                <a:chExt cx="5472" cy="3024"/>
              </a:xfrm>
            </p:grpSpPr>
            <p:sp>
              <p:nvSpPr>
                <p:cNvPr id="56336" name="Oval 12">
                  <a:extLst>
                    <a:ext uri="{FF2B5EF4-FFF2-40B4-BE49-F238E27FC236}">
                      <a16:creationId xmlns:a16="http://schemas.microsoft.com/office/drawing/2014/main" id="{C73E7DEB-0361-499B-4CFD-686F8E6D9BA3}"/>
                    </a:ext>
                  </a:extLst>
                </p:cNvPr>
                <p:cNvSpPr>
                  <a:spLocks noChangeArrowheads="1"/>
                </p:cNvSpPr>
                <p:nvPr/>
              </p:nvSpPr>
              <p:spPr bwMode="auto">
                <a:xfrm>
                  <a:off x="523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7" name="Group 108">
                  <a:extLst>
                    <a:ext uri="{FF2B5EF4-FFF2-40B4-BE49-F238E27FC236}">
                      <a16:creationId xmlns:a16="http://schemas.microsoft.com/office/drawing/2014/main" id="{15B0F0D8-72DA-1EE0-AD06-03A6183B8053}"/>
                    </a:ext>
                  </a:extLst>
                </p:cNvPr>
                <p:cNvGrpSpPr>
                  <a:grpSpLocks/>
                </p:cNvGrpSpPr>
                <p:nvPr/>
              </p:nvGrpSpPr>
              <p:grpSpPr bwMode="auto">
                <a:xfrm>
                  <a:off x="96" y="864"/>
                  <a:ext cx="5472" cy="3024"/>
                  <a:chOff x="96" y="864"/>
                  <a:chExt cx="5472" cy="3024"/>
                </a:xfrm>
              </p:grpSpPr>
              <p:sp>
                <p:nvSpPr>
                  <p:cNvPr id="56338" name="Rectangle 37">
                    <a:extLst>
                      <a:ext uri="{FF2B5EF4-FFF2-40B4-BE49-F238E27FC236}">
                        <a16:creationId xmlns:a16="http://schemas.microsoft.com/office/drawing/2014/main" id="{FC3D4A2C-93DA-549F-0DC2-8A7C2E9CCF3D}"/>
                      </a:ext>
                    </a:extLst>
                  </p:cNvPr>
                  <p:cNvSpPr>
                    <a:spLocks noChangeArrowheads="1"/>
                  </p:cNvSpPr>
                  <p:nvPr/>
                </p:nvSpPr>
                <p:spPr bwMode="auto">
                  <a:xfrm>
                    <a:off x="345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39" name="Group 107">
                    <a:extLst>
                      <a:ext uri="{FF2B5EF4-FFF2-40B4-BE49-F238E27FC236}">
                        <a16:creationId xmlns:a16="http://schemas.microsoft.com/office/drawing/2014/main" id="{FFB5388A-000D-0418-9CDF-504204254308}"/>
                      </a:ext>
                    </a:extLst>
                  </p:cNvPr>
                  <p:cNvGrpSpPr>
                    <a:grpSpLocks/>
                  </p:cNvGrpSpPr>
                  <p:nvPr/>
                </p:nvGrpSpPr>
                <p:grpSpPr bwMode="auto">
                  <a:xfrm>
                    <a:off x="96" y="864"/>
                    <a:ext cx="5472" cy="3024"/>
                    <a:chOff x="96" y="864"/>
                    <a:chExt cx="5472" cy="3024"/>
                  </a:xfrm>
                </p:grpSpPr>
                <p:sp>
                  <p:nvSpPr>
                    <p:cNvPr id="56340" name="Rectangle 39">
                      <a:extLst>
                        <a:ext uri="{FF2B5EF4-FFF2-40B4-BE49-F238E27FC236}">
                          <a16:creationId xmlns:a16="http://schemas.microsoft.com/office/drawing/2014/main" id="{A64B1BEE-AF6C-2D31-17B9-D2DB2EA9A58F}"/>
                        </a:ext>
                      </a:extLst>
                    </p:cNvPr>
                    <p:cNvSpPr>
                      <a:spLocks noChangeArrowheads="1"/>
                    </p:cNvSpPr>
                    <p:nvPr/>
                  </p:nvSpPr>
                  <p:spPr bwMode="auto">
                    <a:xfrm>
                      <a:off x="576"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41" name="Group 106">
                      <a:extLst>
                        <a:ext uri="{FF2B5EF4-FFF2-40B4-BE49-F238E27FC236}">
                          <a16:creationId xmlns:a16="http://schemas.microsoft.com/office/drawing/2014/main" id="{7631917D-F32A-8BE3-162E-FC465766A3E2}"/>
                        </a:ext>
                      </a:extLst>
                    </p:cNvPr>
                    <p:cNvGrpSpPr>
                      <a:grpSpLocks/>
                    </p:cNvGrpSpPr>
                    <p:nvPr/>
                  </p:nvGrpSpPr>
                  <p:grpSpPr bwMode="auto">
                    <a:xfrm>
                      <a:off x="96" y="864"/>
                      <a:ext cx="5472" cy="3024"/>
                      <a:chOff x="96" y="864"/>
                      <a:chExt cx="5472" cy="3024"/>
                    </a:xfrm>
                  </p:grpSpPr>
                  <p:grpSp>
                    <p:nvGrpSpPr>
                      <p:cNvPr id="56342" name="Group 101">
                        <a:extLst>
                          <a:ext uri="{FF2B5EF4-FFF2-40B4-BE49-F238E27FC236}">
                            <a16:creationId xmlns:a16="http://schemas.microsoft.com/office/drawing/2014/main" id="{9BC4708F-B7C0-2D07-E4F1-F1AD34D19E88}"/>
                          </a:ext>
                        </a:extLst>
                      </p:cNvPr>
                      <p:cNvGrpSpPr>
                        <a:grpSpLocks/>
                      </p:cNvGrpSpPr>
                      <p:nvPr/>
                    </p:nvGrpSpPr>
                    <p:grpSpPr bwMode="auto">
                      <a:xfrm>
                        <a:off x="96" y="864"/>
                        <a:ext cx="3024" cy="3024"/>
                        <a:chOff x="96" y="864"/>
                        <a:chExt cx="3024" cy="3024"/>
                      </a:xfrm>
                    </p:grpSpPr>
                    <p:sp>
                      <p:nvSpPr>
                        <p:cNvPr id="56373" name="Oval 16">
                          <a:extLst>
                            <a:ext uri="{FF2B5EF4-FFF2-40B4-BE49-F238E27FC236}">
                              <a16:creationId xmlns:a16="http://schemas.microsoft.com/office/drawing/2014/main" id="{1E2B520A-F12C-7BD9-09E9-CDAAF5DF980C}"/>
                            </a:ext>
                          </a:extLst>
                        </p:cNvPr>
                        <p:cNvSpPr>
                          <a:spLocks noChangeArrowheads="1"/>
                        </p:cNvSpPr>
                        <p:nvPr/>
                      </p:nvSpPr>
                      <p:spPr bwMode="auto">
                        <a:xfrm>
                          <a:off x="235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4" name="Oval 17">
                          <a:extLst>
                            <a:ext uri="{FF2B5EF4-FFF2-40B4-BE49-F238E27FC236}">
                              <a16:creationId xmlns:a16="http://schemas.microsoft.com/office/drawing/2014/main" id="{24B9E07F-5387-8798-3C78-170B2467D122}"/>
                            </a:ext>
                          </a:extLst>
                        </p:cNvPr>
                        <p:cNvSpPr>
                          <a:spLocks noChangeArrowheads="1"/>
                        </p:cNvSpPr>
                        <p:nvPr/>
                      </p:nvSpPr>
                      <p:spPr bwMode="auto">
                        <a:xfrm>
                          <a:off x="168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5" name="Rectangle 33">
                          <a:extLst>
                            <a:ext uri="{FF2B5EF4-FFF2-40B4-BE49-F238E27FC236}">
                              <a16:creationId xmlns:a16="http://schemas.microsoft.com/office/drawing/2014/main" id="{6C21EC46-D9EB-97A3-A5CF-8989FC1FF743}"/>
                            </a:ext>
                          </a:extLst>
                        </p:cNvPr>
                        <p:cNvSpPr>
                          <a:spLocks noChangeArrowheads="1"/>
                        </p:cNvSpPr>
                        <p:nvPr/>
                      </p:nvSpPr>
                      <p:spPr bwMode="auto">
                        <a:xfrm>
                          <a:off x="220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a:t>
                          </a:r>
                        </a:p>
                      </p:txBody>
                    </p:sp>
                    <p:sp>
                      <p:nvSpPr>
                        <p:cNvPr id="56376" name="Rectangle 34">
                          <a:extLst>
                            <a:ext uri="{FF2B5EF4-FFF2-40B4-BE49-F238E27FC236}">
                              <a16:creationId xmlns:a16="http://schemas.microsoft.com/office/drawing/2014/main" id="{30F703B7-3EEE-8909-99C8-D8D017E8F7C5}"/>
                            </a:ext>
                          </a:extLst>
                        </p:cNvPr>
                        <p:cNvSpPr>
                          <a:spLocks noChangeArrowheads="1"/>
                        </p:cNvSpPr>
                        <p:nvPr/>
                      </p:nvSpPr>
                      <p:spPr bwMode="auto">
                        <a:xfrm>
                          <a:off x="187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a:t>
                          </a:r>
                        </a:p>
                      </p:txBody>
                    </p:sp>
                    <p:sp>
                      <p:nvSpPr>
                        <p:cNvPr id="56377" name="Rectangle 35">
                          <a:extLst>
                            <a:ext uri="{FF2B5EF4-FFF2-40B4-BE49-F238E27FC236}">
                              <a16:creationId xmlns:a16="http://schemas.microsoft.com/office/drawing/2014/main" id="{24C6DC1F-830E-54D2-BFFA-08594211AC89}"/>
                            </a:ext>
                          </a:extLst>
                        </p:cNvPr>
                        <p:cNvSpPr>
                          <a:spLocks noChangeArrowheads="1"/>
                        </p:cNvSpPr>
                        <p:nvPr/>
                      </p:nvSpPr>
                      <p:spPr bwMode="auto">
                        <a:xfrm>
                          <a:off x="153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14</a:t>
                          </a:r>
                        </a:p>
                      </p:txBody>
                    </p:sp>
                    <p:sp>
                      <p:nvSpPr>
                        <p:cNvPr id="56378" name="Line 46">
                          <a:extLst>
                            <a:ext uri="{FF2B5EF4-FFF2-40B4-BE49-F238E27FC236}">
                              <a16:creationId xmlns:a16="http://schemas.microsoft.com/office/drawing/2014/main" id="{CDD9855A-9BC4-B3F7-509E-859D3DBF5778}"/>
                            </a:ext>
                          </a:extLst>
                        </p:cNvPr>
                        <p:cNvSpPr>
                          <a:spLocks noChangeShapeType="1"/>
                        </p:cNvSpPr>
                        <p:nvPr/>
                      </p:nvSpPr>
                      <p:spPr bwMode="auto">
                        <a:xfrm flipH="1">
                          <a:off x="187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9" name="Line 51">
                          <a:extLst>
                            <a:ext uri="{FF2B5EF4-FFF2-40B4-BE49-F238E27FC236}">
                              <a16:creationId xmlns:a16="http://schemas.microsoft.com/office/drawing/2014/main" id="{CD0C3625-AB90-CABF-7660-FCB3854C42DC}"/>
                            </a:ext>
                          </a:extLst>
                        </p:cNvPr>
                        <p:cNvSpPr>
                          <a:spLocks noChangeShapeType="1"/>
                        </p:cNvSpPr>
                        <p:nvPr/>
                      </p:nvSpPr>
                      <p:spPr bwMode="auto">
                        <a:xfrm>
                          <a:off x="225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0" name="Line 57">
                          <a:extLst>
                            <a:ext uri="{FF2B5EF4-FFF2-40B4-BE49-F238E27FC236}">
                              <a16:creationId xmlns:a16="http://schemas.microsoft.com/office/drawing/2014/main" id="{8A6BDD4C-41B2-A15E-CCE9-71550C3FCE26}"/>
                            </a:ext>
                          </a:extLst>
                        </p:cNvPr>
                        <p:cNvSpPr>
                          <a:spLocks noChangeShapeType="1"/>
                        </p:cNvSpPr>
                        <p:nvPr/>
                      </p:nvSpPr>
                      <p:spPr bwMode="auto">
                        <a:xfrm flipH="1">
                          <a:off x="235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1" name="Line 58">
                          <a:extLst>
                            <a:ext uri="{FF2B5EF4-FFF2-40B4-BE49-F238E27FC236}">
                              <a16:creationId xmlns:a16="http://schemas.microsoft.com/office/drawing/2014/main" id="{C6016314-569A-00C3-BC01-E93C11F68F85}"/>
                            </a:ext>
                          </a:extLst>
                        </p:cNvPr>
                        <p:cNvSpPr>
                          <a:spLocks noChangeShapeType="1"/>
                        </p:cNvSpPr>
                        <p:nvPr/>
                      </p:nvSpPr>
                      <p:spPr bwMode="auto">
                        <a:xfrm flipH="1">
                          <a:off x="168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2" name="Line 67">
                          <a:extLst>
                            <a:ext uri="{FF2B5EF4-FFF2-40B4-BE49-F238E27FC236}">
                              <a16:creationId xmlns:a16="http://schemas.microsoft.com/office/drawing/2014/main" id="{69C6DB4E-4FD0-9068-E106-932321D1752F}"/>
                            </a:ext>
                          </a:extLst>
                        </p:cNvPr>
                        <p:cNvSpPr>
                          <a:spLocks noChangeShapeType="1"/>
                        </p:cNvSpPr>
                        <p:nvPr/>
                      </p:nvSpPr>
                      <p:spPr bwMode="auto">
                        <a:xfrm>
                          <a:off x="259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83" name="Line 68">
                          <a:extLst>
                            <a:ext uri="{FF2B5EF4-FFF2-40B4-BE49-F238E27FC236}">
                              <a16:creationId xmlns:a16="http://schemas.microsoft.com/office/drawing/2014/main" id="{4DC5402B-E219-B07D-FA6B-4C5F7C1F8F0B}"/>
                            </a:ext>
                          </a:extLst>
                        </p:cNvPr>
                        <p:cNvSpPr>
                          <a:spLocks noChangeShapeType="1"/>
                        </p:cNvSpPr>
                        <p:nvPr/>
                      </p:nvSpPr>
                      <p:spPr bwMode="auto">
                        <a:xfrm>
                          <a:off x="192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84" name="Group 100">
                          <a:extLst>
                            <a:ext uri="{FF2B5EF4-FFF2-40B4-BE49-F238E27FC236}">
                              <a16:creationId xmlns:a16="http://schemas.microsoft.com/office/drawing/2014/main" id="{502A834A-B86C-F899-5973-858C9534A15A}"/>
                            </a:ext>
                          </a:extLst>
                        </p:cNvPr>
                        <p:cNvGrpSpPr>
                          <a:grpSpLocks/>
                        </p:cNvGrpSpPr>
                        <p:nvPr/>
                      </p:nvGrpSpPr>
                      <p:grpSpPr bwMode="auto">
                        <a:xfrm>
                          <a:off x="96" y="864"/>
                          <a:ext cx="3024" cy="3024"/>
                          <a:chOff x="96" y="864"/>
                          <a:chExt cx="3024" cy="3024"/>
                        </a:xfrm>
                      </p:grpSpPr>
                      <p:sp>
                        <p:nvSpPr>
                          <p:cNvPr id="56385" name="Oval 18">
                            <a:extLst>
                              <a:ext uri="{FF2B5EF4-FFF2-40B4-BE49-F238E27FC236}">
                                <a16:creationId xmlns:a16="http://schemas.microsoft.com/office/drawing/2014/main" id="{4C1D5D3D-E1E3-4189-0626-0296C32BAE37}"/>
                              </a:ext>
                            </a:extLst>
                          </p:cNvPr>
                          <p:cNvSpPr>
                            <a:spLocks noChangeArrowheads="1"/>
                          </p:cNvSpPr>
                          <p:nvPr/>
                        </p:nvSpPr>
                        <p:spPr bwMode="auto">
                          <a:xfrm>
                            <a:off x="91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6" name="Oval 19">
                            <a:extLst>
                              <a:ext uri="{FF2B5EF4-FFF2-40B4-BE49-F238E27FC236}">
                                <a16:creationId xmlns:a16="http://schemas.microsoft.com/office/drawing/2014/main" id="{F0688C6B-86AE-95B8-7CF3-15B720BB3B25}"/>
                              </a:ext>
                            </a:extLst>
                          </p:cNvPr>
                          <p:cNvSpPr>
                            <a:spLocks noChangeArrowheads="1"/>
                          </p:cNvSpPr>
                          <p:nvPr/>
                        </p:nvSpPr>
                        <p:spPr bwMode="auto">
                          <a:xfrm>
                            <a:off x="288"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87" name="Rectangle 20">
                            <a:extLst>
                              <a:ext uri="{FF2B5EF4-FFF2-40B4-BE49-F238E27FC236}">
                                <a16:creationId xmlns:a16="http://schemas.microsoft.com/office/drawing/2014/main" id="{2B593984-B7FE-E304-8F34-DFB8DAEAAABB}"/>
                              </a:ext>
                            </a:extLst>
                          </p:cNvPr>
                          <p:cNvSpPr>
                            <a:spLocks noChangeArrowheads="1"/>
                          </p:cNvSpPr>
                          <p:nvPr/>
                        </p:nvSpPr>
                        <p:spPr bwMode="auto">
                          <a:xfrm>
                            <a:off x="9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10</a:t>
                            </a:r>
                          </a:p>
                        </p:txBody>
                      </p:sp>
                      <p:sp>
                        <p:nvSpPr>
                          <p:cNvPr id="56388" name="Rectangle 21">
                            <a:extLst>
                              <a:ext uri="{FF2B5EF4-FFF2-40B4-BE49-F238E27FC236}">
                                <a16:creationId xmlns:a16="http://schemas.microsoft.com/office/drawing/2014/main" id="{24B126FA-C007-3C55-A46A-83FA1F19B728}"/>
                              </a:ext>
                            </a:extLst>
                          </p:cNvPr>
                          <p:cNvSpPr>
                            <a:spLocks noChangeArrowheads="1"/>
                          </p:cNvSpPr>
                          <p:nvPr/>
                        </p:nvSpPr>
                        <p:spPr bwMode="auto">
                          <a:xfrm>
                            <a:off x="43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
                        <p:nvSpPr>
                          <p:cNvPr id="56389" name="Rectangle 22">
                            <a:extLst>
                              <a:ext uri="{FF2B5EF4-FFF2-40B4-BE49-F238E27FC236}">
                                <a16:creationId xmlns:a16="http://schemas.microsoft.com/office/drawing/2014/main" id="{8BD26EB7-CD66-B185-D326-007F8C2DD992}"/>
                              </a:ext>
                            </a:extLst>
                          </p:cNvPr>
                          <p:cNvSpPr>
                            <a:spLocks noChangeArrowheads="1"/>
                          </p:cNvSpPr>
                          <p:nvPr/>
                        </p:nvSpPr>
                        <p:spPr bwMode="auto">
                          <a:xfrm>
                            <a:off x="76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9</a:t>
                            </a:r>
                          </a:p>
                        </p:txBody>
                      </p:sp>
                      <p:sp>
                        <p:nvSpPr>
                          <p:cNvPr id="56390" name="Line 44">
                            <a:extLst>
                              <a:ext uri="{FF2B5EF4-FFF2-40B4-BE49-F238E27FC236}">
                                <a16:creationId xmlns:a16="http://schemas.microsoft.com/office/drawing/2014/main" id="{BB1215B8-2A9A-1994-C8AD-A10D15B24A10}"/>
                              </a:ext>
                            </a:extLst>
                          </p:cNvPr>
                          <p:cNvSpPr>
                            <a:spLocks noChangeShapeType="1"/>
                          </p:cNvSpPr>
                          <p:nvPr/>
                        </p:nvSpPr>
                        <p:spPr bwMode="auto">
                          <a:xfrm flipH="1">
                            <a:off x="480"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1" name="Line 45">
                            <a:extLst>
                              <a:ext uri="{FF2B5EF4-FFF2-40B4-BE49-F238E27FC236}">
                                <a16:creationId xmlns:a16="http://schemas.microsoft.com/office/drawing/2014/main" id="{3F530875-DE17-0722-1F8D-E8FDC4E0E126}"/>
                              </a:ext>
                            </a:extLst>
                          </p:cNvPr>
                          <p:cNvSpPr>
                            <a:spLocks noChangeShapeType="1"/>
                          </p:cNvSpPr>
                          <p:nvPr/>
                        </p:nvSpPr>
                        <p:spPr bwMode="auto">
                          <a:xfrm>
                            <a:off x="816"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2" name="Line 54">
                            <a:extLst>
                              <a:ext uri="{FF2B5EF4-FFF2-40B4-BE49-F238E27FC236}">
                                <a16:creationId xmlns:a16="http://schemas.microsoft.com/office/drawing/2014/main" id="{BB0E471F-8ACF-5E88-4D23-BEC33B5A9ED1}"/>
                              </a:ext>
                            </a:extLst>
                          </p:cNvPr>
                          <p:cNvSpPr>
                            <a:spLocks noChangeShapeType="1"/>
                          </p:cNvSpPr>
                          <p:nvPr/>
                        </p:nvSpPr>
                        <p:spPr bwMode="auto">
                          <a:xfrm flipH="1">
                            <a:off x="24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3" name="Line 59">
                            <a:extLst>
                              <a:ext uri="{FF2B5EF4-FFF2-40B4-BE49-F238E27FC236}">
                                <a16:creationId xmlns:a16="http://schemas.microsoft.com/office/drawing/2014/main" id="{248F94CC-70B4-5B76-2652-B6CA923CBA84}"/>
                              </a:ext>
                            </a:extLst>
                          </p:cNvPr>
                          <p:cNvSpPr>
                            <a:spLocks noChangeShapeType="1"/>
                          </p:cNvSpPr>
                          <p:nvPr/>
                        </p:nvSpPr>
                        <p:spPr bwMode="auto">
                          <a:xfrm flipH="1">
                            <a:off x="86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4" name="Line 62">
                            <a:extLst>
                              <a:ext uri="{FF2B5EF4-FFF2-40B4-BE49-F238E27FC236}">
                                <a16:creationId xmlns:a16="http://schemas.microsoft.com/office/drawing/2014/main" id="{3F2AD1CF-A680-4138-0683-E07D0177951D}"/>
                              </a:ext>
                            </a:extLst>
                          </p:cNvPr>
                          <p:cNvSpPr>
                            <a:spLocks noChangeShapeType="1"/>
                          </p:cNvSpPr>
                          <p:nvPr/>
                        </p:nvSpPr>
                        <p:spPr bwMode="auto">
                          <a:xfrm>
                            <a:off x="48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95" name="Line 69">
                            <a:extLst>
                              <a:ext uri="{FF2B5EF4-FFF2-40B4-BE49-F238E27FC236}">
                                <a16:creationId xmlns:a16="http://schemas.microsoft.com/office/drawing/2014/main" id="{4420A4FB-D8CB-308D-899B-B84FF65D8BB6}"/>
                              </a:ext>
                            </a:extLst>
                          </p:cNvPr>
                          <p:cNvSpPr>
                            <a:spLocks noChangeShapeType="1"/>
                          </p:cNvSpPr>
                          <p:nvPr/>
                        </p:nvSpPr>
                        <p:spPr bwMode="auto">
                          <a:xfrm>
                            <a:off x="115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96" name="Group 99">
                            <a:extLst>
                              <a:ext uri="{FF2B5EF4-FFF2-40B4-BE49-F238E27FC236}">
                                <a16:creationId xmlns:a16="http://schemas.microsoft.com/office/drawing/2014/main" id="{2267951F-966F-79DC-64F9-0C52BBF2CF35}"/>
                              </a:ext>
                            </a:extLst>
                          </p:cNvPr>
                          <p:cNvGrpSpPr>
                            <a:grpSpLocks/>
                          </p:cNvGrpSpPr>
                          <p:nvPr/>
                        </p:nvGrpSpPr>
                        <p:grpSpPr bwMode="auto">
                          <a:xfrm>
                            <a:off x="768" y="864"/>
                            <a:ext cx="2352" cy="1440"/>
                            <a:chOff x="768" y="864"/>
                            <a:chExt cx="2352" cy="1440"/>
                          </a:xfrm>
                        </p:grpSpPr>
                        <p:grpSp>
                          <p:nvGrpSpPr>
                            <p:cNvPr id="56397" name="Group 98">
                              <a:extLst>
                                <a:ext uri="{FF2B5EF4-FFF2-40B4-BE49-F238E27FC236}">
                                  <a16:creationId xmlns:a16="http://schemas.microsoft.com/office/drawing/2014/main" id="{04D71049-F24C-2F7B-56C6-8CD8E7EA8ED1}"/>
                                </a:ext>
                              </a:extLst>
                            </p:cNvPr>
                            <p:cNvGrpSpPr>
                              <a:grpSpLocks/>
                            </p:cNvGrpSpPr>
                            <p:nvPr/>
                          </p:nvGrpSpPr>
                          <p:grpSpPr bwMode="auto">
                            <a:xfrm>
                              <a:off x="1296" y="864"/>
                              <a:ext cx="1824" cy="768"/>
                              <a:chOff x="1296" y="864"/>
                              <a:chExt cx="1824" cy="768"/>
                            </a:xfrm>
                          </p:grpSpPr>
                          <p:sp>
                            <p:nvSpPr>
                              <p:cNvPr id="56402" name="Rectangle 4">
                                <a:extLst>
                                  <a:ext uri="{FF2B5EF4-FFF2-40B4-BE49-F238E27FC236}">
                                    <a16:creationId xmlns:a16="http://schemas.microsoft.com/office/drawing/2014/main" id="{EE4D7F44-7FE5-8615-DCB7-4E9EC3E7CE8D}"/>
                                  </a:ext>
                                </a:extLst>
                              </p:cNvPr>
                              <p:cNvSpPr>
                                <a:spLocks noChangeArrowheads="1"/>
                              </p:cNvSpPr>
                              <p:nvPr/>
                            </p:nvSpPr>
                            <p:spPr bwMode="auto">
                              <a:xfrm>
                                <a:off x="2736" y="864"/>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403" name="Oval 11">
                                <a:extLst>
                                  <a:ext uri="{FF2B5EF4-FFF2-40B4-BE49-F238E27FC236}">
                                    <a16:creationId xmlns:a16="http://schemas.microsoft.com/office/drawing/2014/main" id="{BB0B7999-1D63-A554-2241-1F4E1829E0DA}"/>
                                  </a:ext>
                                </a:extLst>
                              </p:cNvPr>
                              <p:cNvSpPr>
                                <a:spLocks noChangeArrowheads="1"/>
                              </p:cNvSpPr>
                              <p:nvPr/>
                            </p:nvSpPr>
                            <p:spPr bwMode="auto">
                              <a:xfrm>
                                <a:off x="1296"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56398" name="Rectangle 38">
                              <a:extLst>
                                <a:ext uri="{FF2B5EF4-FFF2-40B4-BE49-F238E27FC236}">
                                  <a16:creationId xmlns:a16="http://schemas.microsoft.com/office/drawing/2014/main" id="{3A9DB94A-FD16-3A0B-064B-DAA62C19A84E}"/>
                                </a:ext>
                              </a:extLst>
                            </p:cNvPr>
                            <p:cNvSpPr>
                              <a:spLocks noChangeArrowheads="1"/>
                            </p:cNvSpPr>
                            <p:nvPr/>
                          </p:nvSpPr>
                          <p:spPr bwMode="auto">
                            <a:xfrm>
                              <a:off x="196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99" name="Line 40">
                              <a:extLst>
                                <a:ext uri="{FF2B5EF4-FFF2-40B4-BE49-F238E27FC236}">
                                  <a16:creationId xmlns:a16="http://schemas.microsoft.com/office/drawing/2014/main" id="{EE35A122-787A-175E-FFF5-8B22BA4B73FE}"/>
                                </a:ext>
                              </a:extLst>
                            </p:cNvPr>
                            <p:cNvSpPr>
                              <a:spLocks noChangeShapeType="1"/>
                            </p:cNvSpPr>
                            <p:nvPr/>
                          </p:nvSpPr>
                          <p:spPr bwMode="auto">
                            <a:xfrm flipH="1">
                              <a:off x="1536" y="1200"/>
                              <a:ext cx="1200" cy="9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0" name="Line 41">
                              <a:extLst>
                                <a:ext uri="{FF2B5EF4-FFF2-40B4-BE49-F238E27FC236}">
                                  <a16:creationId xmlns:a16="http://schemas.microsoft.com/office/drawing/2014/main" id="{7D63CEC3-684B-C344-A97F-1A5D5D8D9DBC}"/>
                                </a:ext>
                              </a:extLst>
                            </p:cNvPr>
                            <p:cNvSpPr>
                              <a:spLocks noChangeShapeType="1"/>
                            </p:cNvSpPr>
                            <p:nvPr/>
                          </p:nvSpPr>
                          <p:spPr bwMode="auto">
                            <a:xfrm flipH="1">
                              <a:off x="768"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401" name="Line 70">
                              <a:extLst>
                                <a:ext uri="{FF2B5EF4-FFF2-40B4-BE49-F238E27FC236}">
                                  <a16:creationId xmlns:a16="http://schemas.microsoft.com/office/drawing/2014/main" id="{2DFDC021-445B-4D33-9776-41127401C81C}"/>
                                </a:ext>
                              </a:extLst>
                            </p:cNvPr>
                            <p:cNvSpPr>
                              <a:spLocks noChangeShapeType="1"/>
                            </p:cNvSpPr>
                            <p:nvPr/>
                          </p:nvSpPr>
                          <p:spPr bwMode="auto">
                            <a:xfrm>
                              <a:off x="1584"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nvGrpSpPr>
                      <p:cNvPr id="56343" name="Group 105">
                        <a:extLst>
                          <a:ext uri="{FF2B5EF4-FFF2-40B4-BE49-F238E27FC236}">
                            <a16:creationId xmlns:a16="http://schemas.microsoft.com/office/drawing/2014/main" id="{F5904F1C-7468-8E8E-0A0E-B6B3B09B34E3}"/>
                          </a:ext>
                        </a:extLst>
                      </p:cNvPr>
                      <p:cNvGrpSpPr>
                        <a:grpSpLocks/>
                      </p:cNvGrpSpPr>
                      <p:nvPr/>
                    </p:nvGrpSpPr>
                    <p:grpSpPr bwMode="auto">
                      <a:xfrm>
                        <a:off x="2976" y="1200"/>
                        <a:ext cx="2592" cy="2688"/>
                        <a:chOff x="2976" y="1200"/>
                        <a:chExt cx="2592" cy="2688"/>
                      </a:xfrm>
                    </p:grpSpPr>
                    <p:sp>
                      <p:nvSpPr>
                        <p:cNvPr id="56344" name="Rectangle 25">
                          <a:extLst>
                            <a:ext uri="{FF2B5EF4-FFF2-40B4-BE49-F238E27FC236}">
                              <a16:creationId xmlns:a16="http://schemas.microsoft.com/office/drawing/2014/main" id="{CD9CFC1F-9CF9-CCD9-8B12-840C192BFCF2}"/>
                            </a:ext>
                          </a:extLst>
                        </p:cNvPr>
                        <p:cNvSpPr>
                          <a:spLocks noChangeArrowheads="1"/>
                        </p:cNvSpPr>
                        <p:nvPr/>
                      </p:nvSpPr>
                      <p:spPr bwMode="auto">
                        <a:xfrm>
                          <a:off x="508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a:t>
                          </a:r>
                        </a:p>
                      </p:txBody>
                    </p:sp>
                    <p:sp>
                      <p:nvSpPr>
                        <p:cNvPr id="56345" name="Rectangle 26">
                          <a:extLst>
                            <a:ext uri="{FF2B5EF4-FFF2-40B4-BE49-F238E27FC236}">
                              <a16:creationId xmlns:a16="http://schemas.microsoft.com/office/drawing/2014/main" id="{30031D22-35DA-4D0B-D6DF-34C200575F6C}"/>
                            </a:ext>
                          </a:extLst>
                        </p:cNvPr>
                        <p:cNvSpPr>
                          <a:spLocks noChangeArrowheads="1"/>
                        </p:cNvSpPr>
                        <p:nvPr/>
                      </p:nvSpPr>
                      <p:spPr bwMode="auto">
                        <a:xfrm>
                          <a:off x="475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22</a:t>
                          </a:r>
                        </a:p>
                      </p:txBody>
                    </p:sp>
                    <p:sp>
                      <p:nvSpPr>
                        <p:cNvPr id="56346" name="Rectangle 27">
                          <a:extLst>
                            <a:ext uri="{FF2B5EF4-FFF2-40B4-BE49-F238E27FC236}">
                              <a16:creationId xmlns:a16="http://schemas.microsoft.com/office/drawing/2014/main" id="{9064A0B7-6467-863D-8BF0-7CD5B400B860}"/>
                            </a:ext>
                          </a:extLst>
                        </p:cNvPr>
                        <p:cNvSpPr>
                          <a:spLocks noChangeArrowheads="1"/>
                        </p:cNvSpPr>
                        <p:nvPr/>
                      </p:nvSpPr>
                      <p:spPr bwMode="auto">
                        <a:xfrm>
                          <a:off x="441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a:t>
                          </a:r>
                        </a:p>
                      </p:txBody>
                    </p:sp>
                    <p:sp>
                      <p:nvSpPr>
                        <p:cNvPr id="56347" name="Rectangle 28">
                          <a:extLst>
                            <a:ext uri="{FF2B5EF4-FFF2-40B4-BE49-F238E27FC236}">
                              <a16:creationId xmlns:a16="http://schemas.microsoft.com/office/drawing/2014/main" id="{0B6725A7-7088-26DE-E637-2EA1D46A432C}"/>
                            </a:ext>
                          </a:extLst>
                        </p:cNvPr>
                        <p:cNvSpPr>
                          <a:spLocks noChangeArrowheads="1"/>
                        </p:cNvSpPr>
                        <p:nvPr/>
                      </p:nvSpPr>
                      <p:spPr bwMode="auto">
                        <a:xfrm>
                          <a:off x="3984"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a:t>
                          </a:r>
                        </a:p>
                      </p:txBody>
                    </p:sp>
                    <p:sp>
                      <p:nvSpPr>
                        <p:cNvPr id="56348" name="Rectangle 29">
                          <a:extLst>
                            <a:ext uri="{FF2B5EF4-FFF2-40B4-BE49-F238E27FC236}">
                              <a16:creationId xmlns:a16="http://schemas.microsoft.com/office/drawing/2014/main" id="{2D3EBFA8-350C-EC34-B20A-E3B66FEC9872}"/>
                            </a:ext>
                          </a:extLst>
                        </p:cNvPr>
                        <p:cNvSpPr>
                          <a:spLocks noChangeArrowheads="1"/>
                        </p:cNvSpPr>
                        <p:nvPr/>
                      </p:nvSpPr>
                      <p:spPr bwMode="auto">
                        <a:xfrm>
                          <a:off x="3648"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a:t>
                          </a:r>
                        </a:p>
                      </p:txBody>
                    </p:sp>
                    <p:sp>
                      <p:nvSpPr>
                        <p:cNvPr id="56349" name="Rectangle 30">
                          <a:extLst>
                            <a:ext uri="{FF2B5EF4-FFF2-40B4-BE49-F238E27FC236}">
                              <a16:creationId xmlns:a16="http://schemas.microsoft.com/office/drawing/2014/main" id="{63F94311-740E-0D87-3024-6D8C7EF85F04}"/>
                            </a:ext>
                          </a:extLst>
                        </p:cNvPr>
                        <p:cNvSpPr>
                          <a:spLocks noChangeArrowheads="1"/>
                        </p:cNvSpPr>
                        <p:nvPr/>
                      </p:nvSpPr>
                      <p:spPr bwMode="auto">
                        <a:xfrm>
                          <a:off x="3312"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p>
                      </p:txBody>
                    </p:sp>
                    <p:sp>
                      <p:nvSpPr>
                        <p:cNvPr id="56350" name="Rectangle 31">
                          <a:extLst>
                            <a:ext uri="{FF2B5EF4-FFF2-40B4-BE49-F238E27FC236}">
                              <a16:creationId xmlns:a16="http://schemas.microsoft.com/office/drawing/2014/main" id="{01EC3FB1-346A-550C-2C3B-0A76A51A436E}"/>
                            </a:ext>
                          </a:extLst>
                        </p:cNvPr>
                        <p:cNvSpPr>
                          <a:spLocks noChangeArrowheads="1"/>
                        </p:cNvSpPr>
                        <p:nvPr/>
                      </p:nvSpPr>
                      <p:spPr bwMode="auto">
                        <a:xfrm>
                          <a:off x="2976" y="3648"/>
                          <a:ext cx="288"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a:t>
                          </a:r>
                        </a:p>
                      </p:txBody>
                    </p:sp>
                    <p:sp>
                      <p:nvSpPr>
                        <p:cNvPr id="56351" name="Line 55">
                          <a:extLst>
                            <a:ext uri="{FF2B5EF4-FFF2-40B4-BE49-F238E27FC236}">
                              <a16:creationId xmlns:a16="http://schemas.microsoft.com/office/drawing/2014/main" id="{24BE2624-C1B4-3E22-78F8-34D9F43EAC1A}"/>
                            </a:ext>
                          </a:extLst>
                        </p:cNvPr>
                        <p:cNvSpPr>
                          <a:spLocks noChangeShapeType="1"/>
                        </p:cNvSpPr>
                        <p:nvPr/>
                      </p:nvSpPr>
                      <p:spPr bwMode="auto">
                        <a:xfrm flipH="1">
                          <a:off x="3744"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2" name="Line 56">
                          <a:extLst>
                            <a:ext uri="{FF2B5EF4-FFF2-40B4-BE49-F238E27FC236}">
                              <a16:creationId xmlns:a16="http://schemas.microsoft.com/office/drawing/2014/main" id="{94BCDC6E-1550-9908-F0E0-7D81F75EAD16}"/>
                            </a:ext>
                          </a:extLst>
                        </p:cNvPr>
                        <p:cNvSpPr>
                          <a:spLocks noChangeShapeType="1"/>
                        </p:cNvSpPr>
                        <p:nvPr/>
                      </p:nvSpPr>
                      <p:spPr bwMode="auto">
                        <a:xfrm flipH="1">
                          <a:off x="3120"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3" name="Line 60">
                          <a:extLst>
                            <a:ext uri="{FF2B5EF4-FFF2-40B4-BE49-F238E27FC236}">
                              <a16:creationId xmlns:a16="http://schemas.microsoft.com/office/drawing/2014/main" id="{01D388CB-99B2-CE8B-B016-48BF7CE9C43D}"/>
                            </a:ext>
                          </a:extLst>
                        </p:cNvPr>
                        <p:cNvSpPr>
                          <a:spLocks noChangeShapeType="1"/>
                        </p:cNvSpPr>
                        <p:nvPr/>
                      </p:nvSpPr>
                      <p:spPr bwMode="auto">
                        <a:xfrm flipH="1">
                          <a:off x="5232" y="3120"/>
                          <a:ext cx="144"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4" name="Line 61">
                          <a:extLst>
                            <a:ext uri="{FF2B5EF4-FFF2-40B4-BE49-F238E27FC236}">
                              <a16:creationId xmlns:a16="http://schemas.microsoft.com/office/drawing/2014/main" id="{74533D01-B4E6-7B21-7238-F29363B92FAC}"/>
                            </a:ext>
                          </a:extLst>
                        </p:cNvPr>
                        <p:cNvSpPr>
                          <a:spLocks noChangeShapeType="1"/>
                        </p:cNvSpPr>
                        <p:nvPr/>
                      </p:nvSpPr>
                      <p:spPr bwMode="auto">
                        <a:xfrm flipH="1">
                          <a:off x="4560" y="3072"/>
                          <a:ext cx="144" cy="62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5" name="Line 63">
                          <a:extLst>
                            <a:ext uri="{FF2B5EF4-FFF2-40B4-BE49-F238E27FC236}">
                              <a16:creationId xmlns:a16="http://schemas.microsoft.com/office/drawing/2014/main" id="{2668947A-BF9B-E608-FDB6-7C12F68A54F3}"/>
                            </a:ext>
                          </a:extLst>
                        </p:cNvPr>
                        <p:cNvSpPr>
                          <a:spLocks noChangeShapeType="1"/>
                        </p:cNvSpPr>
                        <p:nvPr/>
                      </p:nvSpPr>
                      <p:spPr bwMode="auto">
                        <a:xfrm>
                          <a:off x="547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6" name="Line 64">
                          <a:extLst>
                            <a:ext uri="{FF2B5EF4-FFF2-40B4-BE49-F238E27FC236}">
                              <a16:creationId xmlns:a16="http://schemas.microsoft.com/office/drawing/2014/main" id="{509E681D-63FC-CE97-9A6F-692CFD862B42}"/>
                            </a:ext>
                          </a:extLst>
                        </p:cNvPr>
                        <p:cNvSpPr>
                          <a:spLocks noChangeShapeType="1"/>
                        </p:cNvSpPr>
                        <p:nvPr/>
                      </p:nvSpPr>
                      <p:spPr bwMode="auto">
                        <a:xfrm>
                          <a:off x="480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7" name="Line 65">
                          <a:extLst>
                            <a:ext uri="{FF2B5EF4-FFF2-40B4-BE49-F238E27FC236}">
                              <a16:creationId xmlns:a16="http://schemas.microsoft.com/office/drawing/2014/main" id="{588BF84B-4383-C113-E48C-A5B186380ABE}"/>
                            </a:ext>
                          </a:extLst>
                        </p:cNvPr>
                        <p:cNvSpPr>
                          <a:spLocks noChangeShapeType="1"/>
                        </p:cNvSpPr>
                        <p:nvPr/>
                      </p:nvSpPr>
                      <p:spPr bwMode="auto">
                        <a:xfrm>
                          <a:off x="4032"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58" name="Line 66">
                          <a:extLst>
                            <a:ext uri="{FF2B5EF4-FFF2-40B4-BE49-F238E27FC236}">
                              <a16:creationId xmlns:a16="http://schemas.microsoft.com/office/drawing/2014/main" id="{6B7D0E6E-D75D-B17C-0371-5DD23AA75FEA}"/>
                            </a:ext>
                          </a:extLst>
                        </p:cNvPr>
                        <p:cNvSpPr>
                          <a:spLocks noChangeShapeType="1"/>
                        </p:cNvSpPr>
                        <p:nvPr/>
                      </p:nvSpPr>
                      <p:spPr bwMode="auto">
                        <a:xfrm>
                          <a:off x="3360" y="3120"/>
                          <a:ext cx="96" cy="52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59" name="Group 104">
                          <a:extLst>
                            <a:ext uri="{FF2B5EF4-FFF2-40B4-BE49-F238E27FC236}">
                              <a16:creationId xmlns:a16="http://schemas.microsoft.com/office/drawing/2014/main" id="{6BB0678F-D3BF-B357-77AE-A0D469038FBE}"/>
                            </a:ext>
                          </a:extLst>
                        </p:cNvPr>
                        <p:cNvGrpSpPr>
                          <a:grpSpLocks/>
                        </p:cNvGrpSpPr>
                        <p:nvPr/>
                      </p:nvGrpSpPr>
                      <p:grpSpPr bwMode="auto">
                        <a:xfrm>
                          <a:off x="3120" y="1200"/>
                          <a:ext cx="2112" cy="1920"/>
                          <a:chOff x="3120" y="1200"/>
                          <a:chExt cx="2112" cy="1920"/>
                        </a:xfrm>
                      </p:grpSpPr>
                      <p:sp>
                        <p:nvSpPr>
                          <p:cNvPr id="56360" name="Oval 13">
                            <a:extLst>
                              <a:ext uri="{FF2B5EF4-FFF2-40B4-BE49-F238E27FC236}">
                                <a16:creationId xmlns:a16="http://schemas.microsoft.com/office/drawing/2014/main" id="{E8A60156-2F49-F448-4C49-FFDB9AB060BB}"/>
                              </a:ext>
                            </a:extLst>
                          </p:cNvPr>
                          <p:cNvSpPr>
                            <a:spLocks noChangeArrowheads="1"/>
                          </p:cNvSpPr>
                          <p:nvPr/>
                        </p:nvSpPr>
                        <p:spPr bwMode="auto">
                          <a:xfrm>
                            <a:off x="456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1" name="Oval 14">
                            <a:extLst>
                              <a:ext uri="{FF2B5EF4-FFF2-40B4-BE49-F238E27FC236}">
                                <a16:creationId xmlns:a16="http://schemas.microsoft.com/office/drawing/2014/main" id="{9D73B0A7-D940-0222-7807-615E53A725F8}"/>
                              </a:ext>
                            </a:extLst>
                          </p:cNvPr>
                          <p:cNvSpPr>
                            <a:spLocks noChangeArrowheads="1"/>
                          </p:cNvSpPr>
                          <p:nvPr/>
                        </p:nvSpPr>
                        <p:spPr bwMode="auto">
                          <a:xfrm>
                            <a:off x="3792"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2" name="Oval 15">
                            <a:extLst>
                              <a:ext uri="{FF2B5EF4-FFF2-40B4-BE49-F238E27FC236}">
                                <a16:creationId xmlns:a16="http://schemas.microsoft.com/office/drawing/2014/main" id="{EA72E1AC-2315-70E7-9618-9F85A17831C1}"/>
                              </a:ext>
                            </a:extLst>
                          </p:cNvPr>
                          <p:cNvSpPr>
                            <a:spLocks noChangeArrowheads="1"/>
                          </p:cNvSpPr>
                          <p:nvPr/>
                        </p:nvSpPr>
                        <p:spPr bwMode="auto">
                          <a:xfrm>
                            <a:off x="3120" y="2784"/>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56363" name="Group 103">
                            <a:extLst>
                              <a:ext uri="{FF2B5EF4-FFF2-40B4-BE49-F238E27FC236}">
                                <a16:creationId xmlns:a16="http://schemas.microsoft.com/office/drawing/2014/main" id="{44ED1D65-800B-185B-CD25-EA71B6F2004D}"/>
                              </a:ext>
                            </a:extLst>
                          </p:cNvPr>
                          <p:cNvGrpSpPr>
                            <a:grpSpLocks/>
                          </p:cNvGrpSpPr>
                          <p:nvPr/>
                        </p:nvGrpSpPr>
                        <p:grpSpPr bwMode="auto">
                          <a:xfrm>
                            <a:off x="3120" y="1200"/>
                            <a:ext cx="2112" cy="1584"/>
                            <a:chOff x="3120" y="1200"/>
                            <a:chExt cx="2112" cy="1584"/>
                          </a:xfrm>
                        </p:grpSpPr>
                        <p:sp>
                          <p:nvSpPr>
                            <p:cNvPr id="56364" name="Line 47">
                              <a:extLst>
                                <a:ext uri="{FF2B5EF4-FFF2-40B4-BE49-F238E27FC236}">
                                  <a16:creationId xmlns:a16="http://schemas.microsoft.com/office/drawing/2014/main" id="{908A9D43-8D8D-E604-5946-B135B96308C7}"/>
                                </a:ext>
                              </a:extLst>
                            </p:cNvPr>
                            <p:cNvSpPr>
                              <a:spLocks noChangeShapeType="1"/>
                            </p:cNvSpPr>
                            <p:nvPr/>
                          </p:nvSpPr>
                          <p:spPr bwMode="auto">
                            <a:xfrm flipH="1">
                              <a:off x="331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5" name="Line 48">
                              <a:extLst>
                                <a:ext uri="{FF2B5EF4-FFF2-40B4-BE49-F238E27FC236}">
                                  <a16:creationId xmlns:a16="http://schemas.microsoft.com/office/drawing/2014/main" id="{3D7603EC-D0A8-5A88-44E5-172BCA066A39}"/>
                                </a:ext>
                              </a:extLst>
                            </p:cNvPr>
                            <p:cNvSpPr>
                              <a:spLocks noChangeShapeType="1"/>
                            </p:cNvSpPr>
                            <p:nvPr/>
                          </p:nvSpPr>
                          <p:spPr bwMode="auto">
                            <a:xfrm flipH="1">
                              <a:off x="4752" y="2304"/>
                              <a:ext cx="240"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66" name="Line 50">
                              <a:extLst>
                                <a:ext uri="{FF2B5EF4-FFF2-40B4-BE49-F238E27FC236}">
                                  <a16:creationId xmlns:a16="http://schemas.microsoft.com/office/drawing/2014/main" id="{06031031-6039-246A-33A5-1FABDA28FAC8}"/>
                                </a:ext>
                              </a:extLst>
                            </p:cNvPr>
                            <p:cNvSpPr>
                              <a:spLocks noChangeShapeType="1"/>
                            </p:cNvSpPr>
                            <p:nvPr/>
                          </p:nvSpPr>
                          <p:spPr bwMode="auto">
                            <a:xfrm>
                              <a:off x="3744" y="2304"/>
                              <a:ext cx="192" cy="48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nvGrpSpPr>
                            <p:cNvPr id="56367" name="Group 102">
                              <a:extLst>
                                <a:ext uri="{FF2B5EF4-FFF2-40B4-BE49-F238E27FC236}">
                                  <a16:creationId xmlns:a16="http://schemas.microsoft.com/office/drawing/2014/main" id="{C9EE734B-4718-D54F-4BDD-190D1263FFF1}"/>
                                </a:ext>
                              </a:extLst>
                            </p:cNvPr>
                            <p:cNvGrpSpPr>
                              <a:grpSpLocks/>
                            </p:cNvGrpSpPr>
                            <p:nvPr/>
                          </p:nvGrpSpPr>
                          <p:grpSpPr bwMode="auto">
                            <a:xfrm>
                              <a:off x="3120" y="1200"/>
                              <a:ext cx="2112" cy="1104"/>
                              <a:chOff x="3120" y="1200"/>
                              <a:chExt cx="2112" cy="1104"/>
                            </a:xfrm>
                          </p:grpSpPr>
                          <p:sp>
                            <p:nvSpPr>
                              <p:cNvPr id="56368" name="Oval 10">
                                <a:extLst>
                                  <a:ext uri="{FF2B5EF4-FFF2-40B4-BE49-F238E27FC236}">
                                    <a16:creationId xmlns:a16="http://schemas.microsoft.com/office/drawing/2014/main" id="{82269CD2-E5FF-8585-9880-83CE6804C3D3}"/>
                                  </a:ext>
                                </a:extLst>
                              </p:cNvPr>
                              <p:cNvSpPr>
                                <a:spLocks noChangeArrowheads="1"/>
                              </p:cNvSpPr>
                              <p:nvPr/>
                            </p:nvSpPr>
                            <p:spPr bwMode="auto">
                              <a:xfrm>
                                <a:off x="4128" y="12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69" name="Rectangle 36">
                                <a:extLst>
                                  <a:ext uri="{FF2B5EF4-FFF2-40B4-BE49-F238E27FC236}">
                                    <a16:creationId xmlns:a16="http://schemas.microsoft.com/office/drawing/2014/main" id="{26BC1F3F-213E-C96C-DCFE-08232761AEE2}"/>
                                  </a:ext>
                                </a:extLst>
                              </p:cNvPr>
                              <p:cNvSpPr>
                                <a:spLocks noChangeArrowheads="1"/>
                              </p:cNvSpPr>
                              <p:nvPr/>
                            </p:nvSpPr>
                            <p:spPr bwMode="auto">
                              <a:xfrm>
                                <a:off x="4848" y="1968"/>
                                <a:ext cx="384"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ar-EG" altLang="ar-EG"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6370" name="Line 42">
                                <a:extLst>
                                  <a:ext uri="{FF2B5EF4-FFF2-40B4-BE49-F238E27FC236}">
                                    <a16:creationId xmlns:a16="http://schemas.microsoft.com/office/drawing/2014/main" id="{22B7E476-EACA-46BB-2FE4-604FC57C254D}"/>
                                  </a:ext>
                                </a:extLst>
                              </p:cNvPr>
                              <p:cNvSpPr>
                                <a:spLocks noChangeShapeType="1"/>
                              </p:cNvSpPr>
                              <p:nvPr/>
                            </p:nvSpPr>
                            <p:spPr bwMode="auto">
                              <a:xfrm flipH="1">
                                <a:off x="3600" y="1584"/>
                                <a:ext cx="576"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1" name="Line 71">
                                <a:extLst>
                                  <a:ext uri="{FF2B5EF4-FFF2-40B4-BE49-F238E27FC236}">
                                    <a16:creationId xmlns:a16="http://schemas.microsoft.com/office/drawing/2014/main" id="{DF9F3D40-4027-E094-FF19-7370EAA48B76}"/>
                                  </a:ext>
                                </a:extLst>
                              </p:cNvPr>
                              <p:cNvSpPr>
                                <a:spLocks noChangeShapeType="1"/>
                              </p:cNvSpPr>
                              <p:nvPr/>
                            </p:nvSpPr>
                            <p:spPr bwMode="auto">
                              <a:xfrm>
                                <a:off x="4416" y="1584"/>
                                <a:ext cx="624"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72" name="Line 72">
                                <a:extLst>
                                  <a:ext uri="{FF2B5EF4-FFF2-40B4-BE49-F238E27FC236}">
                                    <a16:creationId xmlns:a16="http://schemas.microsoft.com/office/drawing/2014/main" id="{061CEF3B-2A67-2D72-A256-91F0FD20824A}"/>
                                  </a:ext>
                                </a:extLst>
                              </p:cNvPr>
                              <p:cNvSpPr>
                                <a:spLocks noChangeShapeType="1"/>
                              </p:cNvSpPr>
                              <p:nvPr/>
                            </p:nvSpPr>
                            <p:spPr bwMode="auto">
                              <a:xfrm>
                                <a:off x="3120" y="1200"/>
                                <a:ext cx="1056" cy="1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grpSp>
                      </p:grpSp>
                    </p:grpSp>
                  </p:grpSp>
                </p:grpSp>
              </p:grpSp>
            </p:grpSp>
          </p:grpSp>
        </p:grpSp>
      </p:grpSp>
      <p:sp>
        <p:nvSpPr>
          <p:cNvPr id="56325" name="Line 91">
            <a:extLst>
              <a:ext uri="{FF2B5EF4-FFF2-40B4-BE49-F238E27FC236}">
                <a16:creationId xmlns:a16="http://schemas.microsoft.com/office/drawing/2014/main" id="{C075938F-4B25-54CA-FB2E-4BB16D9B2E2D}"/>
              </a:ext>
            </a:extLst>
          </p:cNvPr>
          <p:cNvSpPr>
            <a:spLocks noChangeShapeType="1"/>
          </p:cNvSpPr>
          <p:nvPr/>
        </p:nvSpPr>
        <p:spPr bwMode="auto">
          <a:xfrm>
            <a:off x="3124200" y="1447800"/>
            <a:ext cx="2667000" cy="152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6" name="Line 93">
            <a:extLst>
              <a:ext uri="{FF2B5EF4-FFF2-40B4-BE49-F238E27FC236}">
                <a16:creationId xmlns:a16="http://schemas.microsoft.com/office/drawing/2014/main" id="{805FA61A-1023-4636-9823-93C24967CB39}"/>
              </a:ext>
            </a:extLst>
          </p:cNvPr>
          <p:cNvSpPr>
            <a:spLocks noChangeShapeType="1"/>
          </p:cNvSpPr>
          <p:nvPr/>
        </p:nvSpPr>
        <p:spPr bwMode="auto">
          <a:xfrm>
            <a:off x="2514600" y="1828800"/>
            <a:ext cx="76200" cy="1066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8" name="Line 96">
            <a:extLst>
              <a:ext uri="{FF2B5EF4-FFF2-40B4-BE49-F238E27FC236}">
                <a16:creationId xmlns:a16="http://schemas.microsoft.com/office/drawing/2014/main" id="{384D77E9-52A7-8AAF-4F80-DEA24A94AFC8}"/>
              </a:ext>
            </a:extLst>
          </p:cNvPr>
          <p:cNvSpPr>
            <a:spLocks noChangeShapeType="1"/>
          </p:cNvSpPr>
          <p:nvPr/>
        </p:nvSpPr>
        <p:spPr bwMode="auto">
          <a:xfrm flipH="1">
            <a:off x="8610600" y="1676400"/>
            <a:ext cx="381000" cy="3048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56329" name="Line 97">
            <a:extLst>
              <a:ext uri="{FF2B5EF4-FFF2-40B4-BE49-F238E27FC236}">
                <a16:creationId xmlns:a16="http://schemas.microsoft.com/office/drawing/2014/main" id="{0D5DDC79-317B-FD4C-B005-738A4B849DF3}"/>
              </a:ext>
            </a:extLst>
          </p:cNvPr>
          <p:cNvSpPr>
            <a:spLocks noChangeShapeType="1"/>
          </p:cNvSpPr>
          <p:nvPr/>
        </p:nvSpPr>
        <p:spPr bwMode="auto">
          <a:xfrm>
            <a:off x="9601200" y="1676400"/>
            <a:ext cx="609600" cy="2438400"/>
          </a:xfrm>
          <a:prstGeom prst="line">
            <a:avLst/>
          </a:prstGeom>
          <a:noFill/>
          <a:ln w="9525" cap="rnd">
            <a:solidFill>
              <a:schemeClr val="bg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a:ea typeface="+mn-ea"/>
              <a:cs typeface="+mn-cs"/>
            </a:endParaRPr>
          </a:p>
        </p:txBody>
      </p:sp>
      <p:sp>
        <p:nvSpPr>
          <p:cNvPr id="81" name="TextBox 80">
            <a:extLst>
              <a:ext uri="{FF2B5EF4-FFF2-40B4-BE49-F238E27FC236}">
                <a16:creationId xmlns:a16="http://schemas.microsoft.com/office/drawing/2014/main" id="{77BB6905-BCFF-4804-7AD8-F85AC0FE6E6D}"/>
              </a:ext>
            </a:extLst>
          </p:cNvPr>
          <p:cNvSpPr txBox="1"/>
          <p:nvPr/>
        </p:nvSpPr>
        <p:spPr>
          <a:xfrm>
            <a:off x="600081" y="5802868"/>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2" name="TextBox 81">
            <a:extLst>
              <a:ext uri="{FF2B5EF4-FFF2-40B4-BE49-F238E27FC236}">
                <a16:creationId xmlns:a16="http://schemas.microsoft.com/office/drawing/2014/main" id="{1DA33560-BF94-2081-A9F3-4E3AC17EFD27}"/>
              </a:ext>
            </a:extLst>
          </p:cNvPr>
          <p:cNvSpPr txBox="1"/>
          <p:nvPr/>
        </p:nvSpPr>
        <p:spPr>
          <a:xfrm>
            <a:off x="597773" y="4521323"/>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3" name="TextBox 82">
            <a:extLst>
              <a:ext uri="{FF2B5EF4-FFF2-40B4-BE49-F238E27FC236}">
                <a16:creationId xmlns:a16="http://schemas.microsoft.com/office/drawing/2014/main" id="{9E44A2EC-B29B-C126-905C-2AE9BF157E58}"/>
              </a:ext>
            </a:extLst>
          </p:cNvPr>
          <p:cNvSpPr txBox="1"/>
          <p:nvPr/>
        </p:nvSpPr>
        <p:spPr>
          <a:xfrm>
            <a:off x="604983" y="3186545"/>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84" name="TextBox 83">
            <a:extLst>
              <a:ext uri="{FF2B5EF4-FFF2-40B4-BE49-F238E27FC236}">
                <a16:creationId xmlns:a16="http://schemas.microsoft.com/office/drawing/2014/main" id="{8BFC9FAE-1ACC-CFDE-D4B2-D9D9C38B193B}"/>
              </a:ext>
            </a:extLst>
          </p:cNvPr>
          <p:cNvSpPr txBox="1"/>
          <p:nvPr/>
        </p:nvSpPr>
        <p:spPr>
          <a:xfrm>
            <a:off x="619710" y="2133600"/>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Min</a:t>
            </a:r>
          </a:p>
        </p:txBody>
      </p:sp>
      <p:sp>
        <p:nvSpPr>
          <p:cNvPr id="85" name="TextBox 84">
            <a:extLst>
              <a:ext uri="{FF2B5EF4-FFF2-40B4-BE49-F238E27FC236}">
                <a16:creationId xmlns:a16="http://schemas.microsoft.com/office/drawing/2014/main" id="{5F533463-C73A-3065-6F41-6EF4BB512530}"/>
              </a:ext>
            </a:extLst>
          </p:cNvPr>
          <p:cNvSpPr txBox="1"/>
          <p:nvPr/>
        </p:nvSpPr>
        <p:spPr>
          <a:xfrm>
            <a:off x="619709" y="1422462"/>
            <a:ext cx="99752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a:ea typeface="+mn-ea"/>
                <a:cs typeface="+mn-cs"/>
              </a:rPr>
              <a:t>Max</a:t>
            </a:r>
          </a:p>
        </p:txBody>
      </p:sp>
      <p:sp>
        <p:nvSpPr>
          <p:cNvPr id="2" name="TextBox 1">
            <a:extLst>
              <a:ext uri="{FF2B5EF4-FFF2-40B4-BE49-F238E27FC236}">
                <a16:creationId xmlns:a16="http://schemas.microsoft.com/office/drawing/2014/main" id="{2D409C81-4A4B-912C-241F-BAD38D5349C4}"/>
              </a:ext>
            </a:extLst>
          </p:cNvPr>
          <p:cNvSpPr txBox="1"/>
          <p:nvPr/>
        </p:nvSpPr>
        <p:spPr>
          <a:xfrm>
            <a:off x="1820207" y="263908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3" name="TextBox 2">
            <a:extLst>
              <a:ext uri="{FF2B5EF4-FFF2-40B4-BE49-F238E27FC236}">
                <a16:creationId xmlns:a16="http://schemas.microsoft.com/office/drawing/2014/main" id="{77488CBF-2BB8-F4F4-E466-00F43CCBD4E5}"/>
              </a:ext>
            </a:extLst>
          </p:cNvPr>
          <p:cNvSpPr txBox="1"/>
          <p:nvPr/>
        </p:nvSpPr>
        <p:spPr>
          <a:xfrm>
            <a:off x="1318479" y="3975207"/>
            <a:ext cx="95611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1600" dirty="0">
                <a:solidFill>
                  <a:srgbClr val="FF0000"/>
                </a:solidFill>
              </a:rPr>
              <a:t>10</a:t>
            </a:r>
          </a:p>
        </p:txBody>
      </p:sp>
      <p:sp>
        <p:nvSpPr>
          <p:cNvPr id="4" name="TextBox 3">
            <a:extLst>
              <a:ext uri="{FF2B5EF4-FFF2-40B4-BE49-F238E27FC236}">
                <a16:creationId xmlns:a16="http://schemas.microsoft.com/office/drawing/2014/main" id="{1C137388-2DFC-30A9-B856-A8C55EB80F91}"/>
              </a:ext>
            </a:extLst>
          </p:cNvPr>
          <p:cNvSpPr txBox="1"/>
          <p:nvPr/>
        </p:nvSpPr>
        <p:spPr>
          <a:xfrm>
            <a:off x="2441762" y="3929892"/>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9</a:t>
            </a:r>
          </a:p>
        </p:txBody>
      </p:sp>
      <p:sp>
        <p:nvSpPr>
          <p:cNvPr id="5" name="TextBox 4">
            <a:extLst>
              <a:ext uri="{FF2B5EF4-FFF2-40B4-BE49-F238E27FC236}">
                <a16:creationId xmlns:a16="http://schemas.microsoft.com/office/drawing/2014/main" id="{7D16E5D7-D17D-A627-ED19-CA85E58ABB98}"/>
              </a:ext>
            </a:extLst>
          </p:cNvPr>
          <p:cNvSpPr txBox="1"/>
          <p:nvPr/>
        </p:nvSpPr>
        <p:spPr>
          <a:xfrm>
            <a:off x="3541062" y="3924651"/>
            <a:ext cx="99752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000" dirty="0">
                <a:solidFill>
                  <a:srgbClr val="FF0000"/>
                </a:solidFill>
              </a:rPr>
              <a:t>14</a:t>
            </a:r>
          </a:p>
        </p:txBody>
      </p:sp>
      <p:sp>
        <p:nvSpPr>
          <p:cNvPr id="6" name="TextBox 5">
            <a:extLst>
              <a:ext uri="{FF2B5EF4-FFF2-40B4-BE49-F238E27FC236}">
                <a16:creationId xmlns:a16="http://schemas.microsoft.com/office/drawing/2014/main" id="{FE65CE98-0AAC-8989-C584-D197CC0C3423}"/>
              </a:ext>
            </a:extLst>
          </p:cNvPr>
          <p:cNvSpPr txBox="1"/>
          <p:nvPr/>
        </p:nvSpPr>
        <p:spPr>
          <a:xfrm>
            <a:off x="4868026" y="3944640"/>
            <a:ext cx="94625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7" name="TextBox 6">
            <a:extLst>
              <a:ext uri="{FF2B5EF4-FFF2-40B4-BE49-F238E27FC236}">
                <a16:creationId xmlns:a16="http://schemas.microsoft.com/office/drawing/2014/main" id="{D4D1B907-2BB4-8624-6CFD-56C4D67D8124}"/>
              </a:ext>
            </a:extLst>
          </p:cNvPr>
          <p:cNvSpPr txBox="1"/>
          <p:nvPr/>
        </p:nvSpPr>
        <p:spPr>
          <a:xfrm>
            <a:off x="5926415" y="3944641"/>
            <a:ext cx="9679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5</a:t>
            </a:r>
          </a:p>
        </p:txBody>
      </p:sp>
      <p:sp>
        <p:nvSpPr>
          <p:cNvPr id="8" name="TextBox 7">
            <a:extLst>
              <a:ext uri="{FF2B5EF4-FFF2-40B4-BE49-F238E27FC236}">
                <a16:creationId xmlns:a16="http://schemas.microsoft.com/office/drawing/2014/main" id="{395E366C-9EA8-99E2-33FC-B598D8D36100}"/>
              </a:ext>
            </a:extLst>
          </p:cNvPr>
          <p:cNvSpPr txBox="1"/>
          <p:nvPr/>
        </p:nvSpPr>
        <p:spPr>
          <a:xfrm>
            <a:off x="7268326" y="3922068"/>
            <a:ext cx="93633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4</a:t>
            </a:r>
          </a:p>
        </p:txBody>
      </p:sp>
      <p:sp>
        <p:nvSpPr>
          <p:cNvPr id="9" name="TextBox 8">
            <a:extLst>
              <a:ext uri="{FF2B5EF4-FFF2-40B4-BE49-F238E27FC236}">
                <a16:creationId xmlns:a16="http://schemas.microsoft.com/office/drawing/2014/main" id="{E12A9A3F-9811-9E63-3786-0F40A546EF7F}"/>
              </a:ext>
            </a:extLst>
          </p:cNvPr>
          <p:cNvSpPr txBox="1"/>
          <p:nvPr/>
        </p:nvSpPr>
        <p:spPr>
          <a:xfrm>
            <a:off x="8500254" y="3924651"/>
            <a:ext cx="995164"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0" name="TextBox 9">
            <a:extLst>
              <a:ext uri="{FF2B5EF4-FFF2-40B4-BE49-F238E27FC236}">
                <a16:creationId xmlns:a16="http://schemas.microsoft.com/office/drawing/2014/main" id="{3E54935E-64AC-0205-3043-741B7A380DDD}"/>
              </a:ext>
            </a:extLst>
          </p:cNvPr>
          <p:cNvSpPr txBox="1"/>
          <p:nvPr/>
        </p:nvSpPr>
        <p:spPr>
          <a:xfrm>
            <a:off x="9854583" y="3919509"/>
            <a:ext cx="93600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t>∞</a:t>
            </a:r>
          </a:p>
        </p:txBody>
      </p:sp>
      <p:sp>
        <p:nvSpPr>
          <p:cNvPr id="11" name="TextBox 10">
            <a:extLst>
              <a:ext uri="{FF2B5EF4-FFF2-40B4-BE49-F238E27FC236}">
                <a16:creationId xmlns:a16="http://schemas.microsoft.com/office/drawing/2014/main" id="{33E69AF8-2392-704E-96A4-B70F537BB5DA}"/>
              </a:ext>
            </a:extLst>
          </p:cNvPr>
          <p:cNvSpPr txBox="1"/>
          <p:nvPr/>
        </p:nvSpPr>
        <p:spPr>
          <a:xfrm>
            <a:off x="4313207" y="2643045"/>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14</a:t>
            </a:r>
            <a:endParaRPr lang="en-GB" sz="2400" dirty="0">
              <a:solidFill>
                <a:srgbClr val="FF0000"/>
              </a:solidFill>
            </a:endParaRPr>
          </a:p>
        </p:txBody>
      </p:sp>
      <p:sp>
        <p:nvSpPr>
          <p:cNvPr id="12" name="TextBox 11">
            <a:extLst>
              <a:ext uri="{FF2B5EF4-FFF2-40B4-BE49-F238E27FC236}">
                <a16:creationId xmlns:a16="http://schemas.microsoft.com/office/drawing/2014/main" id="{DB8016E4-EF91-F0E8-22F6-81F18E11FB27}"/>
              </a:ext>
            </a:extLst>
          </p:cNvPr>
          <p:cNvSpPr txBox="1"/>
          <p:nvPr/>
        </p:nvSpPr>
        <p:spPr>
          <a:xfrm>
            <a:off x="6684536" y="2682526"/>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5</a:t>
            </a:r>
            <a:endParaRPr lang="en-GB" sz="2400" dirty="0">
              <a:solidFill>
                <a:srgbClr val="FF0000"/>
              </a:solidFill>
            </a:endParaRPr>
          </a:p>
        </p:txBody>
      </p:sp>
      <p:sp>
        <p:nvSpPr>
          <p:cNvPr id="13" name="TextBox 12">
            <a:extLst>
              <a:ext uri="{FF2B5EF4-FFF2-40B4-BE49-F238E27FC236}">
                <a16:creationId xmlns:a16="http://schemas.microsoft.com/office/drawing/2014/main" id="{E0D54A0A-E169-3DAB-9DC0-7B5CDE4BB3DE}"/>
              </a:ext>
            </a:extLst>
          </p:cNvPr>
          <p:cNvSpPr txBox="1"/>
          <p:nvPr/>
        </p:nvSpPr>
        <p:spPr>
          <a:xfrm>
            <a:off x="8724899" y="2562011"/>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GB" sz="2400" dirty="0"/>
              <a:t>∞</a:t>
            </a:r>
          </a:p>
        </p:txBody>
      </p:sp>
      <p:sp>
        <p:nvSpPr>
          <p:cNvPr id="14" name="TextBox 13">
            <a:extLst>
              <a:ext uri="{FF2B5EF4-FFF2-40B4-BE49-F238E27FC236}">
                <a16:creationId xmlns:a16="http://schemas.microsoft.com/office/drawing/2014/main" id="{F1735311-AACB-D987-2D6F-9801FA9A8116}"/>
              </a:ext>
            </a:extLst>
          </p:cNvPr>
          <p:cNvSpPr txBox="1"/>
          <p:nvPr/>
        </p:nvSpPr>
        <p:spPr>
          <a:xfrm>
            <a:off x="5509773" y="830402"/>
            <a:ext cx="119425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α </a:t>
            </a:r>
            <a:r>
              <a:rPr lang="en-US" sz="2400" dirty="0"/>
              <a:t>= </a:t>
            </a:r>
            <a:r>
              <a:rPr lang="en-US" sz="2400" dirty="0">
                <a:solidFill>
                  <a:srgbClr val="FF0000"/>
                </a:solidFill>
              </a:rPr>
              <a:t>10</a:t>
            </a:r>
            <a:endParaRPr lang="en-GB" sz="2400" dirty="0">
              <a:solidFill>
                <a:srgbClr val="FF0000"/>
              </a:solidFill>
            </a:endParaRPr>
          </a:p>
        </p:txBody>
      </p:sp>
      <p:sp>
        <p:nvSpPr>
          <p:cNvPr id="15" name="TextBox 14">
            <a:extLst>
              <a:ext uri="{FF2B5EF4-FFF2-40B4-BE49-F238E27FC236}">
                <a16:creationId xmlns:a16="http://schemas.microsoft.com/office/drawing/2014/main" id="{83A266EC-F791-C653-F3B3-96B49FF386C0}"/>
              </a:ext>
            </a:extLst>
          </p:cNvPr>
          <p:cNvSpPr txBox="1"/>
          <p:nvPr/>
        </p:nvSpPr>
        <p:spPr>
          <a:xfrm>
            <a:off x="3157042" y="1719868"/>
            <a:ext cx="121331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10</a:t>
            </a:r>
          </a:p>
        </p:txBody>
      </p:sp>
      <p:sp>
        <p:nvSpPr>
          <p:cNvPr id="16" name="TextBox 15">
            <a:extLst>
              <a:ext uri="{FF2B5EF4-FFF2-40B4-BE49-F238E27FC236}">
                <a16:creationId xmlns:a16="http://schemas.microsoft.com/office/drawing/2014/main" id="{D5B67A85-CA5F-3BA5-07B9-5BB78197AE43}"/>
              </a:ext>
            </a:extLst>
          </p:cNvPr>
          <p:cNvSpPr txBox="1"/>
          <p:nvPr/>
        </p:nvSpPr>
        <p:spPr>
          <a:xfrm>
            <a:off x="7821647" y="1688927"/>
            <a:ext cx="1029567"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l-GR" sz="2400" dirty="0"/>
              <a:t>β</a:t>
            </a:r>
            <a:r>
              <a:rPr lang="en-US" sz="2400" dirty="0"/>
              <a:t> = </a:t>
            </a:r>
            <a:r>
              <a:rPr lang="en-GB" sz="2400" dirty="0">
                <a:solidFill>
                  <a:srgbClr val="FF0000"/>
                </a:solidFill>
              </a:rPr>
              <a:t>5</a:t>
            </a:r>
          </a:p>
        </p:txBody>
      </p:sp>
      <p:cxnSp>
        <p:nvCxnSpPr>
          <p:cNvPr id="17" name="Straight Connector 16">
            <a:extLst>
              <a:ext uri="{FF2B5EF4-FFF2-40B4-BE49-F238E27FC236}">
                <a16:creationId xmlns:a16="http://schemas.microsoft.com/office/drawing/2014/main" id="{6881075C-71E8-7C04-3167-99B5EB559D98}"/>
              </a:ext>
            </a:extLst>
          </p:cNvPr>
          <p:cNvCxnSpPr>
            <a:cxnSpLocks/>
          </p:cNvCxnSpPr>
          <p:nvPr/>
        </p:nvCxnSpPr>
        <p:spPr>
          <a:xfrm flipV="1">
            <a:off x="3035198" y="4890655"/>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3210BBCF-7538-2DA3-00CB-760531440268}"/>
              </a:ext>
            </a:extLst>
          </p:cNvPr>
          <p:cNvCxnSpPr>
            <a:cxnSpLocks/>
          </p:cNvCxnSpPr>
          <p:nvPr/>
        </p:nvCxnSpPr>
        <p:spPr>
          <a:xfrm flipV="1">
            <a:off x="3217436" y="5223500"/>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FE82E0A9-278A-1775-EFB2-381ED1610127}"/>
              </a:ext>
            </a:extLst>
          </p:cNvPr>
          <p:cNvCxnSpPr>
            <a:cxnSpLocks/>
          </p:cNvCxnSpPr>
          <p:nvPr/>
        </p:nvCxnSpPr>
        <p:spPr>
          <a:xfrm flipV="1">
            <a:off x="3292407" y="5473663"/>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F882CC9E-0321-AFD8-632F-93DEBBE5C83F}"/>
              </a:ext>
            </a:extLst>
          </p:cNvPr>
          <p:cNvCxnSpPr>
            <a:cxnSpLocks/>
            <a:stCxn id="56330" idx="1"/>
          </p:cNvCxnSpPr>
          <p:nvPr/>
        </p:nvCxnSpPr>
        <p:spPr>
          <a:xfrm flipV="1">
            <a:off x="3217436" y="5624309"/>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Straight Connector 20">
            <a:extLst>
              <a:ext uri="{FF2B5EF4-FFF2-40B4-BE49-F238E27FC236}">
                <a16:creationId xmlns:a16="http://schemas.microsoft.com/office/drawing/2014/main" id="{539442D1-6A25-E00E-69F1-200ABDB8B80C}"/>
              </a:ext>
            </a:extLst>
          </p:cNvPr>
          <p:cNvCxnSpPr>
            <a:cxnSpLocks/>
          </p:cNvCxnSpPr>
          <p:nvPr/>
        </p:nvCxnSpPr>
        <p:spPr>
          <a:xfrm flipV="1">
            <a:off x="3251323" y="5960125"/>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2" name="Straight Connector 21">
            <a:extLst>
              <a:ext uri="{FF2B5EF4-FFF2-40B4-BE49-F238E27FC236}">
                <a16:creationId xmlns:a16="http://schemas.microsoft.com/office/drawing/2014/main" id="{30975BC7-314A-4105-C4D0-D1A0C982EA00}"/>
              </a:ext>
            </a:extLst>
          </p:cNvPr>
          <p:cNvCxnSpPr>
            <a:cxnSpLocks/>
          </p:cNvCxnSpPr>
          <p:nvPr/>
        </p:nvCxnSpPr>
        <p:spPr>
          <a:xfrm flipV="1">
            <a:off x="4761608" y="3677823"/>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7D9EA3E5-678B-EA23-8AB3-37371607EB6E}"/>
              </a:ext>
            </a:extLst>
          </p:cNvPr>
          <p:cNvCxnSpPr>
            <a:cxnSpLocks/>
          </p:cNvCxnSpPr>
          <p:nvPr/>
        </p:nvCxnSpPr>
        <p:spPr>
          <a:xfrm flipV="1">
            <a:off x="4943846" y="4010668"/>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FDCB0A22-DD7A-3033-0309-D09F45B48B31}"/>
              </a:ext>
            </a:extLst>
          </p:cNvPr>
          <p:cNvCxnSpPr>
            <a:cxnSpLocks/>
          </p:cNvCxnSpPr>
          <p:nvPr/>
        </p:nvCxnSpPr>
        <p:spPr>
          <a:xfrm flipV="1">
            <a:off x="5018817" y="4260831"/>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42A0F1AC-5CE1-949F-A46F-F2316A87BA96}"/>
              </a:ext>
            </a:extLst>
          </p:cNvPr>
          <p:cNvCxnSpPr>
            <a:cxnSpLocks/>
          </p:cNvCxnSpPr>
          <p:nvPr/>
        </p:nvCxnSpPr>
        <p:spPr>
          <a:xfrm flipV="1">
            <a:off x="4943846" y="4411477"/>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 name="Straight Connector 25">
            <a:extLst>
              <a:ext uri="{FF2B5EF4-FFF2-40B4-BE49-F238E27FC236}">
                <a16:creationId xmlns:a16="http://schemas.microsoft.com/office/drawing/2014/main" id="{E4D400EB-BFE2-0DF8-94C4-958990A79B45}"/>
              </a:ext>
            </a:extLst>
          </p:cNvPr>
          <p:cNvCxnSpPr>
            <a:cxnSpLocks/>
          </p:cNvCxnSpPr>
          <p:nvPr/>
        </p:nvCxnSpPr>
        <p:spPr>
          <a:xfrm flipV="1">
            <a:off x="4977733" y="4383113"/>
            <a:ext cx="850675" cy="6252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2" name="Straight Connector 31">
            <a:extLst>
              <a:ext uri="{FF2B5EF4-FFF2-40B4-BE49-F238E27FC236}">
                <a16:creationId xmlns:a16="http://schemas.microsoft.com/office/drawing/2014/main" id="{9384353D-AB7D-444A-92BA-2D02AF7F9E3B}"/>
              </a:ext>
            </a:extLst>
          </p:cNvPr>
          <p:cNvCxnSpPr>
            <a:cxnSpLocks/>
          </p:cNvCxnSpPr>
          <p:nvPr/>
        </p:nvCxnSpPr>
        <p:spPr>
          <a:xfrm flipV="1">
            <a:off x="5015175" y="4943837"/>
            <a:ext cx="736361" cy="37362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3" name="Straight Connector 32">
            <a:extLst>
              <a:ext uri="{FF2B5EF4-FFF2-40B4-BE49-F238E27FC236}">
                <a16:creationId xmlns:a16="http://schemas.microsoft.com/office/drawing/2014/main" id="{93F1CA15-50D2-0A26-79F7-BCC5B72F33E3}"/>
              </a:ext>
            </a:extLst>
          </p:cNvPr>
          <p:cNvCxnSpPr>
            <a:cxnSpLocks/>
          </p:cNvCxnSpPr>
          <p:nvPr/>
        </p:nvCxnSpPr>
        <p:spPr>
          <a:xfrm flipV="1">
            <a:off x="5197413" y="5276682"/>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4" name="Straight Connector 33">
            <a:extLst>
              <a:ext uri="{FF2B5EF4-FFF2-40B4-BE49-F238E27FC236}">
                <a16:creationId xmlns:a16="http://schemas.microsoft.com/office/drawing/2014/main" id="{AD08C823-115C-D2D5-CFC2-546A1B11AAB8}"/>
              </a:ext>
            </a:extLst>
          </p:cNvPr>
          <p:cNvCxnSpPr>
            <a:cxnSpLocks/>
          </p:cNvCxnSpPr>
          <p:nvPr/>
        </p:nvCxnSpPr>
        <p:spPr>
          <a:xfrm flipV="1">
            <a:off x="5272384" y="5526845"/>
            <a:ext cx="533485" cy="31753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5B180733-0239-0465-714B-65C68EBF36AA}"/>
              </a:ext>
            </a:extLst>
          </p:cNvPr>
          <p:cNvCxnSpPr>
            <a:cxnSpLocks/>
          </p:cNvCxnSpPr>
          <p:nvPr/>
        </p:nvCxnSpPr>
        <p:spPr>
          <a:xfrm flipV="1">
            <a:off x="5197413" y="5677491"/>
            <a:ext cx="724251" cy="3573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6" name="Straight Connector 35">
            <a:extLst>
              <a:ext uri="{FF2B5EF4-FFF2-40B4-BE49-F238E27FC236}">
                <a16:creationId xmlns:a16="http://schemas.microsoft.com/office/drawing/2014/main" id="{D2875824-6225-1D62-1B22-766A05B13E89}"/>
              </a:ext>
            </a:extLst>
          </p:cNvPr>
          <p:cNvCxnSpPr>
            <a:cxnSpLocks/>
          </p:cNvCxnSpPr>
          <p:nvPr/>
        </p:nvCxnSpPr>
        <p:spPr>
          <a:xfrm flipV="1">
            <a:off x="5231300" y="6013307"/>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7" name="Straight Connector 26">
            <a:extLst>
              <a:ext uri="{FF2B5EF4-FFF2-40B4-BE49-F238E27FC236}">
                <a16:creationId xmlns:a16="http://schemas.microsoft.com/office/drawing/2014/main" id="{7A9D48A0-4F71-050B-6041-32091F7D2684}"/>
              </a:ext>
            </a:extLst>
          </p:cNvPr>
          <p:cNvCxnSpPr>
            <a:cxnSpLocks/>
          </p:cNvCxnSpPr>
          <p:nvPr/>
        </p:nvCxnSpPr>
        <p:spPr>
          <a:xfrm flipV="1">
            <a:off x="6554775" y="4948303"/>
            <a:ext cx="522949" cy="33010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8" name="Straight Connector 27">
            <a:extLst>
              <a:ext uri="{FF2B5EF4-FFF2-40B4-BE49-F238E27FC236}">
                <a16:creationId xmlns:a16="http://schemas.microsoft.com/office/drawing/2014/main" id="{F1409375-8822-72A5-213E-0F326E1AF03F}"/>
              </a:ext>
            </a:extLst>
          </p:cNvPr>
          <p:cNvCxnSpPr>
            <a:cxnSpLocks/>
          </p:cNvCxnSpPr>
          <p:nvPr/>
        </p:nvCxnSpPr>
        <p:spPr>
          <a:xfrm flipV="1">
            <a:off x="6737013" y="5237625"/>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C40DE882-2C58-7894-EF49-0420C04F489C}"/>
              </a:ext>
            </a:extLst>
          </p:cNvPr>
          <p:cNvCxnSpPr>
            <a:cxnSpLocks/>
          </p:cNvCxnSpPr>
          <p:nvPr/>
        </p:nvCxnSpPr>
        <p:spPr>
          <a:xfrm flipV="1">
            <a:off x="6811984" y="5496232"/>
            <a:ext cx="419955" cy="30909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0" name="Straight Connector 29">
            <a:extLst>
              <a:ext uri="{FF2B5EF4-FFF2-40B4-BE49-F238E27FC236}">
                <a16:creationId xmlns:a16="http://schemas.microsoft.com/office/drawing/2014/main" id="{7CCC8927-595B-D496-8B0E-FDCAF40DC240}"/>
              </a:ext>
            </a:extLst>
          </p:cNvPr>
          <p:cNvCxnSpPr>
            <a:cxnSpLocks/>
          </p:cNvCxnSpPr>
          <p:nvPr/>
        </p:nvCxnSpPr>
        <p:spPr>
          <a:xfrm flipV="1">
            <a:off x="6737013" y="5791200"/>
            <a:ext cx="437028" cy="20462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1" name="Straight Connector 30">
            <a:extLst>
              <a:ext uri="{FF2B5EF4-FFF2-40B4-BE49-F238E27FC236}">
                <a16:creationId xmlns:a16="http://schemas.microsoft.com/office/drawing/2014/main" id="{E2A467F3-BF1E-2AA5-C297-BCA9319BE278}"/>
              </a:ext>
            </a:extLst>
          </p:cNvPr>
          <p:cNvCxnSpPr>
            <a:cxnSpLocks/>
          </p:cNvCxnSpPr>
          <p:nvPr/>
        </p:nvCxnSpPr>
        <p:spPr>
          <a:xfrm flipV="1">
            <a:off x="6770900" y="5974250"/>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7" name="Straight Connector 36">
            <a:extLst>
              <a:ext uri="{FF2B5EF4-FFF2-40B4-BE49-F238E27FC236}">
                <a16:creationId xmlns:a16="http://schemas.microsoft.com/office/drawing/2014/main" id="{C08D65B5-D9C5-DB46-2FC1-1AABD68221BB}"/>
              </a:ext>
            </a:extLst>
          </p:cNvPr>
          <p:cNvCxnSpPr>
            <a:cxnSpLocks/>
          </p:cNvCxnSpPr>
          <p:nvPr/>
        </p:nvCxnSpPr>
        <p:spPr>
          <a:xfrm flipV="1">
            <a:off x="7660307" y="4953000"/>
            <a:ext cx="522949" cy="33010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8" name="Straight Connector 37">
            <a:extLst>
              <a:ext uri="{FF2B5EF4-FFF2-40B4-BE49-F238E27FC236}">
                <a16:creationId xmlns:a16="http://schemas.microsoft.com/office/drawing/2014/main" id="{36C2D689-535A-97DC-3D6B-F84BE6D222FD}"/>
              </a:ext>
            </a:extLst>
          </p:cNvPr>
          <p:cNvCxnSpPr>
            <a:cxnSpLocks/>
          </p:cNvCxnSpPr>
          <p:nvPr/>
        </p:nvCxnSpPr>
        <p:spPr>
          <a:xfrm flipV="1">
            <a:off x="7842545" y="5242322"/>
            <a:ext cx="554123" cy="272732"/>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9" name="Straight Connector 38">
            <a:extLst>
              <a:ext uri="{FF2B5EF4-FFF2-40B4-BE49-F238E27FC236}">
                <a16:creationId xmlns:a16="http://schemas.microsoft.com/office/drawing/2014/main" id="{CA1A1DA8-509E-CFF0-3AFB-A0C2D0F49AAB}"/>
              </a:ext>
            </a:extLst>
          </p:cNvPr>
          <p:cNvCxnSpPr>
            <a:cxnSpLocks/>
          </p:cNvCxnSpPr>
          <p:nvPr/>
        </p:nvCxnSpPr>
        <p:spPr>
          <a:xfrm flipV="1">
            <a:off x="7917516" y="5500929"/>
            <a:ext cx="419955" cy="30909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40" name="Straight Connector 39">
            <a:extLst>
              <a:ext uri="{FF2B5EF4-FFF2-40B4-BE49-F238E27FC236}">
                <a16:creationId xmlns:a16="http://schemas.microsoft.com/office/drawing/2014/main" id="{3A01ABC8-1889-46CC-B366-4A6E2C88D3F1}"/>
              </a:ext>
            </a:extLst>
          </p:cNvPr>
          <p:cNvCxnSpPr>
            <a:cxnSpLocks/>
          </p:cNvCxnSpPr>
          <p:nvPr/>
        </p:nvCxnSpPr>
        <p:spPr>
          <a:xfrm flipV="1">
            <a:off x="7842545" y="5795897"/>
            <a:ext cx="437028" cy="20462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41" name="Straight Connector 40">
            <a:extLst>
              <a:ext uri="{FF2B5EF4-FFF2-40B4-BE49-F238E27FC236}">
                <a16:creationId xmlns:a16="http://schemas.microsoft.com/office/drawing/2014/main" id="{D1C7607C-BE2D-D923-65A5-C918DE80DC70}"/>
              </a:ext>
            </a:extLst>
          </p:cNvPr>
          <p:cNvCxnSpPr>
            <a:cxnSpLocks/>
          </p:cNvCxnSpPr>
          <p:nvPr/>
        </p:nvCxnSpPr>
        <p:spPr>
          <a:xfrm flipV="1">
            <a:off x="7876432" y="5978947"/>
            <a:ext cx="520236" cy="26107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42" name="Straight Connector 41">
            <a:extLst>
              <a:ext uri="{FF2B5EF4-FFF2-40B4-BE49-F238E27FC236}">
                <a16:creationId xmlns:a16="http://schemas.microsoft.com/office/drawing/2014/main" id="{F3096672-DDF4-1600-6704-312EC9D3EAC0}"/>
              </a:ext>
            </a:extLst>
          </p:cNvPr>
          <p:cNvCxnSpPr>
            <a:cxnSpLocks/>
          </p:cNvCxnSpPr>
          <p:nvPr/>
        </p:nvCxnSpPr>
        <p:spPr>
          <a:xfrm flipV="1">
            <a:off x="8610600" y="2416346"/>
            <a:ext cx="770376" cy="479254"/>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43" name="Straight Connector 42">
            <a:extLst>
              <a:ext uri="{FF2B5EF4-FFF2-40B4-BE49-F238E27FC236}">
                <a16:creationId xmlns:a16="http://schemas.microsoft.com/office/drawing/2014/main" id="{58B5AF70-4588-6212-5D7F-2A16C74292E7}"/>
              </a:ext>
            </a:extLst>
          </p:cNvPr>
          <p:cNvCxnSpPr>
            <a:cxnSpLocks/>
          </p:cNvCxnSpPr>
          <p:nvPr/>
        </p:nvCxnSpPr>
        <p:spPr>
          <a:xfrm flipV="1">
            <a:off x="8699271" y="2705668"/>
            <a:ext cx="895117" cy="43852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44" name="Straight Connector 43">
            <a:extLst>
              <a:ext uri="{FF2B5EF4-FFF2-40B4-BE49-F238E27FC236}">
                <a16:creationId xmlns:a16="http://schemas.microsoft.com/office/drawing/2014/main" id="{AE7FD0C2-F852-8F5B-D3A5-FDFB57247F45}"/>
              </a:ext>
            </a:extLst>
          </p:cNvPr>
          <p:cNvCxnSpPr>
            <a:cxnSpLocks/>
          </p:cNvCxnSpPr>
          <p:nvPr/>
        </p:nvCxnSpPr>
        <p:spPr>
          <a:xfrm flipV="1">
            <a:off x="8851214" y="2964275"/>
            <a:ext cx="683977" cy="287591"/>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45" name="Straight Connector 44">
            <a:extLst>
              <a:ext uri="{FF2B5EF4-FFF2-40B4-BE49-F238E27FC236}">
                <a16:creationId xmlns:a16="http://schemas.microsoft.com/office/drawing/2014/main" id="{4E096477-C48D-688E-363F-C8464D84AAFF}"/>
              </a:ext>
            </a:extLst>
          </p:cNvPr>
          <p:cNvCxnSpPr>
            <a:cxnSpLocks/>
          </p:cNvCxnSpPr>
          <p:nvPr/>
        </p:nvCxnSpPr>
        <p:spPr>
          <a:xfrm flipV="1">
            <a:off x="8627637" y="3051567"/>
            <a:ext cx="1185127" cy="50431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46" name="Straight Connector 45">
            <a:extLst>
              <a:ext uri="{FF2B5EF4-FFF2-40B4-BE49-F238E27FC236}">
                <a16:creationId xmlns:a16="http://schemas.microsoft.com/office/drawing/2014/main" id="{BEBAD5A0-E2C1-73C3-E009-0C44B3F1370E}"/>
              </a:ext>
            </a:extLst>
          </p:cNvPr>
          <p:cNvCxnSpPr>
            <a:cxnSpLocks/>
          </p:cNvCxnSpPr>
          <p:nvPr/>
        </p:nvCxnSpPr>
        <p:spPr>
          <a:xfrm flipV="1">
            <a:off x="8642161" y="3200400"/>
            <a:ext cx="1674421" cy="689989"/>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87" name="Straight Connector 86">
            <a:extLst>
              <a:ext uri="{FF2B5EF4-FFF2-40B4-BE49-F238E27FC236}">
                <a16:creationId xmlns:a16="http://schemas.microsoft.com/office/drawing/2014/main" id="{6FE2EAED-FF1F-74F6-06D9-1A1934192650}"/>
              </a:ext>
            </a:extLst>
          </p:cNvPr>
          <p:cNvCxnSpPr>
            <a:cxnSpLocks/>
          </p:cNvCxnSpPr>
          <p:nvPr/>
        </p:nvCxnSpPr>
        <p:spPr>
          <a:xfrm flipV="1">
            <a:off x="8712860" y="3376694"/>
            <a:ext cx="1751908" cy="829764"/>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88" name="Straight Connector 87">
            <a:extLst>
              <a:ext uri="{FF2B5EF4-FFF2-40B4-BE49-F238E27FC236}">
                <a16:creationId xmlns:a16="http://schemas.microsoft.com/office/drawing/2014/main" id="{55E348A7-1FFA-7E28-439E-DEF765D6D207}"/>
              </a:ext>
            </a:extLst>
          </p:cNvPr>
          <p:cNvCxnSpPr>
            <a:cxnSpLocks/>
          </p:cNvCxnSpPr>
          <p:nvPr/>
        </p:nvCxnSpPr>
        <p:spPr>
          <a:xfrm flipV="1">
            <a:off x="8801100" y="3673862"/>
            <a:ext cx="1987371" cy="850954"/>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89" name="Straight Connector 88">
            <a:extLst>
              <a:ext uri="{FF2B5EF4-FFF2-40B4-BE49-F238E27FC236}">
                <a16:creationId xmlns:a16="http://schemas.microsoft.com/office/drawing/2014/main" id="{0AE6B153-00AE-2A2C-32BD-015286BDDFFB}"/>
              </a:ext>
            </a:extLst>
          </p:cNvPr>
          <p:cNvCxnSpPr>
            <a:cxnSpLocks/>
          </p:cNvCxnSpPr>
          <p:nvPr/>
        </p:nvCxnSpPr>
        <p:spPr>
          <a:xfrm flipV="1">
            <a:off x="8872686" y="3964622"/>
            <a:ext cx="1769242" cy="71602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90" name="Straight Connector 89">
            <a:extLst>
              <a:ext uri="{FF2B5EF4-FFF2-40B4-BE49-F238E27FC236}">
                <a16:creationId xmlns:a16="http://schemas.microsoft.com/office/drawing/2014/main" id="{F356151B-F56B-A9AC-DF6C-1E2D5DA361DA}"/>
              </a:ext>
            </a:extLst>
          </p:cNvPr>
          <p:cNvCxnSpPr>
            <a:cxnSpLocks/>
          </p:cNvCxnSpPr>
          <p:nvPr/>
        </p:nvCxnSpPr>
        <p:spPr>
          <a:xfrm flipV="1">
            <a:off x="8726261" y="4437709"/>
            <a:ext cx="2242359" cy="85255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91" name="Straight Connector 90">
            <a:extLst>
              <a:ext uri="{FF2B5EF4-FFF2-40B4-BE49-F238E27FC236}">
                <a16:creationId xmlns:a16="http://schemas.microsoft.com/office/drawing/2014/main" id="{E3B5735F-B01A-A985-0BEA-F0E8075C3553}"/>
              </a:ext>
            </a:extLst>
          </p:cNvPr>
          <p:cNvCxnSpPr>
            <a:cxnSpLocks/>
          </p:cNvCxnSpPr>
          <p:nvPr/>
        </p:nvCxnSpPr>
        <p:spPr>
          <a:xfrm flipV="1">
            <a:off x="8773572" y="5052308"/>
            <a:ext cx="2339005" cy="80843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7" name="Straight Connector 116">
            <a:extLst>
              <a:ext uri="{FF2B5EF4-FFF2-40B4-BE49-F238E27FC236}">
                <a16:creationId xmlns:a16="http://schemas.microsoft.com/office/drawing/2014/main" id="{5C35C3B6-AE5E-BBE0-E1AA-36C1811C2B57}"/>
              </a:ext>
            </a:extLst>
          </p:cNvPr>
          <p:cNvCxnSpPr>
            <a:cxnSpLocks/>
          </p:cNvCxnSpPr>
          <p:nvPr/>
        </p:nvCxnSpPr>
        <p:spPr>
          <a:xfrm flipV="1">
            <a:off x="8812289" y="3549740"/>
            <a:ext cx="1751908" cy="829764"/>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8" name="Straight Connector 117">
            <a:extLst>
              <a:ext uri="{FF2B5EF4-FFF2-40B4-BE49-F238E27FC236}">
                <a16:creationId xmlns:a16="http://schemas.microsoft.com/office/drawing/2014/main" id="{D7A16670-8C35-7DAE-5BF3-E833B84583D5}"/>
              </a:ext>
            </a:extLst>
          </p:cNvPr>
          <p:cNvCxnSpPr>
            <a:cxnSpLocks/>
          </p:cNvCxnSpPr>
          <p:nvPr/>
        </p:nvCxnSpPr>
        <p:spPr>
          <a:xfrm flipV="1">
            <a:off x="8699271" y="4097640"/>
            <a:ext cx="1987371" cy="850954"/>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9" name="Straight Connector 118">
            <a:extLst>
              <a:ext uri="{FF2B5EF4-FFF2-40B4-BE49-F238E27FC236}">
                <a16:creationId xmlns:a16="http://schemas.microsoft.com/office/drawing/2014/main" id="{6D8136E3-91D4-9125-D772-460D34ABFB06}"/>
              </a:ext>
            </a:extLst>
          </p:cNvPr>
          <p:cNvCxnSpPr>
            <a:cxnSpLocks/>
          </p:cNvCxnSpPr>
          <p:nvPr/>
        </p:nvCxnSpPr>
        <p:spPr>
          <a:xfrm flipV="1">
            <a:off x="9016643" y="4235542"/>
            <a:ext cx="1769242" cy="716023"/>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20" name="Straight Connector 119">
            <a:extLst>
              <a:ext uri="{FF2B5EF4-FFF2-40B4-BE49-F238E27FC236}">
                <a16:creationId xmlns:a16="http://schemas.microsoft.com/office/drawing/2014/main" id="{2D27A75E-5179-FB95-C7D3-4691045B4AD5}"/>
              </a:ext>
            </a:extLst>
          </p:cNvPr>
          <p:cNvCxnSpPr>
            <a:cxnSpLocks/>
          </p:cNvCxnSpPr>
          <p:nvPr/>
        </p:nvCxnSpPr>
        <p:spPr>
          <a:xfrm flipV="1">
            <a:off x="8627637" y="4686300"/>
            <a:ext cx="2242359" cy="85255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21" name="Straight Connector 120">
            <a:extLst>
              <a:ext uri="{FF2B5EF4-FFF2-40B4-BE49-F238E27FC236}">
                <a16:creationId xmlns:a16="http://schemas.microsoft.com/office/drawing/2014/main" id="{5047CFE7-48C6-2117-FE75-D21EE39544E7}"/>
              </a:ext>
            </a:extLst>
          </p:cNvPr>
          <p:cNvCxnSpPr>
            <a:cxnSpLocks/>
          </p:cNvCxnSpPr>
          <p:nvPr/>
        </p:nvCxnSpPr>
        <p:spPr>
          <a:xfrm flipV="1">
            <a:off x="8749441" y="5577485"/>
            <a:ext cx="2339005" cy="80843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65057334"/>
      </p:ext>
    </p:extLst>
  </p:cSld>
  <p:clrMapOvr>
    <a:masterClrMapping/>
  </p:clrMapOvr>
  <p:transition spd="slow"/>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Avenir Next LT Pro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LT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TotalTime>
  <Words>3438</Words>
  <Application>Microsoft Office PowerPoint</Application>
  <PresentationFormat>Widescreen</PresentationFormat>
  <Paragraphs>1228</Paragraphs>
  <Slides>81</Slides>
  <Notes>17</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81</vt:i4>
      </vt:variant>
    </vt:vector>
  </HeadingPairs>
  <TitlesOfParts>
    <vt:vector size="92" baseType="lpstr">
      <vt:lpstr>Aharoni</vt:lpstr>
      <vt:lpstr>Aptos</vt:lpstr>
      <vt:lpstr>Arial</vt:lpstr>
      <vt:lpstr>Avenir Next LT Pro</vt:lpstr>
      <vt:lpstr>Avenir Next LT Pro Light</vt:lpstr>
      <vt:lpstr>Calibri</vt:lpstr>
      <vt:lpstr>Tahoma</vt:lpstr>
      <vt:lpstr>Times New Roman</vt:lpstr>
      <vt:lpstr>Tw Cen MT</vt:lpstr>
      <vt:lpstr>RetrospectVTI</vt:lpstr>
      <vt:lpstr>Droplet</vt:lpstr>
      <vt:lpstr>Sheet 3 : Game Playing</vt:lpstr>
      <vt:lpstr>1- Min Max Algorithm </vt:lpstr>
      <vt:lpstr>1- Min Max Algorithm </vt:lpstr>
      <vt:lpstr>Example : Get the Value of A after applying min max algorithm</vt:lpstr>
      <vt:lpstr>PowerPoint Presentation</vt:lpstr>
      <vt:lpstr>PowerPoint Presentation</vt:lpstr>
      <vt:lpstr>PowerPoint Presentation</vt:lpstr>
      <vt:lpstr>PowerPoint Presentation</vt:lpstr>
      <vt:lpstr>Example : Get the Value of I after applying min max algorithm</vt:lpstr>
      <vt:lpstr>PowerPoint Presentation</vt:lpstr>
      <vt:lpstr>PowerPoint Presentation</vt:lpstr>
      <vt:lpstr>PowerPoint Presentation</vt:lpstr>
      <vt:lpstr>PowerPoint Presentation</vt:lpstr>
      <vt:lpstr>Solve the following 3 players game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Alpha Beta Algorithm </vt:lpstr>
      <vt:lpstr>2- Alpha Beta Algorithm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 Get the Value of I after applying alpha beta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More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Basnat Aboshanb</dc:creator>
  <cp:lastModifiedBy>Abdulrahman Elmadkhoum</cp:lastModifiedBy>
  <cp:revision>19</cp:revision>
  <dcterms:created xsi:type="dcterms:W3CDTF">2024-11-03T14:33:08Z</dcterms:created>
  <dcterms:modified xsi:type="dcterms:W3CDTF">2026-07-26T17:27:58Z</dcterms:modified>
</cp:coreProperties>
</file>