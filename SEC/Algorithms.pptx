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95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28386-F429-41FC-9FFB-E658B0ACCD2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1A7C8-1ECA-4B30-8F60-8B6FD7B94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84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8FD8-2017-E75D-93B0-CC93316BD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8DB64-7641-0349-7907-78BD30B98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1C2EF-6D95-73CC-1090-1F702855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DA124-D556-2DCB-9F2B-9CB16155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081D3-1C53-BC5E-FBE2-E9AF22A4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8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A8A9-4C78-790B-F914-B3BE43A5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646C2-9E22-9E3B-609D-553B90F2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F80AE-23A2-1BB6-C141-8BE9D847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6090A-AAF1-8BF2-2172-36D958B4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14F1F-E06C-9B5F-C748-C9774C83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4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A72D-5B5B-EACB-EAA0-D9F103E7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8EBE1-025F-7F8A-811D-FE82C57C8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5AD-8DF5-019A-C2F3-A480FFCB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A92F-3D48-5FF1-4B33-F424907C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6078E-8A59-47A9-0598-84169F02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8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263C-389C-6904-A396-CB583001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38C6-90AD-C658-2EB6-F5DAD1035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C8B50-4110-C1ED-C708-012D55084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2DE78-B0AB-FC73-6217-C40B45A4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AB3EA-BE5C-259D-E338-84826FC8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378B7-705A-BC81-F3EC-724B426E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2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614E3-830E-9631-B5FB-2038E9158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E854C-BFF3-99D6-27C6-0871E0FC9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A6EA0-3B2E-CB9B-6DE0-BCECEDFB7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429BB-C9AD-2E59-4989-5F291A197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CAD5B-9A5F-6B09-01C7-65A6D1EC1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87596-AE3F-7168-7971-26DA44FD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E3747-C1D6-6DE0-8EB3-0FFD5AB3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CAD7C6-8340-FCAF-5404-6ECAB550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6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5D2E-299E-C1C0-69DE-18E2E31E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4ABC3-0B5E-3E38-0A8F-E31FA41D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870A5-37BA-EE7B-1FC6-D14AB5420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1097B-4699-4D3B-921A-1AE4FC40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1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01644-33C8-5014-6360-83563690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6E62D-7956-F06D-F722-03B24449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A26F-AB32-EC48-E79B-050DDD09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9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A72C9-17A8-5E0C-7821-D7081BB3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D8C1-9B6C-0EF9-C225-665C7DADE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26B20-133A-E4F9-D8C2-65EB7999E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8BB8A-04C2-4D52-519E-65DC5492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A759B-277B-ED1D-617B-12EB6987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1D7D7-8B69-16C5-B99F-CA78C1D8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1DE1-8A47-ADE1-DF27-B003250C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E1984-E52D-5EF8-B28F-803F9919B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7297E-42C0-1EB9-A747-EF5D124F5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38C84-AAD3-11D3-BA73-5F6DF2ED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0E50D-50D2-7C21-055D-76BE458F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1D878-C2E4-EB3B-AE26-4A0F9857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7F96-EAD8-D44F-E94C-22390F608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7A556-FA03-5BCB-9C83-023DEBD9D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60411-1D96-BC8F-CFCB-F0C6AC92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EBC4B-8679-F566-1B41-CC99B5AC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F9464-7EA4-2C9B-06A4-C567AF74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0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B9C07-4ED6-0EA2-913D-B512DAF5F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8518F-4ACC-C8CB-F846-7806EACAD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5977-5497-3F0C-E4C3-02CE1EC1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26AD7-D4D1-8995-117D-67512CB6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4A1E1-EF24-DD20-B823-03C6F004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4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E3585-EFDF-8811-A6B5-D61DEC23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68E8C-5B2C-AA05-CDC0-4FB35FE30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3AA8-3B31-1643-1EF7-D390CB491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7AAD1-8A59-4971-9B94-F539D88A4DB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EDC08-7FDC-12DC-0C26-B678F2B9E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C8CD-46B3-A565-FB59-EE24F1445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A62AD-6A29-4526-9E55-68305A960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0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05B25-3E74-3784-CC82-8CD2CC1AF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dirty="0"/>
              <a:t>Section (Algorithms)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E2BFA-A25D-98D5-A919-AA78727AE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Eng. Abdulrahman </a:t>
            </a:r>
            <a:r>
              <a:rPr lang="en-US"/>
              <a:t>ElMadkhoum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61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8FCF8-A62B-9E30-4BEB-B15E2D581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436CD8-689A-B776-88EA-0DE24667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1037"/>
            <a:ext cx="6325386" cy="5191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2D1E54-7CAE-E392-9743-86DC6BDCB378}"/>
              </a:ext>
            </a:extLst>
          </p:cNvPr>
          <p:cNvSpPr txBox="1"/>
          <p:nvPr/>
        </p:nvSpPr>
        <p:spPr>
          <a:xfrm>
            <a:off x="747075" y="2284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Standard Base Class &amp; Utilities</a:t>
            </a:r>
          </a:p>
        </p:txBody>
      </p:sp>
    </p:spTree>
    <p:extLst>
      <p:ext uri="{BB962C8B-B14F-4D97-AF65-F5344CB8AC3E}">
        <p14:creationId xmlns:p14="http://schemas.microsoft.com/office/powerpoint/2010/main" val="362192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FC25-F59A-5265-1F7B-357ADB33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28CC-22C3-EBD3-BC4D-BBE8E0E54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1AC874-9FC4-615E-75A4-211D8BD43287}"/>
              </a:ext>
            </a:extLst>
          </p:cNvPr>
          <p:cNvSpPr txBox="1"/>
          <p:nvPr/>
        </p:nvSpPr>
        <p:spPr>
          <a:xfrm>
            <a:off x="747075" y="2284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Standard Base Class &amp; Utilities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2E425-9799-B8CA-EB4B-B604E5BF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597745"/>
            <a:ext cx="10861815" cy="385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4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8350-940B-F126-4427-235DF3F6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8DBD7-CD71-0330-3616-4A8193F65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C53075-FD7C-BF0A-DF66-101EC3E5452D}"/>
              </a:ext>
            </a:extLst>
          </p:cNvPr>
          <p:cNvSpPr txBox="1"/>
          <p:nvPr/>
        </p:nvSpPr>
        <p:spPr>
          <a:xfrm>
            <a:off x="747075" y="2284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Standard Base Class &amp; Utilities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78292-9AC7-2B17-000F-850AAB3F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60" y="838996"/>
            <a:ext cx="10735602" cy="384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5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2319F-5CC0-C30B-3832-99340488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1DCA5-5CED-FC2C-4CF4-9F233CE6B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BDE96-2FC9-F4D1-3974-BB7809BF23E6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BFS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041940-DEE9-7DB8-AC37-47D5306BE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3598"/>
            <a:ext cx="9954741" cy="400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2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214C7-B19B-551C-2B23-D927FEBE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CCA40-ADD1-42AA-6DBF-87D3FA035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FDF30-0B46-5986-9FE2-141E374E1870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CCA3FA-AA11-DCE4-1A8F-FF9552B1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6097"/>
            <a:ext cx="9201346" cy="542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13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D1732-0653-5E68-C86D-856933773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F853-2993-8701-D57D-36114998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6600F-0F9D-0EDC-EFE8-612898F3189E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DFS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64DD6-CF49-659C-A16D-90B0A1B74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2446"/>
            <a:ext cx="10356604" cy="50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3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EFB9-120E-7D03-4CF8-DB3C8FE0B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668A6-0FFB-2EC8-4866-296B55CB0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58031-8BCF-FBEC-1572-F6BBE412D81B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553C6-3BEE-8CEA-A1A5-80D9DFF1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48" y="369331"/>
            <a:ext cx="9839226" cy="50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43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152C-CD42-C059-550D-83FF5374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30E4F-9F12-721C-F174-4A7B2B45D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CE347-12CD-4548-C012-600DFE841179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Best First Manhattan Distance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67749-F3EB-74B7-0CDF-E72A53E4C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48" y="369332"/>
            <a:ext cx="8274377" cy="587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3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9D01-572B-DA75-F37F-90B4C35A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2510A-4964-E7AF-9C60-D692F6E0E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7081B-ED5B-AC42-57DC-4C6304F6C16F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Best First Manhattan Distance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99E9C-8197-6D60-F6F2-11ABF0EC7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9331"/>
            <a:ext cx="9392955" cy="580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0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8A6A-378B-F32D-32DE-D5CFA864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36F71-A06A-CE52-A4DE-D91D9F4DE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106BBC-1DEB-2D6D-223C-91C59B8C2178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A* Misplaced Tiles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990617-0EAA-D2AB-CEB2-0B2DEC428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332"/>
            <a:ext cx="8063960" cy="49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11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71D87-D54C-E310-A8BF-A613D348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EE1B2-449A-AA86-84A7-87956F040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6A86F-2B60-9A74-F9BB-4C65E615902F}"/>
              </a:ext>
            </a:extLst>
          </p:cNvPr>
          <p:cNvSpPr txBox="1"/>
          <p:nvPr/>
        </p:nvSpPr>
        <p:spPr>
          <a:xfrm>
            <a:off x="737648" y="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A* Misplaced Tiles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BA382-4882-9DCF-BDA1-1583C54B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2" y="369332"/>
            <a:ext cx="7430231" cy="611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4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1582-1B6A-F5C1-A34A-2F614A5B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02D4D-188A-AD31-6FE1-F6B072827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AA690-1D4E-9ECE-0E8E-E49A4D25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00" y="526495"/>
            <a:ext cx="7544777" cy="555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68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7E0E-9FD4-E156-41E5-B1E8A1E7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E40D8-271D-BE3C-7B9F-A791E5353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7D54E-E0BC-CEDF-2F35-BDAF3737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2" y="756451"/>
            <a:ext cx="9162408" cy="408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9303-1363-B71E-1F37-14DA2D22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5BFB3-5BEE-36AF-970D-417B9E17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E1806-F96B-6D7E-564D-572C8760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1928"/>
            <a:ext cx="8632281" cy="368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47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E47B-1C55-51A4-93E8-03137A04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4EA1-4C81-5C05-C78B-5B92E75A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5B842-48EB-FD6B-C59D-B9E78E8EC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47" y="343377"/>
            <a:ext cx="10421442" cy="526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02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6C8B-B5A5-E367-0C50-9B079E9A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F4962-9B99-0125-7316-754BEF86C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04AF9-2201-0425-8696-58362BCD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66426"/>
            <a:ext cx="9614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64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4E48-3D10-B2B5-D65B-CF0E8B35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C6DA2-5C13-5334-626B-7A193E9AA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221FC-7C36-8857-CDA1-8F17AC912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2998"/>
            <a:ext cx="8067921" cy="452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93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E234-7327-2549-1EBD-97A7F004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8CDA6-8C74-967A-9244-FB531AEB9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134B1-810F-1D38-7D8E-60C4E525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03" y="529588"/>
            <a:ext cx="7730828" cy="587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2A573F-C723-D60F-13F4-0E993D37D614}"/>
              </a:ext>
            </a:extLst>
          </p:cNvPr>
          <p:cNvSpPr txBox="1"/>
          <p:nvPr/>
        </p:nvSpPr>
        <p:spPr>
          <a:xfrm>
            <a:off x="716437" y="160256"/>
            <a:ext cx="449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KMeans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431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FD63-8C04-8979-DBEB-5AB55A83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2045D-0830-3293-6BA1-8FF01E394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07E30-2C03-4D11-5ABB-3053B3FD3975}"/>
              </a:ext>
            </a:extLst>
          </p:cNvPr>
          <p:cNvSpPr txBox="1"/>
          <p:nvPr/>
        </p:nvSpPr>
        <p:spPr>
          <a:xfrm>
            <a:off x="716437" y="160256"/>
            <a:ext cx="449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KMeans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0C0E5-DA65-FA36-3554-61E7EA1E7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681037"/>
            <a:ext cx="9444213" cy="487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83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072E-73FF-B680-2D00-56D0DD72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23D12-BB55-E8EF-1692-E23628368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4B4E2-69C4-27AE-E637-8B9406C69ADC}"/>
              </a:ext>
            </a:extLst>
          </p:cNvPr>
          <p:cNvSpPr txBox="1"/>
          <p:nvPr/>
        </p:nvSpPr>
        <p:spPr>
          <a:xfrm>
            <a:off x="716437" y="160256"/>
            <a:ext cx="449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KMeans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08CB6-4A15-6ED8-B0F3-10CE39C5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9588"/>
            <a:ext cx="6524134" cy="619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42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6191-59F1-1CB1-1226-B3015B6C8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8BA47-96FD-DD91-A10A-A151CE3F9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FB031-0369-49DF-500D-55D8160C95D3}"/>
              </a:ext>
            </a:extLst>
          </p:cNvPr>
          <p:cNvSpPr txBox="1"/>
          <p:nvPr/>
        </p:nvSpPr>
        <p:spPr>
          <a:xfrm>
            <a:off x="716437" y="160256"/>
            <a:ext cx="449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KMeans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9C7AC-101C-252B-0DED-9B4B1DE06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26" y="529587"/>
            <a:ext cx="5903173" cy="55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93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14675-01BF-3EB7-2F25-00346A74C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66E2-E21D-C100-164B-A31F6E469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6F7A4-0B70-24D9-CB38-9E20230C6A12}"/>
              </a:ext>
            </a:extLst>
          </p:cNvPr>
          <p:cNvSpPr txBox="1"/>
          <p:nvPr/>
        </p:nvSpPr>
        <p:spPr>
          <a:xfrm>
            <a:off x="716437" y="160256"/>
            <a:ext cx="449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KMeans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AAED6-C6FC-1E5A-1550-A594DF7EE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36" y="529588"/>
            <a:ext cx="5872899" cy="579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48</Words>
  <Application>Microsoft Office PowerPoint</Application>
  <PresentationFormat>Widescreen</PresentationFormat>
  <Paragraphs>18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Section (Algorithms)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Basnat Aboshanb</dc:creator>
  <cp:lastModifiedBy>Abdulrahman Elmadkhoum</cp:lastModifiedBy>
  <cp:revision>22</cp:revision>
  <dcterms:created xsi:type="dcterms:W3CDTF">2025-09-15T21:23:26Z</dcterms:created>
  <dcterms:modified xsi:type="dcterms:W3CDTF">2026-08-03T02:58:33Z</dcterms:modified>
</cp:coreProperties>
</file>