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1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1" r:id="rId56"/>
    <p:sldId id="312" r:id="rId57"/>
    <p:sldId id="313" r:id="rId58"/>
    <p:sldId id="314" r:id="rId59"/>
    <p:sldId id="315" r:id="rId60"/>
    <p:sldId id="317" r:id="rId61"/>
    <p:sldId id="318" r:id="rId62"/>
    <p:sldId id="319" r:id="rId63"/>
    <p:sldId id="320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6" r:id="rId78"/>
    <p:sldId id="337" r:id="rId79"/>
    <p:sldId id="335" r:id="rId80"/>
    <p:sldId id="338" r:id="rId81"/>
    <p:sldId id="339" r:id="rId82"/>
    <p:sldId id="340" r:id="rId83"/>
    <p:sldId id="341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3" r:id="rId94"/>
    <p:sldId id="354" r:id="rId95"/>
    <p:sldId id="355" r:id="rId96"/>
    <p:sldId id="356" r:id="rId97"/>
    <p:sldId id="357" r:id="rId98"/>
    <p:sldId id="358" r:id="rId99"/>
    <p:sldId id="359" r:id="rId100"/>
    <p:sldId id="360" r:id="rId101"/>
    <p:sldId id="361" r:id="rId102"/>
    <p:sldId id="362" r:id="rId103"/>
    <p:sldId id="363" r:id="rId104"/>
    <p:sldId id="364" r:id="rId105"/>
    <p:sldId id="365" r:id="rId106"/>
    <p:sldId id="366" r:id="rId107"/>
    <p:sldId id="367" r:id="rId108"/>
    <p:sldId id="368" r:id="rId109"/>
    <p:sldId id="369" r:id="rId110"/>
    <p:sldId id="370" r:id="rId111"/>
    <p:sldId id="375" r:id="rId112"/>
    <p:sldId id="376" r:id="rId113"/>
    <p:sldId id="374" r:id="rId114"/>
    <p:sldId id="433" r:id="rId115"/>
    <p:sldId id="377" r:id="rId1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6077-4D8C-41C0-8BD9-70E9D8C7E0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75771-5122-457E-936E-90DE256BD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95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96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C2CE-ACDF-8152-DFB3-B0B329B0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50AD0-0206-096F-D067-698E686A6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4AA98-DA70-A8F1-678E-58162DFB0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07F79-6A82-007B-0CAA-A5933135C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12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EFD7A-6F6A-5717-B9E5-67F4A051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D43D9-2FFC-960B-D909-01DC81E18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C3143-2590-AF66-476E-5518D4F24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B2033-8D0B-AF10-C766-F6FBAFED4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99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5FA6-8052-76CE-67F2-3928B35D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34693-8987-ECB9-A201-8A6E464B9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4AC12-7E27-EDF5-7B5B-0165F4718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CC321-5F27-B661-7101-A91181E15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54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3E63-86A0-7A55-218A-C00E6805A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009E2-C7E4-54EF-9724-A583FBB12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DECD5-2470-6FC2-498A-CB346DA43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BEA47-9EFC-625A-C459-8A9ED6C89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1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24AA3-412E-3AFF-5A42-D98F63358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D4A75-452A-D7B2-295D-CFFCBB172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66E96-3CAD-363D-9056-EF48A16E3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6D683-BF67-70E0-A763-599CD8229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88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6415A-0C9E-9330-F722-727ECE7CD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16CED-1648-85BA-4626-9554A8332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193E7-8783-8D3E-6D77-006B96CDE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DCD87-6C97-BB9F-A142-719ED8DC8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28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9D302-1A48-F81D-E4B1-5A6E6972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5FC15-92E2-0012-332A-42985D7D9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264B5-B60D-E073-6447-E94D14E09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49FCF-0E0F-0FD8-F9BB-E4E5B453B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94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85BA4-6469-8027-EF37-9A24A60B0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32EF9-A86F-D4FB-F4BF-158BB89B3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4D13E-9E6E-C344-F892-C3D2F94CE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94077-3252-128A-CB00-E450AA8A7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74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CB495-C3BB-311B-9543-7B65AC72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9ED51-7B66-64A2-6EEC-0C9893AB8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56A99-8C23-96F5-50FF-D1C1ABE3E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05E61-03F6-393F-F0A7-9E54B06CB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41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D51F-9445-DB5C-A3B3-6F98A868C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5C369-7257-2E61-8B89-AC3C41F7B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6EA9C-8FDE-7485-ED6F-DA199F1F0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CC331-3557-2C42-F21A-7BE2D1829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48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0AF6C-B9D6-F6B9-A2F7-9B35CA73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0DF61-16A6-BF2A-70F1-0E7BA70EB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708A4-0B2B-BD91-1B22-C2D0DAA8E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3A2CF-8B78-EB31-629B-F9A110441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69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9D71F-9B0B-745C-85C5-CB98238FC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7552F-E365-1248-2E38-40B1C4DFE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6E3B4-D426-8B11-5A00-BAF78A749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4EB49-E802-2F26-6E73-EFFFB3E0D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211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0E9A7-295F-14DF-DC45-96E7A929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5E2A5-DF06-59FC-E717-05BCA1103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67123-A2FF-3880-BEB8-18B3E7187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1D433-FADA-7E06-7CCD-DB600C41C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4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1983-B79E-3692-7AB4-7DE3002A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94569-FEA9-2FE0-331E-90CEADA1E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13B45-957D-CA89-9599-C05C25D0A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72A57-9348-0CE0-278D-2A13078AF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EB734-6F32-EAFD-AAE5-08E1306B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C64A2-4495-D07B-ACF2-00104F65F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D0FCE-7FC6-FCAF-594F-54A3E8674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F5F9A-B411-2879-3520-7F3E4B235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96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8002-EE2E-9704-0613-39337D3D5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4AFE0-0C96-04D2-9BE2-B91AA8424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62C5C-B6B9-B974-F34A-F25C9942A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5E98F-6542-791E-C177-DB9D829B9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924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AFB9-0837-D454-EC1D-B6A20306E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AEAE7-6A95-5BE7-A87A-4EB28F023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CDDF3-32AB-718B-E24D-972964C87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F5E51-158D-5997-A9E0-7BD4A1F28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97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54C4-C38F-0754-DE2B-0447E5D3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2B814-A2BD-A672-0E43-05139D74A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43790-AB47-3074-CD0D-CAE25A305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01672-96D6-46A2-7DB8-11E08B7FB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825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A4E62-07FC-FFC1-C4FA-3DD1830D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6C24F-9444-2DC1-C4A8-40536FB47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C82F8-EEFC-E016-884D-C4B9025A3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57AA8-28C1-EA36-E0BE-18FC529E8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71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4996E-15EA-B2D0-FE61-64ADF9CC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9A455A-2E15-1754-8AB2-35CAE8F21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4F56E-B543-68F6-B2A4-612D19203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F2BE6-9DEF-4CE3-A3F6-BFBAA677D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1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6FEC-476F-51F0-C30F-0890B086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A68C6-152E-762F-CEC7-494DC7913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B3B84-4377-EBBC-B45C-4330BF8CA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5BDDF-E0E3-C98E-EACE-FEEAC36D4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511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B77DB-E630-2D7A-32F1-C74C775F6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37D9A-C241-412E-F983-0AC5E4EAC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19BE8-46CF-7E35-C0BE-CB0C3E22F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E2EC9-4BD5-6A2B-18B4-35F1F6ACE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939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970B8-9C0E-EB2A-FBCF-7A6C4D64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0084A-0D25-59C3-C75E-B6BE11F88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E36B4-3E55-F388-3568-6AD8B44BA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A35F6-946C-A591-B94F-01CFFA999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145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76E46-4581-CD18-6212-BB72F11F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A7726-37A9-4233-6B48-CC8188D6F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6BD18-DFF1-ED48-5A57-BF5E413F7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D1EEC-5A5F-57FE-C69D-289CD0DCF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397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2FCD0-1CE6-000E-AD9D-66DEEC0C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E3D1C-0A0B-942F-E978-AD1DF3F98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C1A42-62AA-3C76-9BB3-30B92662F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C5109-A8D6-177E-D12D-33E7B9F26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421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B5CAF-C003-CC1D-20B0-A7A7A4039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14037-FA29-8A47-6509-DB7A0C1AA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819A9-1E74-3F0C-37A2-F14DFF883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52E65-BAA3-6F6D-635D-CADF7D99C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477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8E9F7-AF0D-F7BD-168A-56E14F5C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258CC-152A-27F4-C789-A39F4E779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4103D-E01F-4E2F-306B-AC548CE56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88C5-EFE7-E444-383E-11549B23B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438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6AE34-E070-677F-A0C0-3F12BF9A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B941F-EA7C-5078-2D23-028E0C32D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B71F4-9934-F885-852F-E8F2D0BCB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AF872-2698-A2CB-33F7-CEA0A9E7B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565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102E-E04A-4206-2443-CA907F5A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E9B32-F830-EA06-B60A-073B34E64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BD7E8-3F88-65E3-1A54-7EDECF785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25360-9951-91B1-2254-474919FFE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467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7ECAF-FECC-EA66-DBF9-9620150AB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E8962-92C4-458B-9176-CA7368102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E0D97-23A9-C9E7-A3C0-AF445DF48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1B6AC-0827-F094-E529-B51E0BCC3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79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CAD7A-944B-509E-1B20-13A66691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7AB34-7EAA-AA5D-34DC-561A85A2B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757AB-B59D-F7D4-C37D-10039F3D5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A426A-3497-49FC-A73C-1C2138732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794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EA535-17AC-A070-BD50-2F6379C31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492F4-9DEA-F01E-8CDE-B1FF7C6F8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7A25A-1746-D1D0-F654-DCE4FB4E3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990A0-88FE-2953-26C1-DB4938BCD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640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9841B-E8DF-85BE-35CF-43AFCD7C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76D28-F4E4-E10D-10D2-3A774E805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E97F1-1D1B-3E3A-8B20-D5C488DC5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DB530-F3CE-4E62-6559-15165E4F4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596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28192-4F08-9D18-4D5A-D94C99FC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1C1CC-CF61-03D9-B021-465E0AE99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1FDE9-7E97-127F-84AB-D1F58C291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D76C6-F3C3-6430-B71F-6240AF271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150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E4CFE-5003-B401-BC9C-3D67D920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37855-2BAC-80BB-BF0A-6D8E50D77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67397-73F8-DA43-3026-1F177262C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5CEBB-0AA1-B98E-E07F-08A408FFD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206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39D13-F8AD-0F5B-B305-1700E10B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A9508-6D52-2EBC-B731-7D2AD0225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FEEA1-2150-846A-9204-7F601F4B8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17688-756E-91F5-5DDF-7EF6D9B97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028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35CAE-4CEB-8448-D7F6-AA3D7725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D8770-4EA8-F7C6-8EC2-9F790EDBF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2EECB-8361-BAC5-C135-8E74603FE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9671C-3D1F-5A0B-C262-891E55BA0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728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708F4-E1C4-0B77-4CB6-D4A1568D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03EB5-2190-1BE0-9791-D5280EFE8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818D0-36F2-C2D9-1FD7-1C9959B92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C5D45-DC39-7816-1554-E7EF1008C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152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7D344-BA9E-A31E-8437-29A6D605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DDB4C-1662-8F02-A414-DCEFF9B92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9DEFA-DCF7-1694-C210-6E0C2F006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406D3-80E1-AF08-BF69-2536ADDC9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515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12CBF-7603-B2E0-7F74-3AD878661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EBC20-F641-3D06-7079-964B6CDCF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85C5D-565E-9450-52C7-DFB867A28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BFEE9-EE08-8211-B292-DB8A0C141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855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BA7E6-4F89-4F97-F89C-7CED113E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7A039-807F-CF90-1466-25F4DCE14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BF754-56ED-D1F5-C587-B39FE9B21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5C5D6-A3B9-3B95-42A6-8D05A5929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851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C192-DBCA-902C-ABA4-4CCA108DA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39BA8-5B76-E7A3-A618-2FB816B3C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24DAF-9461-797B-4BA4-B0664D568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B44C4-EC45-5BAB-14C3-22C8A1DAD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151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DB7A-6F70-71AF-D32C-86359B5B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5C975-763E-B919-FC4D-FE059842B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A10A3-F9F0-A545-15C6-58E832356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334F2-DE65-345D-D7D2-381E7B543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389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E5FE8-5224-41C7-3A47-E7099A37D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AE102-3EEC-3BCA-50F3-6A709CCB2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F753E-38B0-0104-8DC9-AE2DC6CA9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743BA-34FD-0F10-9234-BAE4FF1D1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155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672A0-5F63-CAF7-6C26-CA7FD22F7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3E69E-2FAD-0224-65B4-D35B38BCB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E6DC8-CC03-D468-217C-13B2A9521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1C40D-0206-A301-E933-A59D69964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052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6701D-121A-61F9-2705-B37E07A69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74A98-22CF-EDFE-0288-B4C62FDC5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2FCC5-AEA9-75B6-3967-9A56C9F92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1C526-9271-2D6F-9630-5FF18647A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428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19B88-A5D5-BD69-9540-5C41D97B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25A67-240B-99E4-2BEB-0C253F438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27F3B-08B0-2BCA-7434-A29428249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8C1A7-5EDB-B573-EB45-7CC38FFB6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24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2ADDB-A1DB-9A8B-5D5C-6A7AAF0C6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E403B-4FBA-542D-6B16-085771641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5DBBC-9C48-E338-C855-60BF3D57A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4AE92-FC27-D45C-7398-035BE5247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697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0677D-6B53-92A7-C0EA-BBC6E9F5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6934C-214A-57C2-5BCB-797995DDD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0DB4C-CC7B-5441-3F7C-93F0E2FDA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F4A8F-E273-1D6B-4E59-D7309EA19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83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F4E0B-28EB-D8B0-506E-1A11BC8ED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E3A53-20E0-BE09-F1C7-FF7C8520D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CDBBD7-4262-F0AD-D706-6085E729B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CB174-1938-BC60-EA7E-4DB9424E2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476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204E-72C4-AD9C-D98F-742FF00C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15C5F-B0E9-9714-EAE6-8151BD9E5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1C118-3627-73B7-1C2E-439DABADA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61169-08C3-445F-4D07-8B200266E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999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1546-0723-393E-809F-E5CA9BCBA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748CA-5830-3477-0BFC-F9C55D0C9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68B7C-F25C-96EE-9F37-EF991BBF5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4F4AD-F2E8-1C9A-8230-8D509E1D8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9569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CA37-C165-B5D6-4DFC-DF2BE856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E65F9C-3B6B-7CA1-92DA-EF2DBFED4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CF7FC-11C8-91DC-951C-74BFF3967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AD7B6-8511-679B-86D8-DDFCD200B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414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76041-0C4E-A86B-FF78-94386129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6417F-A1FD-3CEF-5674-FC1E25C40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FF5A0-C511-CF3E-865A-5312AE4A0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4ABB7-7C2B-70D8-4589-9258BCFBD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864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F4730-D317-0581-CD54-FBF81A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21136-F872-965F-43CA-8A1EB23AA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5287E-22D1-0E4C-9E0C-D3874EE75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55D0B-1E09-1DAC-476F-702BBC883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271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9979-442A-7E8D-DB8D-C4E7135F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613F7-C6C0-947F-EE6B-FAA14670A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7F74E-263C-1F08-786E-4CACDB822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6AF67-00B5-8BF6-E78D-14EBB9F2A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6522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18FB-BFE0-62E7-106E-1BEB7AFC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2B57E-E1BC-1890-4791-C6FBE32B5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DBCA1-8E96-3E04-34F6-FE4546768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CF214-E0C9-868C-A3D5-29DA043EF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6331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944FB-34A4-7AA8-777A-283EAF8E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E1DE5-FDE7-CEEC-DD2A-F2EC3FEF2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B2DD1-3E84-4D99-471E-FCB9BAC57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9B068-0152-3C30-0ED0-24AC22EAF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484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69A86-71B3-3F42-B43A-6CB367E4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378CB-E482-76E1-59CB-9CFCB2088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D46BD-4597-373F-6978-B1A130F1F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AD699-B02A-EFCB-CAC6-FE44A63DF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789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CD459-1C90-09CE-53D1-8FE4C7133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5ED45-3B79-2926-A77C-9F29493FE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D1636-B9F5-CAAC-CA44-5DADBADEA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F74B8-AF9D-EA8B-F785-A8AD68FC1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1855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0A498-0AFE-0980-6C08-AEE63A77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5F3C2-F056-9FD2-0552-965ABEC2E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28970-F5F9-A9E4-2C21-EC483366A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ECD5A-2655-E04A-AF2B-9A4440B53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5785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B5C1C-83E8-B890-B939-E98BCC26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123C5-A002-B895-3934-22862C6AA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1E709-FC64-7F23-D3F9-FDB4CC73D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7DCD6-7FDF-595C-9AEA-13C2E0A96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280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AAACA-CF3E-32B7-39D0-44AAA6DF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18C7C-3082-9510-7CFC-9A20C51D9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46542-5159-0EE7-86BE-16F97BB47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80E5B-9B15-F84B-22C5-3AF834A1B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1156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BD46D-22CB-DFE7-CA36-375B5366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8041F-92D2-99A0-CDFE-C9FAEC594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8A3B6-23F2-4E6D-4A18-4F6901E61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292FC-F922-EC52-8939-336D2147D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1888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8D211-006B-2F28-1845-23A903EFB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C5940-87EC-141F-D570-3EDFE1E9D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85F58-9678-A9A0-1705-60D416A62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1265D-A195-B5FE-B373-683307BC5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3044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628B8-D83A-1FD9-C1E0-89040F55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89A97-61D5-2BFB-3F02-F852847FA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8DA77-2B44-FC05-3A65-8D1DDF8B5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95CDD-B099-A2B8-957C-834CA0BEC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5162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49E36-5ECD-6C56-C679-1A01D8EAF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D13FC-A8BC-D836-A3F7-AC4EC64D5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87090-3F5F-306F-2A71-29A6B9259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FF494-FB62-7B41-4CB7-7C6BE2ECA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7743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A299-762B-7806-5593-F2E69E55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E4B87-2926-72FC-A26C-728460CE5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49E04-13AA-FC94-BDDC-BCE6E19BC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7DDC4-D8FF-9480-2F4C-F3384AE37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2853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45F03-BE98-3945-F348-1B3CE77A1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F021B-DDE4-66A1-B00C-7F555A756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902E5-55D7-F5D5-DFC1-F64E835F2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2E5DA-E1A7-E7B7-D6E5-174875108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0565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270DD-50F0-36AA-2A92-51136C71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CE862-21FD-6920-7AA8-E7B357941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A1861-79A1-92B8-B70F-012B65FA2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CBBC0-BC2C-3140-AC21-E714758E3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5343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A06BB-E3D9-B3A8-FDCE-47E78F72A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52BCF-2F2E-F620-1677-C9DEC9E29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C487A-2B58-6612-624E-1956A2DC9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53CD6-1155-498A-03D6-C97B7CB2F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4810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DB13-7C8C-0B86-8A98-A2850DE8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3D25F-ABB0-6FE3-42A0-A95D9485E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64BF9-3D6B-E604-B216-6B0427C0D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00C33-984F-A15E-EBBA-088DE2A48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5192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0DFA-63A1-FD38-DB19-27924385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5AA52-324C-CA6F-A344-C4F44982C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55712-96A0-61D6-27A1-120B99AAB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16465-7A95-3CB3-2C33-5123640A9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0074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BD60-DDF2-2860-01E8-62A6610B8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7F64A-B79C-28DD-CCE1-2FF896F06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B1AE5-70B8-F668-7D04-161C7AB0B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62AAA-64F5-00E0-A8FD-43D2AFE3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5771-5122-457E-936E-90DE256BD88D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21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BDF7-86D1-5269-6639-6FE0ED421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2BBCE-C26B-E467-B3C8-2D8420446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F56FF-9167-AACE-C28F-0F6BE748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A8235-C6BF-C66F-3998-1D7E9B38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FD6C7-13FD-4CCE-C446-DCAE7C23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7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7C3C3-16BB-B077-3ED8-7C992432D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F4E93-ECDB-E3DE-1EFD-6090E3121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4BAC-80EE-6200-87BA-CCACA3F6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3CB99-31F5-A460-4671-E7CBEB30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D6F40-F3BA-EDC5-29E3-052584A4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9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C1BB-5CCB-74C3-5263-276B08FC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70639-40DE-E5CC-2B5A-16676369B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3DCAD-407C-01D3-EC95-813FBE70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514C3-B778-07BD-3468-20D95976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CF3B7-C68F-D36C-B2A3-F667CEA0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6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29A41-BCB1-CEEB-5214-78521BBB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73D5E-B21A-DD79-1B79-8174F52D2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168D5-34D1-FF6C-CB43-6AAD33802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F0840-19EC-B1AF-90A7-0EF80142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7879-985E-BED7-6992-6E89C400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E116C-72D8-3F2F-84DC-41E7E463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680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B6FE-E469-53EB-F87A-2448B253E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A1B00-AF3D-20E0-E31A-D50692904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C06DC-2B9C-C26C-BA88-BAC9EBE63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6AE8C-C50A-C9C8-3EF9-F835CEF3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9E38A-F097-55BF-2302-77A1EA6EA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B6AC6-E31A-873D-A766-1E94B860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E95A05-7C84-8C65-C864-F1640EE5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05BD1-4A1C-8515-A049-9E4059E4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44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1582-D686-5733-DAA2-01C245FE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6047F-7781-1297-3EDB-97D352A2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20DB4-801B-41F2-E4FC-743AEFDF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64CE4-B2B0-4B1F-5A88-93F755ED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4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63B03-1880-3A53-C601-EDA2C6E58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B9F51-DE7D-6059-83D8-50DAF899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F91AF-87E9-D412-6578-9CBF637B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2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560A-B3D7-CB93-3FE5-7FBC15A85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1677-B5B5-F7CC-F30A-4C362A1A1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A1AA7-F575-12E2-30A5-E983FA036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161AE-0C3F-7891-0408-D06B9057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E28B0-7C23-E0A8-855B-E438D672D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E9414-003F-E9C8-E97B-862E830E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1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3CD5-9BB1-7DCE-8AC8-4FCDECA8F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2329AC-5E0D-111C-BFE2-6BF5A3566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1FED4-E8CA-A31D-3C7E-CB50EF58E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1594A-CF2A-E6BC-C87E-5818D727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D73E7-388D-5751-8B74-AA77177F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770D3-ED4A-DAA1-2718-90615DD2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1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292E-5F33-E54A-7BB5-79448296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7313D-46E4-2B41-29D0-91DFEFBFF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34C7C-6FF5-2E2D-1AAE-4208112D2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9B96F-53A9-B67B-FC8B-5C7D975D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84CA-4872-FAA5-298A-C69C07A8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4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FFAB5-2119-F650-BAB3-1560E6B4F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6AB58-6CAB-B78F-C0E7-CFD7E7650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D5784-C313-BFC5-549A-1C4E1FD8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41F4B-E5D4-A48C-120A-C93CD1D1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25D5F-CC20-DA61-EB98-732DB411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8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15067" y="2493893"/>
            <a:ext cx="8161867" cy="822019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4AD89C-DF1E-4948-B597-5DD47B34A9CA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015067" y="3428471"/>
            <a:ext cx="8161867" cy="2161450"/>
          </a:xfrm>
        </p:spPr>
        <p:txBody>
          <a:bodyPr anchor="t"/>
          <a:lstStyle>
            <a:lvl1pPr marL="0" indent="0" algn="ctr">
              <a:spcBef>
                <a:spcPts val="0"/>
              </a:spcBef>
              <a:buFontTx/>
              <a:buNone/>
              <a:defRPr/>
            </a:lvl1pPr>
            <a:lvl2pPr marL="457162" indent="0">
              <a:buNone/>
              <a:defRPr sz="1200"/>
            </a:lvl2pPr>
            <a:lvl3pPr marL="914324" indent="0">
              <a:buNone/>
              <a:defRPr sz="1200"/>
            </a:lvl3pPr>
            <a:lvl4pPr marL="1371486" indent="0">
              <a:buNone/>
              <a:defRPr sz="1200"/>
            </a:lvl4pPr>
            <a:lvl5pPr marL="1828648" indent="0">
              <a:buNone/>
              <a:defRPr sz="1200"/>
            </a:lvl5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1498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DCC75E-114A-75A3-24C0-C89FD844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57AD5-4CB7-C472-2BC3-C77FCCF21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6A927-0AD8-EABB-1891-C19D1DD0C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6ADD4-7225-81C8-17D2-DD73C20A9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CDEF5-C4E2-3AC9-323F-EF7F2CF0F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purple dots&#10;&#10;Description automatically generated">
            <a:extLst>
              <a:ext uri="{FF2B5EF4-FFF2-40B4-BE49-F238E27FC236}">
                <a16:creationId xmlns:a16="http://schemas.microsoft.com/office/drawing/2014/main" id="{EB8DF071-FF9F-A2B2-0786-E5816DA491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33"/>
          <a:stretch/>
        </p:blipFill>
        <p:spPr>
          <a:xfrm>
            <a:off x="20" y="10"/>
            <a:ext cx="609598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0" y="0"/>
                </a:moveTo>
                <a:lnTo>
                  <a:pt x="2758239" y="0"/>
                </a:lnTo>
                <a:lnTo>
                  <a:pt x="2916747" y="218181"/>
                </a:lnTo>
                <a:cubicBezTo>
                  <a:pt x="3525935" y="1023180"/>
                  <a:pt x="4281133" y="1818277"/>
                  <a:pt x="4839749" y="2631787"/>
                </a:cubicBezTo>
                <a:cubicBezTo>
                  <a:pt x="5571203" y="3696928"/>
                  <a:pt x="6122704" y="4799581"/>
                  <a:pt x="6095001" y="5672947"/>
                </a:cubicBezTo>
                <a:cubicBezTo>
                  <a:pt x="6083564" y="6040467"/>
                  <a:pt x="5972980" y="6348559"/>
                  <a:pt x="5792922" y="6612444"/>
                </a:cubicBezTo>
                <a:cubicBezTo>
                  <a:pt x="5755410" y="6667420"/>
                  <a:pt x="5714882" y="6720477"/>
                  <a:pt x="5671607" y="6771753"/>
                </a:cubicBezTo>
                <a:lnTo>
                  <a:pt x="559164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428CE-A8A5-CCBF-BF2A-5BDCEEB18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1524000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Sheet 2: Search</a:t>
            </a:r>
            <a:br>
              <a:rPr lang="en-US" sz="4400"/>
            </a:br>
            <a:r>
              <a:rPr lang="en-US" sz="4400"/>
              <a:t>Blind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178AA-E726-2A30-504C-8A7D52474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571999"/>
            <a:ext cx="4572000" cy="1524000"/>
          </a:xfrm>
        </p:spPr>
        <p:txBody>
          <a:bodyPr>
            <a:normAutofit/>
          </a:bodyPr>
          <a:lstStyle/>
          <a:p>
            <a:pPr algn="l"/>
            <a:r>
              <a:rPr lang="en-US"/>
              <a:t>Eng</a:t>
            </a:r>
            <a:r>
              <a:rPr lang="en-US" dirty="0"/>
              <a:t>. Abdulrahman </a:t>
            </a:r>
            <a:r>
              <a:rPr lang="en-US" dirty="0" err="1"/>
              <a:t>ElMadkhoum</a:t>
            </a: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88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E57F62-88D1-1BFE-F79B-5C7B7FA6B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0"/>
            <a:ext cx="9501188" cy="2528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CC999F-2FA1-C97F-D853-2688188CE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2528888"/>
            <a:ext cx="9501188" cy="43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3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99F2931-70EC-414E-8957-39CC893D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8FFBE11-4B3E-48D7-94D4-2EC8CC9F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79720"/>
            <a:ext cx="12192000" cy="3378280"/>
          </a:xfrm>
          <a:custGeom>
            <a:avLst/>
            <a:gdLst>
              <a:gd name="connsiteX0" fmla="*/ 0 w 12192000"/>
              <a:gd name="connsiteY0" fmla="*/ 0 h 3378280"/>
              <a:gd name="connsiteX1" fmla="*/ 13973 w 12192000"/>
              <a:gd name="connsiteY1" fmla="*/ 3431 h 3378280"/>
              <a:gd name="connsiteX2" fmla="*/ 86774 w 12192000"/>
              <a:gd name="connsiteY2" fmla="*/ 43536 h 3378280"/>
              <a:gd name="connsiteX3" fmla="*/ 229780 w 12192000"/>
              <a:gd name="connsiteY3" fmla="*/ 145557 h 3378280"/>
              <a:gd name="connsiteX4" fmla="*/ 302639 w 12192000"/>
              <a:gd name="connsiteY4" fmla="*/ 203425 h 3378280"/>
              <a:gd name="connsiteX5" fmla="*/ 348081 w 12192000"/>
              <a:gd name="connsiteY5" fmla="*/ 187174 h 3378280"/>
              <a:gd name="connsiteX6" fmla="*/ 436950 w 12192000"/>
              <a:gd name="connsiteY6" fmla="*/ 184066 h 3378280"/>
              <a:gd name="connsiteX7" fmla="*/ 501693 w 12192000"/>
              <a:gd name="connsiteY7" fmla="*/ 233225 h 3378280"/>
              <a:gd name="connsiteX8" fmla="*/ 557201 w 12192000"/>
              <a:gd name="connsiteY8" fmla="*/ 312390 h 3378280"/>
              <a:gd name="connsiteX9" fmla="*/ 617648 w 12192000"/>
              <a:gd name="connsiteY9" fmla="*/ 333897 h 3378280"/>
              <a:gd name="connsiteX10" fmla="*/ 692332 w 12192000"/>
              <a:gd name="connsiteY10" fmla="*/ 386327 h 3378280"/>
              <a:gd name="connsiteX11" fmla="*/ 802009 w 12192000"/>
              <a:gd name="connsiteY11" fmla="*/ 419027 h 3378280"/>
              <a:gd name="connsiteX12" fmla="*/ 914003 w 12192000"/>
              <a:gd name="connsiteY12" fmla="*/ 475419 h 3378280"/>
              <a:gd name="connsiteX13" fmla="*/ 938561 w 12192000"/>
              <a:gd name="connsiteY13" fmla="*/ 472887 h 3378280"/>
              <a:gd name="connsiteX14" fmla="*/ 1035683 w 12192000"/>
              <a:gd name="connsiteY14" fmla="*/ 486697 h 3378280"/>
              <a:gd name="connsiteX15" fmla="*/ 1035757 w 12192000"/>
              <a:gd name="connsiteY15" fmla="*/ 486731 h 3378280"/>
              <a:gd name="connsiteX16" fmla="*/ 1074336 w 12192000"/>
              <a:gd name="connsiteY16" fmla="*/ 494465 h 3378280"/>
              <a:gd name="connsiteX17" fmla="*/ 1285084 w 12192000"/>
              <a:gd name="connsiteY17" fmla="*/ 589112 h 3378280"/>
              <a:gd name="connsiteX18" fmla="*/ 1409116 w 12192000"/>
              <a:gd name="connsiteY18" fmla="*/ 656332 h 3378280"/>
              <a:gd name="connsiteX19" fmla="*/ 1533725 w 12192000"/>
              <a:gd name="connsiteY19" fmla="*/ 699179 h 3378280"/>
              <a:gd name="connsiteX20" fmla="*/ 1636242 w 12192000"/>
              <a:gd name="connsiteY20" fmla="*/ 741533 h 3378280"/>
              <a:gd name="connsiteX21" fmla="*/ 1704848 w 12192000"/>
              <a:gd name="connsiteY21" fmla="*/ 770749 h 3378280"/>
              <a:gd name="connsiteX22" fmla="*/ 1718292 w 12192000"/>
              <a:gd name="connsiteY22" fmla="*/ 781051 h 3378280"/>
              <a:gd name="connsiteX23" fmla="*/ 1720835 w 12192000"/>
              <a:gd name="connsiteY23" fmla="*/ 781117 h 3378280"/>
              <a:gd name="connsiteX24" fmla="*/ 1753341 w 12192000"/>
              <a:gd name="connsiteY24" fmla="*/ 800301 h 3378280"/>
              <a:gd name="connsiteX25" fmla="*/ 1775454 w 12192000"/>
              <a:gd name="connsiteY25" fmla="*/ 815182 h 3378280"/>
              <a:gd name="connsiteX26" fmla="*/ 1781011 w 12192000"/>
              <a:gd name="connsiteY26" fmla="*/ 816068 h 3378280"/>
              <a:gd name="connsiteX27" fmla="*/ 1817738 w 12192000"/>
              <a:gd name="connsiteY27" fmla="*/ 834926 h 3378280"/>
              <a:gd name="connsiteX28" fmla="*/ 1830702 w 12192000"/>
              <a:gd name="connsiteY28" fmla="*/ 836485 h 3378280"/>
              <a:gd name="connsiteX29" fmla="*/ 1853950 w 12192000"/>
              <a:gd name="connsiteY29" fmla="*/ 841519 h 3378280"/>
              <a:gd name="connsiteX30" fmla="*/ 1915890 w 12192000"/>
              <a:gd name="connsiteY30" fmla="*/ 841983 h 3378280"/>
              <a:gd name="connsiteX31" fmla="*/ 1960900 w 12192000"/>
              <a:gd name="connsiteY31" fmla="*/ 865789 h 3378280"/>
              <a:gd name="connsiteX32" fmla="*/ 1961217 w 12192000"/>
              <a:gd name="connsiteY32" fmla="*/ 865662 h 3378280"/>
              <a:gd name="connsiteX33" fmla="*/ 1969825 w 12192000"/>
              <a:gd name="connsiteY33" fmla="*/ 869049 h 3378280"/>
              <a:gd name="connsiteX34" fmla="*/ 1975234 w 12192000"/>
              <a:gd name="connsiteY34" fmla="*/ 872329 h 3378280"/>
              <a:gd name="connsiteX35" fmla="*/ 1990485 w 12192000"/>
              <a:gd name="connsiteY35" fmla="*/ 879288 h 3378280"/>
              <a:gd name="connsiteX36" fmla="*/ 1996793 w 12192000"/>
              <a:gd name="connsiteY36" fmla="*/ 880361 h 3378280"/>
              <a:gd name="connsiteX37" fmla="*/ 2055091 w 12192000"/>
              <a:gd name="connsiteY37" fmla="*/ 872818 h 3378280"/>
              <a:gd name="connsiteX38" fmla="*/ 2165143 w 12192000"/>
              <a:gd name="connsiteY38" fmla="*/ 892293 h 3378280"/>
              <a:gd name="connsiteX39" fmla="*/ 2274196 w 12192000"/>
              <a:gd name="connsiteY39" fmla="*/ 914768 h 3378280"/>
              <a:gd name="connsiteX40" fmla="*/ 2383986 w 12192000"/>
              <a:gd name="connsiteY40" fmla="*/ 934891 h 3378280"/>
              <a:gd name="connsiteX41" fmla="*/ 2420278 w 12192000"/>
              <a:gd name="connsiteY41" fmla="*/ 933890 h 3378280"/>
              <a:gd name="connsiteX42" fmla="*/ 2426203 w 12192000"/>
              <a:gd name="connsiteY42" fmla="*/ 933891 h 3378280"/>
              <a:gd name="connsiteX43" fmla="*/ 2448674 w 12192000"/>
              <a:gd name="connsiteY43" fmla="*/ 941056 h 3378280"/>
              <a:gd name="connsiteX44" fmla="*/ 2457640 w 12192000"/>
              <a:gd name="connsiteY44" fmla="*/ 943105 h 3378280"/>
              <a:gd name="connsiteX45" fmla="*/ 2457852 w 12192000"/>
              <a:gd name="connsiteY45" fmla="*/ 942912 h 3378280"/>
              <a:gd name="connsiteX46" fmla="*/ 2466265 w 12192000"/>
              <a:gd name="connsiteY46" fmla="*/ 945310 h 3378280"/>
              <a:gd name="connsiteX47" fmla="*/ 2507496 w 12192000"/>
              <a:gd name="connsiteY47" fmla="*/ 960111 h 3378280"/>
              <a:gd name="connsiteX48" fmla="*/ 2561127 w 12192000"/>
              <a:gd name="connsiteY48" fmla="*/ 949411 h 3378280"/>
              <a:gd name="connsiteX49" fmla="*/ 2583467 w 12192000"/>
              <a:gd name="connsiteY49" fmla="*/ 950570 h 3378280"/>
              <a:gd name="connsiteX50" fmla="*/ 2595361 w 12192000"/>
              <a:gd name="connsiteY50" fmla="*/ 949884 h 3378280"/>
              <a:gd name="connsiteX51" fmla="*/ 2596075 w 12192000"/>
              <a:gd name="connsiteY51" fmla="*/ 949000 h 3378280"/>
              <a:gd name="connsiteX52" fmla="*/ 2666638 w 12192000"/>
              <a:gd name="connsiteY52" fmla="*/ 975095 h 3378280"/>
              <a:gd name="connsiteX53" fmla="*/ 2703393 w 12192000"/>
              <a:gd name="connsiteY53" fmla="*/ 989635 h 3378280"/>
              <a:gd name="connsiteX54" fmla="*/ 2705616 w 12192000"/>
              <a:gd name="connsiteY54" fmla="*/ 989244 h 3378280"/>
              <a:gd name="connsiteX55" fmla="*/ 2721898 w 12192000"/>
              <a:gd name="connsiteY55" fmla="*/ 997777 h 3378280"/>
              <a:gd name="connsiteX56" fmla="*/ 2735669 w 12192000"/>
              <a:gd name="connsiteY56" fmla="*/ 1009612 h 3378280"/>
              <a:gd name="connsiteX57" fmla="*/ 2857526 w 12192000"/>
              <a:gd name="connsiteY57" fmla="*/ 1030627 h 3378280"/>
              <a:gd name="connsiteX58" fmla="*/ 3021918 w 12192000"/>
              <a:gd name="connsiteY58" fmla="*/ 1088093 h 3378280"/>
              <a:gd name="connsiteX59" fmla="*/ 3155458 w 12192000"/>
              <a:gd name="connsiteY59" fmla="*/ 1121618 h 3378280"/>
              <a:gd name="connsiteX60" fmla="*/ 3328229 w 12192000"/>
              <a:gd name="connsiteY60" fmla="*/ 1155903 h 3378280"/>
              <a:gd name="connsiteX61" fmla="*/ 3448440 w 12192000"/>
              <a:gd name="connsiteY61" fmla="*/ 1184343 h 3378280"/>
              <a:gd name="connsiteX62" fmla="*/ 3499287 w 12192000"/>
              <a:gd name="connsiteY62" fmla="*/ 1209472 h 3378280"/>
              <a:gd name="connsiteX63" fmla="*/ 3520027 w 12192000"/>
              <a:gd name="connsiteY63" fmla="*/ 1207338 h 3378280"/>
              <a:gd name="connsiteX64" fmla="*/ 3523594 w 12192000"/>
              <a:gd name="connsiteY64" fmla="*/ 1206755 h 3378280"/>
              <a:gd name="connsiteX65" fmla="*/ 3538013 w 12192000"/>
              <a:gd name="connsiteY65" fmla="*/ 1209066 h 3378280"/>
              <a:gd name="connsiteX66" fmla="*/ 3541918 w 12192000"/>
              <a:gd name="connsiteY66" fmla="*/ 1203922 h 3378280"/>
              <a:gd name="connsiteX67" fmla="*/ 3590082 w 12192000"/>
              <a:gd name="connsiteY67" fmla="*/ 1209115 h 3378280"/>
              <a:gd name="connsiteX68" fmla="*/ 3716445 w 12192000"/>
              <a:gd name="connsiteY68" fmla="*/ 1243431 h 3378280"/>
              <a:gd name="connsiteX69" fmla="*/ 3792028 w 12192000"/>
              <a:gd name="connsiteY69" fmla="*/ 1260288 h 3378280"/>
              <a:gd name="connsiteX70" fmla="*/ 3820707 w 12192000"/>
              <a:gd name="connsiteY70" fmla="*/ 1260924 h 3378280"/>
              <a:gd name="connsiteX71" fmla="*/ 3860784 w 12192000"/>
              <a:gd name="connsiteY71" fmla="*/ 1265692 h 3378280"/>
              <a:gd name="connsiteX72" fmla="*/ 3997310 w 12192000"/>
              <a:gd name="connsiteY72" fmla="*/ 1281176 h 3378280"/>
              <a:gd name="connsiteX73" fmla="*/ 4040665 w 12192000"/>
              <a:gd name="connsiteY73" fmla="*/ 1291934 h 3378280"/>
              <a:gd name="connsiteX74" fmla="*/ 4046831 w 12192000"/>
              <a:gd name="connsiteY74" fmla="*/ 1293910 h 3378280"/>
              <a:gd name="connsiteX75" fmla="*/ 4095847 w 12192000"/>
              <a:gd name="connsiteY75" fmla="*/ 1316851 h 3378280"/>
              <a:gd name="connsiteX76" fmla="*/ 4101945 w 12192000"/>
              <a:gd name="connsiteY76" fmla="*/ 1313869 h 3378280"/>
              <a:gd name="connsiteX77" fmla="*/ 4119420 w 12192000"/>
              <a:gd name="connsiteY77" fmla="*/ 1313965 h 3378280"/>
              <a:gd name="connsiteX78" fmla="*/ 4131728 w 12192000"/>
              <a:gd name="connsiteY78" fmla="*/ 1322978 h 3378280"/>
              <a:gd name="connsiteX79" fmla="*/ 4193827 w 12192000"/>
              <a:gd name="connsiteY79" fmla="*/ 1350222 h 3378280"/>
              <a:gd name="connsiteX80" fmla="*/ 4286157 w 12192000"/>
              <a:gd name="connsiteY80" fmla="*/ 1385101 h 3378280"/>
              <a:gd name="connsiteX81" fmla="*/ 4298907 w 12192000"/>
              <a:gd name="connsiteY81" fmla="*/ 1394396 h 3378280"/>
              <a:gd name="connsiteX82" fmla="*/ 4323224 w 12192000"/>
              <a:gd name="connsiteY82" fmla="*/ 1403133 h 3378280"/>
              <a:gd name="connsiteX83" fmla="*/ 4404439 w 12192000"/>
              <a:gd name="connsiteY83" fmla="*/ 1417252 h 3378280"/>
              <a:gd name="connsiteX84" fmla="*/ 4423989 w 12192000"/>
              <a:gd name="connsiteY84" fmla="*/ 1410448 h 3378280"/>
              <a:gd name="connsiteX85" fmla="*/ 4427300 w 12192000"/>
              <a:gd name="connsiteY85" fmla="*/ 1409068 h 3378280"/>
              <a:gd name="connsiteX86" fmla="*/ 4441847 w 12192000"/>
              <a:gd name="connsiteY86" fmla="*/ 1408029 h 3378280"/>
              <a:gd name="connsiteX87" fmla="*/ 4444331 w 12192000"/>
              <a:gd name="connsiteY87" fmla="*/ 1402133 h 3378280"/>
              <a:gd name="connsiteX88" fmla="*/ 4492293 w 12192000"/>
              <a:gd name="connsiteY88" fmla="*/ 1396205 h 3378280"/>
              <a:gd name="connsiteX89" fmla="*/ 4623335 w 12192000"/>
              <a:gd name="connsiteY89" fmla="*/ 1400793 h 3378280"/>
              <a:gd name="connsiteX90" fmla="*/ 4700790 w 12192000"/>
              <a:gd name="connsiteY90" fmla="*/ 1399970 h 3378280"/>
              <a:gd name="connsiteX91" fmla="*/ 4728732 w 12192000"/>
              <a:gd name="connsiteY91" fmla="*/ 1394050 h 3378280"/>
              <a:gd name="connsiteX92" fmla="*/ 4768749 w 12192000"/>
              <a:gd name="connsiteY92" fmla="*/ 1389553 h 3378280"/>
              <a:gd name="connsiteX93" fmla="*/ 4838227 w 12192000"/>
              <a:gd name="connsiteY93" fmla="*/ 1377273 h 3378280"/>
              <a:gd name="connsiteX94" fmla="*/ 4904889 w 12192000"/>
              <a:gd name="connsiteY94" fmla="*/ 1373499 h 3378280"/>
              <a:gd name="connsiteX95" fmla="*/ 4949597 w 12192000"/>
              <a:gd name="connsiteY95" fmla="*/ 1374085 h 3378280"/>
              <a:gd name="connsiteX96" fmla="*/ 4956064 w 12192000"/>
              <a:gd name="connsiteY96" fmla="*/ 1374603 h 3378280"/>
              <a:gd name="connsiteX97" fmla="*/ 5009322 w 12192000"/>
              <a:gd name="connsiteY97" fmla="*/ 1385751 h 3378280"/>
              <a:gd name="connsiteX98" fmla="*/ 5014476 w 12192000"/>
              <a:gd name="connsiteY98" fmla="*/ 1381460 h 3378280"/>
              <a:gd name="connsiteX99" fmla="*/ 5031428 w 12192000"/>
              <a:gd name="connsiteY99" fmla="*/ 1377570 h 3378280"/>
              <a:gd name="connsiteX100" fmla="*/ 5045619 w 12192000"/>
              <a:gd name="connsiteY100" fmla="*/ 1383532 h 3378280"/>
              <a:gd name="connsiteX101" fmla="*/ 5112635 w 12192000"/>
              <a:gd name="connsiteY101" fmla="*/ 1395891 h 3378280"/>
              <a:gd name="connsiteX102" fmla="*/ 5210851 w 12192000"/>
              <a:gd name="connsiteY102" fmla="*/ 1408784 h 3378280"/>
              <a:gd name="connsiteX103" fmla="*/ 5225543 w 12192000"/>
              <a:gd name="connsiteY103" fmla="*/ 1414923 h 3378280"/>
              <a:gd name="connsiteX104" fmla="*/ 5321696 w 12192000"/>
              <a:gd name="connsiteY104" fmla="*/ 1432414 h 3378280"/>
              <a:gd name="connsiteX105" fmla="*/ 5372327 w 12192000"/>
              <a:gd name="connsiteY105" fmla="*/ 1436597 h 3378280"/>
              <a:gd name="connsiteX106" fmla="*/ 5378149 w 12192000"/>
              <a:gd name="connsiteY106" fmla="*/ 1431785 h 3378280"/>
              <a:gd name="connsiteX107" fmla="*/ 5393069 w 12192000"/>
              <a:gd name="connsiteY107" fmla="*/ 1433737 h 3378280"/>
              <a:gd name="connsiteX108" fmla="*/ 5527621 w 12192000"/>
              <a:gd name="connsiteY108" fmla="*/ 1458786 h 3378280"/>
              <a:gd name="connsiteX109" fmla="*/ 5680585 w 12192000"/>
              <a:gd name="connsiteY109" fmla="*/ 1498233 h 3378280"/>
              <a:gd name="connsiteX110" fmla="*/ 5783795 w 12192000"/>
              <a:gd name="connsiteY110" fmla="*/ 1499932 h 3378280"/>
              <a:gd name="connsiteX111" fmla="*/ 6016525 w 12192000"/>
              <a:gd name="connsiteY111" fmla="*/ 1577292 h 3378280"/>
              <a:gd name="connsiteX112" fmla="*/ 6186598 w 12192000"/>
              <a:gd name="connsiteY112" fmla="*/ 1606065 h 3378280"/>
              <a:gd name="connsiteX113" fmla="*/ 6197872 w 12192000"/>
              <a:gd name="connsiteY113" fmla="*/ 1616845 h 3378280"/>
              <a:gd name="connsiteX114" fmla="*/ 6212885 w 12192000"/>
              <a:gd name="connsiteY114" fmla="*/ 1624535 h 3378280"/>
              <a:gd name="connsiteX115" fmla="*/ 6319240 w 12192000"/>
              <a:gd name="connsiteY115" fmla="*/ 1660375 h 3378280"/>
              <a:gd name="connsiteX116" fmla="*/ 6333397 w 12192000"/>
              <a:gd name="connsiteY116" fmla="*/ 1658763 h 3378280"/>
              <a:gd name="connsiteX117" fmla="*/ 6357266 w 12192000"/>
              <a:gd name="connsiteY117" fmla="*/ 1659543 h 3378280"/>
              <a:gd name="connsiteX118" fmla="*/ 6418740 w 12192000"/>
              <a:gd name="connsiteY118" fmla="*/ 1648944 h 3378280"/>
              <a:gd name="connsiteX119" fmla="*/ 6458877 w 12192000"/>
              <a:gd name="connsiteY119" fmla="*/ 1662117 h 3378280"/>
              <a:gd name="connsiteX120" fmla="*/ 6467254 w 12192000"/>
              <a:gd name="connsiteY120" fmla="*/ 1664227 h 3378280"/>
              <a:gd name="connsiteX121" fmla="*/ 6467545 w 12192000"/>
              <a:gd name="connsiteY121" fmla="*/ 1664046 h 3378280"/>
              <a:gd name="connsiteX122" fmla="*/ 6476635 w 12192000"/>
              <a:gd name="connsiteY122" fmla="*/ 1665826 h 3378280"/>
              <a:gd name="connsiteX123" fmla="*/ 6482535 w 12192000"/>
              <a:gd name="connsiteY123" fmla="*/ 1668074 h 3378280"/>
              <a:gd name="connsiteX124" fmla="*/ 6498791 w 12192000"/>
              <a:gd name="connsiteY124" fmla="*/ 1672167 h 3378280"/>
              <a:gd name="connsiteX125" fmla="*/ 6505220 w 12192000"/>
              <a:gd name="connsiteY125" fmla="*/ 1672092 h 3378280"/>
              <a:gd name="connsiteX126" fmla="*/ 6508969 w 12192000"/>
              <a:gd name="connsiteY126" fmla="*/ 1669922 h 3378280"/>
              <a:gd name="connsiteX127" fmla="*/ 6544886 w 12192000"/>
              <a:gd name="connsiteY127" fmla="*/ 1670695 h 3378280"/>
              <a:gd name="connsiteX128" fmla="*/ 6617859 w 12192000"/>
              <a:gd name="connsiteY128" fmla="*/ 1679453 h 3378280"/>
              <a:gd name="connsiteX129" fmla="*/ 6657726 w 12192000"/>
              <a:gd name="connsiteY129" fmla="*/ 1687906 h 3378280"/>
              <a:gd name="connsiteX130" fmla="*/ 6769041 w 12192000"/>
              <a:gd name="connsiteY130" fmla="*/ 1707304 h 3378280"/>
              <a:gd name="connsiteX131" fmla="*/ 6882368 w 12192000"/>
              <a:gd name="connsiteY131" fmla="*/ 1723914 h 3378280"/>
              <a:gd name="connsiteX132" fmla="*/ 6968822 w 12192000"/>
              <a:gd name="connsiteY132" fmla="*/ 1723334 h 3378280"/>
              <a:gd name="connsiteX133" fmla="*/ 6973672 w 12192000"/>
              <a:gd name="connsiteY133" fmla="*/ 1726298 h 3378280"/>
              <a:gd name="connsiteX134" fmla="*/ 6981961 w 12192000"/>
              <a:gd name="connsiteY134" fmla="*/ 1729324 h 3378280"/>
              <a:gd name="connsiteX135" fmla="*/ 6982342 w 12192000"/>
              <a:gd name="connsiteY135" fmla="*/ 1729201 h 3378280"/>
              <a:gd name="connsiteX136" fmla="*/ 6989757 w 12192000"/>
              <a:gd name="connsiteY136" fmla="*/ 1732420 h 3378280"/>
              <a:gd name="connsiteX137" fmla="*/ 7023794 w 12192000"/>
              <a:gd name="connsiteY137" fmla="*/ 1750660 h 3378280"/>
              <a:gd name="connsiteX138" fmla="*/ 7090828 w 12192000"/>
              <a:gd name="connsiteY138" fmla="*/ 1750287 h 3378280"/>
              <a:gd name="connsiteX139" fmla="*/ 7114479 w 12192000"/>
              <a:gd name="connsiteY139" fmla="*/ 1754649 h 3378280"/>
              <a:gd name="connsiteX140" fmla="*/ 7162053 w 12192000"/>
              <a:gd name="connsiteY140" fmla="*/ 1772908 h 3378280"/>
              <a:gd name="connsiteX141" fmla="*/ 7167808 w 12192000"/>
              <a:gd name="connsiteY141" fmla="*/ 1773656 h 3378280"/>
              <a:gd name="connsiteX142" fmla="*/ 7187185 w 12192000"/>
              <a:gd name="connsiteY142" fmla="*/ 1787148 h 3378280"/>
              <a:gd name="connsiteX143" fmla="*/ 7216505 w 12192000"/>
              <a:gd name="connsiteY143" fmla="*/ 1804489 h 3378280"/>
              <a:gd name="connsiteX144" fmla="*/ 7219246 w 12192000"/>
              <a:gd name="connsiteY144" fmla="*/ 1804514 h 3378280"/>
              <a:gd name="connsiteX145" fmla="*/ 7230639 w 12192000"/>
              <a:gd name="connsiteY145" fmla="*/ 1813879 h 3378280"/>
              <a:gd name="connsiteX146" fmla="*/ 7236776 w 12192000"/>
              <a:gd name="connsiteY146" fmla="*/ 1825514 h 3378280"/>
              <a:gd name="connsiteX147" fmla="*/ 7394082 w 12192000"/>
              <a:gd name="connsiteY147" fmla="*/ 1877925 h 3378280"/>
              <a:gd name="connsiteX148" fmla="*/ 7505820 w 12192000"/>
              <a:gd name="connsiteY148" fmla="*/ 1933859 h 3378280"/>
              <a:gd name="connsiteX149" fmla="*/ 7572147 w 12192000"/>
              <a:gd name="connsiteY149" fmla="*/ 2003817 h 3378280"/>
              <a:gd name="connsiteX150" fmla="*/ 7828975 w 12192000"/>
              <a:gd name="connsiteY150" fmla="*/ 2061508 h 3378280"/>
              <a:gd name="connsiteX151" fmla="*/ 7886804 w 12192000"/>
              <a:gd name="connsiteY151" fmla="*/ 2075509 h 3378280"/>
              <a:gd name="connsiteX152" fmla="*/ 7923558 w 12192000"/>
              <a:gd name="connsiteY152" fmla="*/ 2103529 h 3378280"/>
              <a:gd name="connsiteX153" fmla="*/ 7947954 w 12192000"/>
              <a:gd name="connsiteY153" fmla="*/ 2104996 h 3378280"/>
              <a:gd name="connsiteX154" fmla="*/ 7952318 w 12192000"/>
              <a:gd name="connsiteY154" fmla="*/ 2105077 h 3378280"/>
              <a:gd name="connsiteX155" fmla="*/ 7966398 w 12192000"/>
              <a:gd name="connsiteY155" fmla="*/ 2109147 h 3378280"/>
              <a:gd name="connsiteX156" fmla="*/ 7974591 w 12192000"/>
              <a:gd name="connsiteY156" fmla="*/ 2105612 h 3378280"/>
              <a:gd name="connsiteX157" fmla="*/ 7998806 w 12192000"/>
              <a:gd name="connsiteY157" fmla="*/ 2108382 h 3378280"/>
              <a:gd name="connsiteX158" fmla="*/ 8023544 w 12192000"/>
              <a:gd name="connsiteY158" fmla="*/ 2117183 h 3378280"/>
              <a:gd name="connsiteX159" fmla="*/ 8136247 w 12192000"/>
              <a:gd name="connsiteY159" fmla="*/ 2164190 h 3378280"/>
              <a:gd name="connsiteX160" fmla="*/ 8206445 w 12192000"/>
              <a:gd name="connsiteY160" fmla="*/ 2189356 h 3378280"/>
              <a:gd name="connsiteX161" fmla="*/ 8237464 w 12192000"/>
              <a:gd name="connsiteY161" fmla="*/ 2194272 h 3378280"/>
              <a:gd name="connsiteX162" fmla="*/ 8277853 w 12192000"/>
              <a:gd name="connsiteY162" fmla="*/ 2204259 h 3378280"/>
              <a:gd name="connsiteX163" fmla="*/ 8352501 w 12192000"/>
              <a:gd name="connsiteY163" fmla="*/ 2218290 h 3378280"/>
              <a:gd name="connsiteX164" fmla="*/ 8446938 w 12192000"/>
              <a:gd name="connsiteY164" fmla="*/ 2243393 h 3378280"/>
              <a:gd name="connsiteX165" fmla="*/ 8497138 w 12192000"/>
              <a:gd name="connsiteY165" fmla="*/ 2281506 h 3378280"/>
              <a:gd name="connsiteX166" fmla="*/ 8506096 w 12192000"/>
              <a:gd name="connsiteY166" fmla="*/ 2280042 h 3378280"/>
              <a:gd name="connsiteX167" fmla="*/ 8549806 w 12192000"/>
              <a:gd name="connsiteY167" fmla="*/ 2296675 h 3378280"/>
              <a:gd name="connsiteX168" fmla="*/ 8680256 w 12192000"/>
              <a:gd name="connsiteY168" fmla="*/ 2378758 h 3378280"/>
              <a:gd name="connsiteX169" fmla="*/ 8766301 w 12192000"/>
              <a:gd name="connsiteY169" fmla="*/ 2410605 h 3378280"/>
              <a:gd name="connsiteX170" fmla="*/ 8800492 w 12192000"/>
              <a:gd name="connsiteY170" fmla="*/ 2418067 h 3378280"/>
              <a:gd name="connsiteX171" fmla="*/ 8857555 w 12192000"/>
              <a:gd name="connsiteY171" fmla="*/ 2430810 h 3378280"/>
              <a:gd name="connsiteX172" fmla="*/ 8951967 w 12192000"/>
              <a:gd name="connsiteY172" fmla="*/ 2460856 h 3378280"/>
              <a:gd name="connsiteX173" fmla="*/ 9002970 w 12192000"/>
              <a:gd name="connsiteY173" fmla="*/ 2472291 h 3378280"/>
              <a:gd name="connsiteX174" fmla="*/ 9081613 w 12192000"/>
              <a:gd name="connsiteY174" fmla="*/ 2488296 h 3378280"/>
              <a:gd name="connsiteX175" fmla="*/ 9091561 w 12192000"/>
              <a:gd name="connsiteY175" fmla="*/ 2494386 h 3378280"/>
              <a:gd name="connsiteX176" fmla="*/ 9140625 w 12192000"/>
              <a:gd name="connsiteY176" fmla="*/ 2486779 h 3378280"/>
              <a:gd name="connsiteX177" fmla="*/ 9271105 w 12192000"/>
              <a:gd name="connsiteY177" fmla="*/ 2511730 h 3378280"/>
              <a:gd name="connsiteX178" fmla="*/ 9295023 w 12192000"/>
              <a:gd name="connsiteY178" fmla="*/ 2512830 h 3378280"/>
              <a:gd name="connsiteX179" fmla="*/ 9321673 w 12192000"/>
              <a:gd name="connsiteY179" fmla="*/ 2524119 h 3378280"/>
              <a:gd name="connsiteX180" fmla="*/ 9378975 w 12192000"/>
              <a:gd name="connsiteY180" fmla="*/ 2543803 h 3378280"/>
              <a:gd name="connsiteX181" fmla="*/ 9414193 w 12192000"/>
              <a:gd name="connsiteY181" fmla="*/ 2562927 h 3378280"/>
              <a:gd name="connsiteX182" fmla="*/ 9426009 w 12192000"/>
              <a:gd name="connsiteY182" fmla="*/ 2558847 h 3378280"/>
              <a:gd name="connsiteX183" fmla="*/ 9450634 w 12192000"/>
              <a:gd name="connsiteY183" fmla="*/ 2560685 h 3378280"/>
              <a:gd name="connsiteX184" fmla="*/ 9549097 w 12192000"/>
              <a:gd name="connsiteY184" fmla="*/ 2585168 h 3378280"/>
              <a:gd name="connsiteX185" fmla="*/ 9567633 w 12192000"/>
              <a:gd name="connsiteY185" fmla="*/ 2587105 h 3378280"/>
              <a:gd name="connsiteX186" fmla="*/ 9586878 w 12192000"/>
              <a:gd name="connsiteY186" fmla="*/ 2596659 h 3378280"/>
              <a:gd name="connsiteX187" fmla="*/ 9589974 w 12192000"/>
              <a:gd name="connsiteY187" fmla="*/ 2598235 h 3378280"/>
              <a:gd name="connsiteX188" fmla="*/ 9590570 w 12192000"/>
              <a:gd name="connsiteY188" fmla="*/ 2598249 h 3378280"/>
              <a:gd name="connsiteX189" fmla="*/ 9591896 w 12192000"/>
              <a:gd name="connsiteY189" fmla="*/ 2599214 h 3378280"/>
              <a:gd name="connsiteX190" fmla="*/ 9604535 w 12192000"/>
              <a:gd name="connsiteY190" fmla="*/ 2605654 h 3378280"/>
              <a:gd name="connsiteX191" fmla="*/ 9610554 w 12192000"/>
              <a:gd name="connsiteY191" fmla="*/ 2606189 h 3378280"/>
              <a:gd name="connsiteX192" fmla="*/ 9690072 w 12192000"/>
              <a:gd name="connsiteY192" fmla="*/ 2638745 h 3378280"/>
              <a:gd name="connsiteX193" fmla="*/ 9726964 w 12192000"/>
              <a:gd name="connsiteY193" fmla="*/ 2653728 h 3378280"/>
              <a:gd name="connsiteX194" fmla="*/ 9738036 w 12192000"/>
              <a:gd name="connsiteY194" fmla="*/ 2654794 h 3378280"/>
              <a:gd name="connsiteX195" fmla="*/ 9774202 w 12192000"/>
              <a:gd name="connsiteY195" fmla="*/ 2671509 h 3378280"/>
              <a:gd name="connsiteX196" fmla="*/ 9793246 w 12192000"/>
              <a:gd name="connsiteY196" fmla="*/ 2675245 h 3378280"/>
              <a:gd name="connsiteX197" fmla="*/ 9890301 w 12192000"/>
              <a:gd name="connsiteY197" fmla="*/ 2700274 h 3378280"/>
              <a:gd name="connsiteX198" fmla="*/ 9915070 w 12192000"/>
              <a:gd name="connsiteY198" fmla="*/ 2699250 h 3378280"/>
              <a:gd name="connsiteX199" fmla="*/ 9976517 w 12192000"/>
              <a:gd name="connsiteY199" fmla="*/ 2732899 h 3378280"/>
              <a:gd name="connsiteX200" fmla="*/ 9990168 w 12192000"/>
              <a:gd name="connsiteY200" fmla="*/ 2737877 h 3378280"/>
              <a:gd name="connsiteX201" fmla="*/ 9995041 w 12192000"/>
              <a:gd name="connsiteY201" fmla="*/ 2741223 h 3378280"/>
              <a:gd name="connsiteX202" fmla="*/ 10012636 w 12192000"/>
              <a:gd name="connsiteY202" fmla="*/ 2729876 h 3378280"/>
              <a:gd name="connsiteX203" fmla="*/ 10044280 w 12192000"/>
              <a:gd name="connsiteY203" fmla="*/ 2726966 h 3378280"/>
              <a:gd name="connsiteX204" fmla="*/ 10057934 w 12192000"/>
              <a:gd name="connsiteY204" fmla="*/ 2735671 h 3378280"/>
              <a:gd name="connsiteX205" fmla="*/ 10148373 w 12192000"/>
              <a:gd name="connsiteY205" fmla="*/ 2778987 h 3378280"/>
              <a:gd name="connsiteX206" fmla="*/ 10176601 w 12192000"/>
              <a:gd name="connsiteY206" fmla="*/ 2791940 h 3378280"/>
              <a:gd name="connsiteX207" fmla="*/ 10235082 w 12192000"/>
              <a:gd name="connsiteY207" fmla="*/ 2816761 h 3378280"/>
              <a:gd name="connsiteX208" fmla="*/ 10421684 w 12192000"/>
              <a:gd name="connsiteY208" fmla="*/ 2833871 h 3378280"/>
              <a:gd name="connsiteX209" fmla="*/ 10507376 w 12192000"/>
              <a:gd name="connsiteY209" fmla="*/ 2822262 h 3378280"/>
              <a:gd name="connsiteX210" fmla="*/ 10738376 w 12192000"/>
              <a:gd name="connsiteY210" fmla="*/ 2833353 h 3378280"/>
              <a:gd name="connsiteX211" fmla="*/ 11043443 w 12192000"/>
              <a:gd name="connsiteY211" fmla="*/ 2803954 h 3378280"/>
              <a:gd name="connsiteX212" fmla="*/ 11115269 w 12192000"/>
              <a:gd name="connsiteY212" fmla="*/ 2823367 h 3378280"/>
              <a:gd name="connsiteX213" fmla="*/ 11147582 w 12192000"/>
              <a:gd name="connsiteY213" fmla="*/ 2822547 h 3378280"/>
              <a:gd name="connsiteX214" fmla="*/ 11201205 w 12192000"/>
              <a:gd name="connsiteY214" fmla="*/ 2818210 h 3378280"/>
              <a:gd name="connsiteX215" fmla="*/ 11391726 w 12192000"/>
              <a:gd name="connsiteY215" fmla="*/ 2826386 h 3378280"/>
              <a:gd name="connsiteX216" fmla="*/ 11507640 w 12192000"/>
              <a:gd name="connsiteY216" fmla="*/ 2824866 h 3378280"/>
              <a:gd name="connsiteX217" fmla="*/ 11718056 w 12192000"/>
              <a:gd name="connsiteY217" fmla="*/ 2821969 h 3378280"/>
              <a:gd name="connsiteX218" fmla="*/ 11937926 w 12192000"/>
              <a:gd name="connsiteY218" fmla="*/ 2817058 h 3378280"/>
              <a:gd name="connsiteX219" fmla="*/ 12035355 w 12192000"/>
              <a:gd name="connsiteY219" fmla="*/ 2813340 h 3378280"/>
              <a:gd name="connsiteX220" fmla="*/ 12179047 w 12192000"/>
              <a:gd name="connsiteY220" fmla="*/ 2788508 h 3378280"/>
              <a:gd name="connsiteX221" fmla="*/ 12192000 w 12192000"/>
              <a:gd name="connsiteY221" fmla="*/ 2788486 h 3378280"/>
              <a:gd name="connsiteX222" fmla="*/ 12192000 w 12192000"/>
              <a:gd name="connsiteY222" fmla="*/ 3378280 h 3378280"/>
              <a:gd name="connsiteX223" fmla="*/ 0 w 12192000"/>
              <a:gd name="connsiteY223" fmla="*/ 3378280 h 337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12192000" h="3378280">
                <a:moveTo>
                  <a:pt x="0" y="0"/>
                </a:moveTo>
                <a:lnTo>
                  <a:pt x="13973" y="3431"/>
                </a:lnTo>
                <a:cubicBezTo>
                  <a:pt x="48258" y="17773"/>
                  <a:pt x="68757" y="59402"/>
                  <a:pt x="86774" y="43536"/>
                </a:cubicBezTo>
                <a:cubicBezTo>
                  <a:pt x="86532" y="72023"/>
                  <a:pt x="217976" y="120568"/>
                  <a:pt x="229780" y="145557"/>
                </a:cubicBezTo>
                <a:lnTo>
                  <a:pt x="302639" y="203425"/>
                </a:lnTo>
                <a:cubicBezTo>
                  <a:pt x="312906" y="207200"/>
                  <a:pt x="342855" y="184923"/>
                  <a:pt x="348081" y="187174"/>
                </a:cubicBezTo>
                <a:lnTo>
                  <a:pt x="436950" y="184066"/>
                </a:lnTo>
                <a:lnTo>
                  <a:pt x="501693" y="233225"/>
                </a:lnTo>
                <a:lnTo>
                  <a:pt x="557201" y="312390"/>
                </a:lnTo>
                <a:cubicBezTo>
                  <a:pt x="579844" y="353675"/>
                  <a:pt x="602207" y="315301"/>
                  <a:pt x="617648" y="333897"/>
                </a:cubicBezTo>
                <a:lnTo>
                  <a:pt x="692332" y="386327"/>
                </a:lnTo>
                <a:cubicBezTo>
                  <a:pt x="715261" y="398377"/>
                  <a:pt x="770477" y="414831"/>
                  <a:pt x="802009" y="419027"/>
                </a:cubicBezTo>
                <a:cubicBezTo>
                  <a:pt x="838953" y="433876"/>
                  <a:pt x="886385" y="473956"/>
                  <a:pt x="914003" y="475419"/>
                </a:cubicBezTo>
                <a:cubicBezTo>
                  <a:pt x="923483" y="477324"/>
                  <a:pt x="931440" y="475817"/>
                  <a:pt x="938561" y="472887"/>
                </a:cubicBezTo>
                <a:lnTo>
                  <a:pt x="1035683" y="486697"/>
                </a:lnTo>
                <a:cubicBezTo>
                  <a:pt x="1035708" y="486708"/>
                  <a:pt x="1035733" y="486720"/>
                  <a:pt x="1035757" y="486731"/>
                </a:cubicBezTo>
                <a:cubicBezTo>
                  <a:pt x="1046500" y="494574"/>
                  <a:pt x="1038533" y="500311"/>
                  <a:pt x="1074336" y="494465"/>
                </a:cubicBezTo>
                <a:cubicBezTo>
                  <a:pt x="1137289" y="530436"/>
                  <a:pt x="1235340" y="545106"/>
                  <a:pt x="1285084" y="589112"/>
                </a:cubicBezTo>
                <a:cubicBezTo>
                  <a:pt x="1341251" y="608873"/>
                  <a:pt x="1367674" y="637988"/>
                  <a:pt x="1409116" y="656332"/>
                </a:cubicBezTo>
                <a:cubicBezTo>
                  <a:pt x="1471208" y="682449"/>
                  <a:pt x="1492207" y="692779"/>
                  <a:pt x="1533725" y="699179"/>
                </a:cubicBezTo>
                <a:cubicBezTo>
                  <a:pt x="1592391" y="718911"/>
                  <a:pt x="1575207" y="737633"/>
                  <a:pt x="1636242" y="741533"/>
                </a:cubicBezTo>
                <a:cubicBezTo>
                  <a:pt x="1638264" y="746130"/>
                  <a:pt x="1700806" y="766849"/>
                  <a:pt x="1704848" y="770749"/>
                </a:cubicBezTo>
                <a:lnTo>
                  <a:pt x="1718292" y="781051"/>
                </a:lnTo>
                <a:lnTo>
                  <a:pt x="1720835" y="781117"/>
                </a:lnTo>
                <a:lnTo>
                  <a:pt x="1753341" y="800301"/>
                </a:lnTo>
                <a:lnTo>
                  <a:pt x="1775454" y="815182"/>
                </a:lnTo>
                <a:lnTo>
                  <a:pt x="1781011" y="816068"/>
                </a:lnTo>
                <a:lnTo>
                  <a:pt x="1817738" y="834926"/>
                </a:lnTo>
                <a:cubicBezTo>
                  <a:pt x="1821156" y="833953"/>
                  <a:pt x="1825209" y="834074"/>
                  <a:pt x="1830702" y="836485"/>
                </a:cubicBezTo>
                <a:cubicBezTo>
                  <a:pt x="1832151" y="819591"/>
                  <a:pt x="1837883" y="832919"/>
                  <a:pt x="1853950" y="841519"/>
                </a:cubicBezTo>
                <a:cubicBezTo>
                  <a:pt x="1859780" y="817198"/>
                  <a:pt x="1899456" y="849599"/>
                  <a:pt x="1915890" y="841983"/>
                </a:cubicBezTo>
                <a:lnTo>
                  <a:pt x="1960900" y="865789"/>
                </a:lnTo>
                <a:lnTo>
                  <a:pt x="1961217" y="865662"/>
                </a:lnTo>
                <a:cubicBezTo>
                  <a:pt x="1963265" y="866017"/>
                  <a:pt x="1965977" y="867037"/>
                  <a:pt x="1969825" y="869049"/>
                </a:cubicBezTo>
                <a:lnTo>
                  <a:pt x="1975234" y="872329"/>
                </a:lnTo>
                <a:lnTo>
                  <a:pt x="1990485" y="879288"/>
                </a:lnTo>
                <a:lnTo>
                  <a:pt x="1996793" y="880361"/>
                </a:lnTo>
                <a:cubicBezTo>
                  <a:pt x="2020465" y="879540"/>
                  <a:pt x="2023446" y="845377"/>
                  <a:pt x="2055091" y="872818"/>
                </a:cubicBezTo>
                <a:cubicBezTo>
                  <a:pt x="2098055" y="882341"/>
                  <a:pt x="2125216" y="870433"/>
                  <a:pt x="2165143" y="892293"/>
                </a:cubicBezTo>
                <a:cubicBezTo>
                  <a:pt x="2205365" y="901134"/>
                  <a:pt x="2239987" y="901455"/>
                  <a:pt x="2274196" y="914768"/>
                </a:cubicBezTo>
                <a:cubicBezTo>
                  <a:pt x="2310666" y="921868"/>
                  <a:pt x="2360104" y="931320"/>
                  <a:pt x="2383986" y="934891"/>
                </a:cubicBezTo>
                <a:lnTo>
                  <a:pt x="2420278" y="933890"/>
                </a:lnTo>
                <a:lnTo>
                  <a:pt x="2426203" y="933891"/>
                </a:lnTo>
                <a:lnTo>
                  <a:pt x="2448674" y="941056"/>
                </a:lnTo>
                <a:cubicBezTo>
                  <a:pt x="2452907" y="942503"/>
                  <a:pt x="2455711" y="943098"/>
                  <a:pt x="2457640" y="943105"/>
                </a:cubicBezTo>
                <a:lnTo>
                  <a:pt x="2457852" y="942912"/>
                </a:lnTo>
                <a:lnTo>
                  <a:pt x="2466265" y="945310"/>
                </a:lnTo>
                <a:cubicBezTo>
                  <a:pt x="2480470" y="949908"/>
                  <a:pt x="2494307" y="954915"/>
                  <a:pt x="2507496" y="960111"/>
                </a:cubicBezTo>
                <a:cubicBezTo>
                  <a:pt x="2518208" y="949036"/>
                  <a:pt x="2567155" y="976345"/>
                  <a:pt x="2561127" y="949411"/>
                </a:cubicBezTo>
                <a:cubicBezTo>
                  <a:pt x="2578896" y="955660"/>
                  <a:pt x="2589900" y="968806"/>
                  <a:pt x="2583467" y="950570"/>
                </a:cubicBezTo>
                <a:cubicBezTo>
                  <a:pt x="2589300" y="952141"/>
                  <a:pt x="2592850" y="951536"/>
                  <a:pt x="2595361" y="949884"/>
                </a:cubicBezTo>
                <a:lnTo>
                  <a:pt x="2596075" y="949000"/>
                </a:lnTo>
                <a:lnTo>
                  <a:pt x="2666638" y="975095"/>
                </a:lnTo>
                <a:lnTo>
                  <a:pt x="2703393" y="989635"/>
                </a:lnTo>
                <a:lnTo>
                  <a:pt x="2705616" y="989244"/>
                </a:lnTo>
                <a:lnTo>
                  <a:pt x="2721898" y="997777"/>
                </a:lnTo>
                <a:cubicBezTo>
                  <a:pt x="2727157" y="1001198"/>
                  <a:pt x="2731840" y="1005088"/>
                  <a:pt x="2735669" y="1009612"/>
                </a:cubicBezTo>
                <a:cubicBezTo>
                  <a:pt x="2790086" y="1002732"/>
                  <a:pt x="2797958" y="1020231"/>
                  <a:pt x="2857526" y="1030627"/>
                </a:cubicBezTo>
                <a:cubicBezTo>
                  <a:pt x="2897602" y="1063034"/>
                  <a:pt x="2965720" y="1083366"/>
                  <a:pt x="3021918" y="1088093"/>
                </a:cubicBezTo>
                <a:cubicBezTo>
                  <a:pt x="3054425" y="1110664"/>
                  <a:pt x="3109014" y="1101433"/>
                  <a:pt x="3155458" y="1121618"/>
                </a:cubicBezTo>
                <a:cubicBezTo>
                  <a:pt x="3217017" y="1136576"/>
                  <a:pt x="3270135" y="1143600"/>
                  <a:pt x="3328229" y="1155903"/>
                </a:cubicBezTo>
                <a:cubicBezTo>
                  <a:pt x="3365862" y="1138978"/>
                  <a:pt x="3408797" y="1179981"/>
                  <a:pt x="3448440" y="1184343"/>
                </a:cubicBezTo>
                <a:cubicBezTo>
                  <a:pt x="3438226" y="1205566"/>
                  <a:pt x="3496361" y="1182183"/>
                  <a:pt x="3499287" y="1209472"/>
                </a:cubicBezTo>
                <a:cubicBezTo>
                  <a:pt x="3506411" y="1209402"/>
                  <a:pt x="3513215" y="1208473"/>
                  <a:pt x="3520027" y="1207338"/>
                </a:cubicBezTo>
                <a:lnTo>
                  <a:pt x="3523594" y="1206755"/>
                </a:lnTo>
                <a:lnTo>
                  <a:pt x="3538013" y="1209066"/>
                </a:lnTo>
                <a:lnTo>
                  <a:pt x="3541918" y="1203922"/>
                </a:lnTo>
                <a:cubicBezTo>
                  <a:pt x="3550592" y="1203930"/>
                  <a:pt x="3560995" y="1202529"/>
                  <a:pt x="3590082" y="1209115"/>
                </a:cubicBezTo>
                <a:cubicBezTo>
                  <a:pt x="3622244" y="1230604"/>
                  <a:pt x="3676827" y="1215544"/>
                  <a:pt x="3716445" y="1243431"/>
                </a:cubicBezTo>
                <a:cubicBezTo>
                  <a:pt x="3731486" y="1251699"/>
                  <a:pt x="3780926" y="1265146"/>
                  <a:pt x="3792028" y="1260288"/>
                </a:cubicBezTo>
                <a:cubicBezTo>
                  <a:pt x="3802696" y="1261567"/>
                  <a:pt x="3814066" y="1267606"/>
                  <a:pt x="3820707" y="1260924"/>
                </a:cubicBezTo>
                <a:cubicBezTo>
                  <a:pt x="3830836" y="1253486"/>
                  <a:pt x="3863215" y="1278527"/>
                  <a:pt x="3860784" y="1265692"/>
                </a:cubicBezTo>
                <a:lnTo>
                  <a:pt x="3997310" y="1281176"/>
                </a:lnTo>
                <a:lnTo>
                  <a:pt x="4040665" y="1291934"/>
                </a:lnTo>
                <a:lnTo>
                  <a:pt x="4046831" y="1293910"/>
                </a:lnTo>
                <a:lnTo>
                  <a:pt x="4095847" y="1316851"/>
                </a:lnTo>
                <a:cubicBezTo>
                  <a:pt x="4097518" y="1315619"/>
                  <a:pt x="4099569" y="1314612"/>
                  <a:pt x="4101945" y="1313869"/>
                </a:cubicBezTo>
                <a:lnTo>
                  <a:pt x="4119420" y="1313965"/>
                </a:lnTo>
                <a:lnTo>
                  <a:pt x="4131728" y="1322978"/>
                </a:lnTo>
                <a:lnTo>
                  <a:pt x="4193827" y="1350222"/>
                </a:lnTo>
                <a:lnTo>
                  <a:pt x="4286157" y="1385101"/>
                </a:lnTo>
                <a:lnTo>
                  <a:pt x="4298907" y="1394396"/>
                </a:lnTo>
                <a:lnTo>
                  <a:pt x="4323224" y="1403133"/>
                </a:lnTo>
                <a:lnTo>
                  <a:pt x="4404439" y="1417252"/>
                </a:lnTo>
                <a:cubicBezTo>
                  <a:pt x="4411321" y="1415560"/>
                  <a:pt x="4417679" y="1413105"/>
                  <a:pt x="4423989" y="1410448"/>
                </a:cubicBezTo>
                <a:lnTo>
                  <a:pt x="4427300" y="1409068"/>
                </a:lnTo>
                <a:lnTo>
                  <a:pt x="4441847" y="1408029"/>
                </a:lnTo>
                <a:lnTo>
                  <a:pt x="4444331" y="1402133"/>
                </a:lnTo>
                <a:cubicBezTo>
                  <a:pt x="4452739" y="1400163"/>
                  <a:pt x="4462460" y="1396428"/>
                  <a:pt x="4492293" y="1396205"/>
                </a:cubicBezTo>
                <a:cubicBezTo>
                  <a:pt x="4528861" y="1409788"/>
                  <a:pt x="4577933" y="1382688"/>
                  <a:pt x="4623335" y="1400793"/>
                </a:cubicBezTo>
                <a:cubicBezTo>
                  <a:pt x="4639986" y="1405413"/>
                  <a:pt x="4691262" y="1407228"/>
                  <a:pt x="4700790" y="1399970"/>
                </a:cubicBezTo>
                <a:cubicBezTo>
                  <a:pt x="4711447" y="1398782"/>
                  <a:pt x="4723982" y="1402066"/>
                  <a:pt x="4728732" y="1394050"/>
                </a:cubicBezTo>
                <a:cubicBezTo>
                  <a:pt x="4736666" y="1384502"/>
                  <a:pt x="4774338" y="1401491"/>
                  <a:pt x="4768749" y="1389553"/>
                </a:cubicBezTo>
                <a:cubicBezTo>
                  <a:pt x="4795495" y="1401233"/>
                  <a:pt x="4816075" y="1381410"/>
                  <a:pt x="4838227" y="1377273"/>
                </a:cubicBezTo>
                <a:lnTo>
                  <a:pt x="4904889" y="1373499"/>
                </a:lnTo>
                <a:lnTo>
                  <a:pt x="4949597" y="1374085"/>
                </a:lnTo>
                <a:lnTo>
                  <a:pt x="4956064" y="1374603"/>
                </a:lnTo>
                <a:lnTo>
                  <a:pt x="5009322" y="1385751"/>
                </a:lnTo>
                <a:cubicBezTo>
                  <a:pt x="5010629" y="1384171"/>
                  <a:pt x="5012363" y="1382724"/>
                  <a:pt x="5014476" y="1381460"/>
                </a:cubicBezTo>
                <a:lnTo>
                  <a:pt x="5031428" y="1377570"/>
                </a:lnTo>
                <a:lnTo>
                  <a:pt x="5045619" y="1383532"/>
                </a:lnTo>
                <a:lnTo>
                  <a:pt x="5112635" y="1395891"/>
                </a:lnTo>
                <a:lnTo>
                  <a:pt x="5210851" y="1408784"/>
                </a:lnTo>
                <a:lnTo>
                  <a:pt x="5225543" y="1414923"/>
                </a:lnTo>
                <a:cubicBezTo>
                  <a:pt x="5259311" y="1422389"/>
                  <a:pt x="5300520" y="1417803"/>
                  <a:pt x="5321696" y="1432414"/>
                </a:cubicBezTo>
                <a:lnTo>
                  <a:pt x="5372327" y="1436597"/>
                </a:lnTo>
                <a:lnTo>
                  <a:pt x="5378149" y="1431785"/>
                </a:lnTo>
                <a:lnTo>
                  <a:pt x="5393069" y="1433737"/>
                </a:lnTo>
                <a:lnTo>
                  <a:pt x="5527621" y="1458786"/>
                </a:lnTo>
                <a:cubicBezTo>
                  <a:pt x="5595913" y="1482782"/>
                  <a:pt x="5624062" y="1464011"/>
                  <a:pt x="5680585" y="1498233"/>
                </a:cubicBezTo>
                <a:cubicBezTo>
                  <a:pt x="5671953" y="1485766"/>
                  <a:pt x="5763880" y="1493019"/>
                  <a:pt x="5783795" y="1499932"/>
                </a:cubicBezTo>
                <a:cubicBezTo>
                  <a:pt x="5806935" y="1511749"/>
                  <a:pt x="5950173" y="1559636"/>
                  <a:pt x="6016525" y="1577292"/>
                </a:cubicBezTo>
                <a:cubicBezTo>
                  <a:pt x="6077908" y="1586145"/>
                  <a:pt x="6125458" y="1613138"/>
                  <a:pt x="6186598" y="1606065"/>
                </a:cubicBezTo>
                <a:cubicBezTo>
                  <a:pt x="6189351" y="1610205"/>
                  <a:pt x="6193226" y="1613745"/>
                  <a:pt x="6197872" y="1616845"/>
                </a:cubicBezTo>
                <a:lnTo>
                  <a:pt x="6212885" y="1624535"/>
                </a:lnTo>
                <a:lnTo>
                  <a:pt x="6319240" y="1660375"/>
                </a:lnTo>
                <a:lnTo>
                  <a:pt x="6333397" y="1658763"/>
                </a:lnTo>
                <a:cubicBezTo>
                  <a:pt x="6332062" y="1641958"/>
                  <a:pt x="6339931" y="1653989"/>
                  <a:pt x="6357266" y="1659543"/>
                </a:cubicBezTo>
                <a:cubicBezTo>
                  <a:pt x="6359058" y="1634684"/>
                  <a:pt x="6403697" y="1659337"/>
                  <a:pt x="6418740" y="1648944"/>
                </a:cubicBezTo>
                <a:cubicBezTo>
                  <a:pt x="6431434" y="1653585"/>
                  <a:pt x="6444892" y="1658041"/>
                  <a:pt x="6458877" y="1662117"/>
                </a:cubicBezTo>
                <a:lnTo>
                  <a:pt x="6467254" y="1664227"/>
                </a:lnTo>
                <a:lnTo>
                  <a:pt x="6467545" y="1664046"/>
                </a:lnTo>
                <a:cubicBezTo>
                  <a:pt x="6469635" y="1664026"/>
                  <a:pt x="6472488" y="1664540"/>
                  <a:pt x="6476635" y="1665826"/>
                </a:cubicBezTo>
                <a:lnTo>
                  <a:pt x="6482535" y="1668074"/>
                </a:lnTo>
                <a:lnTo>
                  <a:pt x="6498791" y="1672167"/>
                </a:lnTo>
                <a:lnTo>
                  <a:pt x="6505220" y="1672092"/>
                </a:lnTo>
                <a:lnTo>
                  <a:pt x="6508969" y="1669922"/>
                </a:lnTo>
                <a:lnTo>
                  <a:pt x="6544886" y="1670695"/>
                </a:lnTo>
                <a:cubicBezTo>
                  <a:pt x="6566195" y="1684748"/>
                  <a:pt x="6578985" y="1674687"/>
                  <a:pt x="6617859" y="1679453"/>
                </a:cubicBezTo>
                <a:cubicBezTo>
                  <a:pt x="6628154" y="1690316"/>
                  <a:pt x="6642041" y="1690691"/>
                  <a:pt x="6657726" y="1687906"/>
                </a:cubicBezTo>
                <a:cubicBezTo>
                  <a:pt x="6690709" y="1699790"/>
                  <a:pt x="6728158" y="1699639"/>
                  <a:pt x="6769041" y="1707304"/>
                </a:cubicBezTo>
                <a:cubicBezTo>
                  <a:pt x="6805580" y="1727028"/>
                  <a:pt x="6838723" y="1715650"/>
                  <a:pt x="6882368" y="1723914"/>
                </a:cubicBezTo>
                <a:lnTo>
                  <a:pt x="6968822" y="1723334"/>
                </a:lnTo>
                <a:lnTo>
                  <a:pt x="6973672" y="1726298"/>
                </a:lnTo>
                <a:cubicBezTo>
                  <a:pt x="6977223" y="1728111"/>
                  <a:pt x="6979851" y="1729020"/>
                  <a:pt x="6981961" y="1729324"/>
                </a:cubicBezTo>
                <a:lnTo>
                  <a:pt x="6982342" y="1729201"/>
                </a:lnTo>
                <a:lnTo>
                  <a:pt x="6989757" y="1732420"/>
                </a:lnTo>
                <a:cubicBezTo>
                  <a:pt x="7001869" y="1738303"/>
                  <a:pt x="7013262" y="1744453"/>
                  <a:pt x="7023794" y="1750660"/>
                </a:cubicBezTo>
                <a:cubicBezTo>
                  <a:pt x="7043973" y="1743394"/>
                  <a:pt x="7076983" y="1772878"/>
                  <a:pt x="7090828" y="1750287"/>
                </a:cubicBezTo>
                <a:cubicBezTo>
                  <a:pt x="7105590" y="1758041"/>
                  <a:pt x="7107688" y="1770308"/>
                  <a:pt x="7114479" y="1754649"/>
                </a:cubicBezTo>
                <a:cubicBezTo>
                  <a:pt x="7126350" y="1758420"/>
                  <a:pt x="7153167" y="1769741"/>
                  <a:pt x="7162053" y="1772908"/>
                </a:cubicBezTo>
                <a:lnTo>
                  <a:pt x="7167808" y="1773656"/>
                </a:lnTo>
                <a:lnTo>
                  <a:pt x="7187185" y="1787148"/>
                </a:lnTo>
                <a:lnTo>
                  <a:pt x="7216505" y="1804489"/>
                </a:lnTo>
                <a:lnTo>
                  <a:pt x="7219246" y="1804514"/>
                </a:lnTo>
                <a:lnTo>
                  <a:pt x="7230639" y="1813879"/>
                </a:lnTo>
                <a:cubicBezTo>
                  <a:pt x="7233815" y="1817438"/>
                  <a:pt x="7236006" y="1821285"/>
                  <a:pt x="7236776" y="1825514"/>
                </a:cubicBezTo>
                <a:cubicBezTo>
                  <a:pt x="7301762" y="1828337"/>
                  <a:pt x="7336564" y="1860417"/>
                  <a:pt x="7394082" y="1877925"/>
                </a:cubicBezTo>
                <a:cubicBezTo>
                  <a:pt x="7452342" y="1904287"/>
                  <a:pt x="7466551" y="1917411"/>
                  <a:pt x="7505820" y="1933859"/>
                </a:cubicBezTo>
                <a:cubicBezTo>
                  <a:pt x="7522528" y="1943253"/>
                  <a:pt x="7574803" y="2016599"/>
                  <a:pt x="7572147" y="2003817"/>
                </a:cubicBezTo>
                <a:cubicBezTo>
                  <a:pt x="7612486" y="2043915"/>
                  <a:pt x="7771831" y="2029022"/>
                  <a:pt x="7828975" y="2061508"/>
                </a:cubicBezTo>
                <a:lnTo>
                  <a:pt x="7886804" y="2075509"/>
                </a:lnTo>
                <a:cubicBezTo>
                  <a:pt x="7859463" y="2091010"/>
                  <a:pt x="7941076" y="2081130"/>
                  <a:pt x="7923558" y="2103529"/>
                </a:cubicBezTo>
                <a:lnTo>
                  <a:pt x="7947954" y="2104996"/>
                </a:lnTo>
                <a:lnTo>
                  <a:pt x="7952318" y="2105077"/>
                </a:lnTo>
                <a:lnTo>
                  <a:pt x="7966398" y="2109147"/>
                </a:lnTo>
                <a:lnTo>
                  <a:pt x="7974591" y="2105612"/>
                </a:lnTo>
                <a:lnTo>
                  <a:pt x="7998806" y="2108382"/>
                </a:lnTo>
                <a:cubicBezTo>
                  <a:pt x="8007224" y="2110145"/>
                  <a:pt x="8015519" y="2112885"/>
                  <a:pt x="8023544" y="2117183"/>
                </a:cubicBezTo>
                <a:cubicBezTo>
                  <a:pt x="8042536" y="2139405"/>
                  <a:pt x="8113922" y="2135674"/>
                  <a:pt x="8136247" y="2164190"/>
                </a:cubicBezTo>
                <a:cubicBezTo>
                  <a:pt x="8146485" y="2173150"/>
                  <a:pt x="8190564" y="2191557"/>
                  <a:pt x="8206445" y="2189356"/>
                </a:cubicBezTo>
                <a:cubicBezTo>
                  <a:pt x="8217189" y="2192022"/>
                  <a:pt x="8225092" y="2198625"/>
                  <a:pt x="8237464" y="2194272"/>
                </a:cubicBezTo>
                <a:cubicBezTo>
                  <a:pt x="8254235" y="2189840"/>
                  <a:pt x="8270768" y="2214957"/>
                  <a:pt x="8277853" y="2204259"/>
                </a:cubicBezTo>
                <a:cubicBezTo>
                  <a:pt x="8289971" y="2221808"/>
                  <a:pt x="8328475" y="2213978"/>
                  <a:pt x="8352501" y="2218290"/>
                </a:cubicBezTo>
                <a:cubicBezTo>
                  <a:pt x="8359916" y="2233716"/>
                  <a:pt x="8403014" y="2227555"/>
                  <a:pt x="8446938" y="2243393"/>
                </a:cubicBezTo>
                <a:cubicBezTo>
                  <a:pt x="8454511" y="2260801"/>
                  <a:pt x="8476684" y="2253935"/>
                  <a:pt x="8497138" y="2281506"/>
                </a:cubicBezTo>
                <a:cubicBezTo>
                  <a:pt x="8499906" y="2280770"/>
                  <a:pt x="8502925" y="2280276"/>
                  <a:pt x="8506096" y="2280042"/>
                </a:cubicBezTo>
                <a:cubicBezTo>
                  <a:pt x="8524529" y="2278674"/>
                  <a:pt x="8544098" y="2286123"/>
                  <a:pt x="8549806" y="2296675"/>
                </a:cubicBezTo>
                <a:cubicBezTo>
                  <a:pt x="8586026" y="2337107"/>
                  <a:pt x="8636988" y="2356250"/>
                  <a:pt x="8680256" y="2378758"/>
                </a:cubicBezTo>
                <a:cubicBezTo>
                  <a:pt x="8731302" y="2402123"/>
                  <a:pt x="8717522" y="2366494"/>
                  <a:pt x="8766301" y="2410605"/>
                </a:cubicBezTo>
                <a:cubicBezTo>
                  <a:pt x="8780965" y="2405907"/>
                  <a:pt x="8789790" y="2408871"/>
                  <a:pt x="8800492" y="2418067"/>
                </a:cubicBezTo>
                <a:cubicBezTo>
                  <a:pt x="8825856" y="2428860"/>
                  <a:pt x="8842594" y="2409144"/>
                  <a:pt x="8857555" y="2430810"/>
                </a:cubicBezTo>
                <a:cubicBezTo>
                  <a:pt x="8882799" y="2437942"/>
                  <a:pt x="8927730" y="2453942"/>
                  <a:pt x="8951967" y="2460856"/>
                </a:cubicBezTo>
                <a:cubicBezTo>
                  <a:pt x="8978331" y="2469875"/>
                  <a:pt x="8959838" y="2488515"/>
                  <a:pt x="9002970" y="2472291"/>
                </a:cubicBezTo>
                <a:cubicBezTo>
                  <a:pt x="9023997" y="2488383"/>
                  <a:pt x="9039735" y="2479669"/>
                  <a:pt x="9081613" y="2488296"/>
                </a:cubicBezTo>
                <a:lnTo>
                  <a:pt x="9091561" y="2494386"/>
                </a:lnTo>
                <a:lnTo>
                  <a:pt x="9140625" y="2486779"/>
                </a:lnTo>
                <a:cubicBezTo>
                  <a:pt x="9207053" y="2531245"/>
                  <a:pt x="9151264" y="2467994"/>
                  <a:pt x="9271105" y="2511730"/>
                </a:cubicBezTo>
                <a:cubicBezTo>
                  <a:pt x="9275764" y="2517275"/>
                  <a:pt x="9293352" y="2518083"/>
                  <a:pt x="9295023" y="2512830"/>
                </a:cubicBezTo>
                <a:cubicBezTo>
                  <a:pt x="9301933" y="2516606"/>
                  <a:pt x="9314623" y="2531276"/>
                  <a:pt x="9321673" y="2524119"/>
                </a:cubicBezTo>
                <a:cubicBezTo>
                  <a:pt x="9341881" y="2529408"/>
                  <a:pt x="9361130" y="2536033"/>
                  <a:pt x="9378975" y="2543803"/>
                </a:cubicBezTo>
                <a:lnTo>
                  <a:pt x="9414193" y="2562927"/>
                </a:lnTo>
                <a:lnTo>
                  <a:pt x="9426009" y="2558847"/>
                </a:lnTo>
                <a:cubicBezTo>
                  <a:pt x="9433598" y="2557225"/>
                  <a:pt x="9441714" y="2557145"/>
                  <a:pt x="9450634" y="2560685"/>
                </a:cubicBezTo>
                <a:cubicBezTo>
                  <a:pt x="9496298" y="2596479"/>
                  <a:pt x="9461586" y="2547391"/>
                  <a:pt x="9549097" y="2585168"/>
                </a:cubicBezTo>
                <a:cubicBezTo>
                  <a:pt x="9551956" y="2589460"/>
                  <a:pt x="9565592" y="2590888"/>
                  <a:pt x="9567633" y="2587105"/>
                </a:cubicBezTo>
                <a:cubicBezTo>
                  <a:pt x="9572507" y="2590206"/>
                  <a:pt x="9580361" y="2601581"/>
                  <a:pt x="9586878" y="2596659"/>
                </a:cubicBezTo>
                <a:lnTo>
                  <a:pt x="9589974" y="2598235"/>
                </a:lnTo>
                <a:lnTo>
                  <a:pt x="9590570" y="2598249"/>
                </a:lnTo>
                <a:lnTo>
                  <a:pt x="9591896" y="2599214"/>
                </a:lnTo>
                <a:lnTo>
                  <a:pt x="9604535" y="2605654"/>
                </a:lnTo>
                <a:lnTo>
                  <a:pt x="9610554" y="2606189"/>
                </a:lnTo>
                <a:cubicBezTo>
                  <a:pt x="9641361" y="2613359"/>
                  <a:pt x="9668752" y="2624572"/>
                  <a:pt x="9690072" y="2638745"/>
                </a:cubicBezTo>
                <a:cubicBezTo>
                  <a:pt x="9723195" y="2641319"/>
                  <a:pt x="9726446" y="2647335"/>
                  <a:pt x="9726964" y="2653728"/>
                </a:cubicBezTo>
                <a:cubicBezTo>
                  <a:pt x="9734958" y="2656403"/>
                  <a:pt x="9731670" y="2653170"/>
                  <a:pt x="9738036" y="2654794"/>
                </a:cubicBezTo>
                <a:cubicBezTo>
                  <a:pt x="9745908" y="2657757"/>
                  <a:pt x="9765000" y="2668100"/>
                  <a:pt x="9774202" y="2671509"/>
                </a:cubicBezTo>
                <a:lnTo>
                  <a:pt x="9793246" y="2675245"/>
                </a:lnTo>
                <a:cubicBezTo>
                  <a:pt x="9812596" y="2680039"/>
                  <a:pt x="9869995" y="2696274"/>
                  <a:pt x="9890301" y="2700274"/>
                </a:cubicBezTo>
                <a:cubicBezTo>
                  <a:pt x="9900631" y="2696314"/>
                  <a:pt x="9908572" y="2696560"/>
                  <a:pt x="9915070" y="2699250"/>
                </a:cubicBezTo>
                <a:lnTo>
                  <a:pt x="9976517" y="2732899"/>
                </a:lnTo>
                <a:cubicBezTo>
                  <a:pt x="9981869" y="2727000"/>
                  <a:pt x="9984699" y="2731165"/>
                  <a:pt x="9990168" y="2737877"/>
                </a:cubicBezTo>
                <a:lnTo>
                  <a:pt x="9995041" y="2741223"/>
                </a:lnTo>
                <a:lnTo>
                  <a:pt x="10012636" y="2729876"/>
                </a:lnTo>
                <a:lnTo>
                  <a:pt x="10044280" y="2726966"/>
                </a:lnTo>
                <a:lnTo>
                  <a:pt x="10057934" y="2735671"/>
                </a:lnTo>
                <a:cubicBezTo>
                  <a:pt x="10075281" y="2744341"/>
                  <a:pt x="10128594" y="2769607"/>
                  <a:pt x="10148373" y="2778987"/>
                </a:cubicBezTo>
                <a:lnTo>
                  <a:pt x="10176601" y="2791940"/>
                </a:lnTo>
                <a:cubicBezTo>
                  <a:pt x="10185319" y="2817937"/>
                  <a:pt x="10238746" y="2788423"/>
                  <a:pt x="10235082" y="2816761"/>
                </a:cubicBezTo>
                <a:cubicBezTo>
                  <a:pt x="10261478" y="2797979"/>
                  <a:pt x="10382486" y="2835579"/>
                  <a:pt x="10421684" y="2833871"/>
                </a:cubicBezTo>
                <a:cubicBezTo>
                  <a:pt x="10427369" y="2846480"/>
                  <a:pt x="10490893" y="2829473"/>
                  <a:pt x="10507376" y="2822262"/>
                </a:cubicBezTo>
                <a:cubicBezTo>
                  <a:pt x="10633551" y="2812985"/>
                  <a:pt x="10703974" y="2842678"/>
                  <a:pt x="10738376" y="2833353"/>
                </a:cubicBezTo>
                <a:cubicBezTo>
                  <a:pt x="10827719" y="2830304"/>
                  <a:pt x="10976757" y="2802522"/>
                  <a:pt x="11043443" y="2803954"/>
                </a:cubicBezTo>
                <a:cubicBezTo>
                  <a:pt x="11049567" y="2823106"/>
                  <a:pt x="11121061" y="2794142"/>
                  <a:pt x="11115269" y="2823367"/>
                </a:cubicBezTo>
                <a:cubicBezTo>
                  <a:pt x="11122168" y="2835110"/>
                  <a:pt x="11139334" y="2833959"/>
                  <a:pt x="11147582" y="2822547"/>
                </a:cubicBezTo>
                <a:cubicBezTo>
                  <a:pt x="11168093" y="2823815"/>
                  <a:pt x="11180424" y="2837446"/>
                  <a:pt x="11201205" y="2818210"/>
                </a:cubicBezTo>
                <a:cubicBezTo>
                  <a:pt x="11229430" y="2819282"/>
                  <a:pt x="11368539" y="2855696"/>
                  <a:pt x="11391726" y="2826386"/>
                </a:cubicBezTo>
                <a:cubicBezTo>
                  <a:pt x="11480791" y="2839198"/>
                  <a:pt x="11451058" y="2820936"/>
                  <a:pt x="11507640" y="2824866"/>
                </a:cubicBezTo>
                <a:cubicBezTo>
                  <a:pt x="11607733" y="2861658"/>
                  <a:pt x="11671908" y="2815146"/>
                  <a:pt x="11718056" y="2821969"/>
                </a:cubicBezTo>
                <a:cubicBezTo>
                  <a:pt x="11816707" y="2792061"/>
                  <a:pt x="11860087" y="2819031"/>
                  <a:pt x="11937926" y="2817058"/>
                </a:cubicBezTo>
                <a:cubicBezTo>
                  <a:pt x="11973607" y="2824139"/>
                  <a:pt x="11989529" y="2794506"/>
                  <a:pt x="12035355" y="2813340"/>
                </a:cubicBezTo>
                <a:cubicBezTo>
                  <a:pt x="12062147" y="2782988"/>
                  <a:pt x="12154841" y="2795794"/>
                  <a:pt x="12179047" y="2788508"/>
                </a:cubicBezTo>
                <a:lnTo>
                  <a:pt x="12192000" y="2788486"/>
                </a:lnTo>
                <a:lnTo>
                  <a:pt x="12192000" y="3378280"/>
                </a:lnTo>
                <a:lnTo>
                  <a:pt x="0" y="33782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EFD2FD1-B3A5-4E1D-BCC8-7684A5440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90051" y="0"/>
            <a:ext cx="7301949" cy="91834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410677 w 9517857"/>
              <a:gd name="connsiteY93" fmla="*/ 172167 h 918356"/>
              <a:gd name="connsiteX94" fmla="*/ 8617841 w 9517857"/>
              <a:gd name="connsiteY94" fmla="*/ 155167 h 918356"/>
              <a:gd name="connsiteX95" fmla="*/ 8715976 w 9517857"/>
              <a:gd name="connsiteY95" fmla="*/ 178374 h 918356"/>
              <a:gd name="connsiteX96" fmla="*/ 8778827 w 9517857"/>
              <a:gd name="connsiteY96" fmla="*/ 172936 h 918356"/>
              <a:gd name="connsiteX97" fmla="*/ 8840778 w 9517857"/>
              <a:gd name="connsiteY97" fmla="*/ 143149 h 918356"/>
              <a:gd name="connsiteX98" fmla="*/ 9010380 w 9517857"/>
              <a:gd name="connsiteY98" fmla="*/ 91891 h 918356"/>
              <a:gd name="connsiteX99" fmla="*/ 9110856 w 9517857"/>
              <a:gd name="connsiteY99" fmla="*/ 70997 h 918356"/>
              <a:gd name="connsiteX100" fmla="*/ 9268817 w 9517857"/>
              <a:gd name="connsiteY100" fmla="*/ 53082 h 918356"/>
              <a:gd name="connsiteX101" fmla="*/ 9316667 w 9517857"/>
              <a:gd name="connsiteY101" fmla="*/ 45047 h 918356"/>
              <a:gd name="connsiteX102" fmla="*/ 9428209 w 9517857"/>
              <a:gd name="connsiteY102" fmla="*/ 29923 h 918356"/>
              <a:gd name="connsiteX103" fmla="*/ 9517856 w 9517857"/>
              <a:gd name="connsiteY103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551625 w 9517857"/>
              <a:gd name="connsiteY93" fmla="*/ 16151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4981173 w 9517857"/>
              <a:gd name="connsiteY68" fmla="*/ 247091 h 918344"/>
              <a:gd name="connsiteX69" fmla="*/ 5060397 w 9517857"/>
              <a:gd name="connsiteY69" fmla="*/ 263676 h 918344"/>
              <a:gd name="connsiteX70" fmla="*/ 5252996 w 9517857"/>
              <a:gd name="connsiteY70" fmla="*/ 270643 h 918344"/>
              <a:gd name="connsiteX71" fmla="*/ 5358056 w 9517857"/>
              <a:gd name="connsiteY71" fmla="*/ 247236 h 918344"/>
              <a:gd name="connsiteX72" fmla="*/ 5426496 w 9517857"/>
              <a:gd name="connsiteY72" fmla="*/ 235130 h 918344"/>
              <a:gd name="connsiteX73" fmla="*/ 5497161 w 9517857"/>
              <a:gd name="connsiteY73" fmla="*/ 228796 h 918344"/>
              <a:gd name="connsiteX74" fmla="*/ 5826043 w 9517857"/>
              <a:gd name="connsiteY74" fmla="*/ 148061 h 918344"/>
              <a:gd name="connsiteX75" fmla="*/ 6013415 w 9517857"/>
              <a:gd name="connsiteY75" fmla="*/ 137304 h 918344"/>
              <a:gd name="connsiteX76" fmla="*/ 6080994 w 9517857"/>
              <a:gd name="connsiteY76" fmla="*/ 142926 h 918344"/>
              <a:gd name="connsiteX77" fmla="*/ 6194152 w 9517857"/>
              <a:gd name="connsiteY77" fmla="*/ 151760 h 918344"/>
              <a:gd name="connsiteX78" fmla="*/ 6281379 w 9517857"/>
              <a:gd name="connsiteY78" fmla="*/ 181614 h 918344"/>
              <a:gd name="connsiteX79" fmla="*/ 6374947 w 9517857"/>
              <a:gd name="connsiteY79" fmla="*/ 179787 h 918344"/>
              <a:gd name="connsiteX80" fmla="*/ 6448518 w 9517857"/>
              <a:gd name="connsiteY80" fmla="*/ 164366 h 918344"/>
              <a:gd name="connsiteX81" fmla="*/ 6544700 w 9517857"/>
              <a:gd name="connsiteY81" fmla="*/ 167149 h 918344"/>
              <a:gd name="connsiteX82" fmla="*/ 6648353 w 9517857"/>
              <a:gd name="connsiteY82" fmla="*/ 172238 h 918344"/>
              <a:gd name="connsiteX83" fmla="*/ 6736227 w 9517857"/>
              <a:gd name="connsiteY83" fmla="*/ 173204 h 918344"/>
              <a:gd name="connsiteX84" fmla="*/ 6977218 w 9517857"/>
              <a:gd name="connsiteY84" fmla="*/ 184277 h 918344"/>
              <a:gd name="connsiteX85" fmla="*/ 7065221 w 9517857"/>
              <a:gd name="connsiteY85" fmla="*/ 227519 h 918344"/>
              <a:gd name="connsiteX86" fmla="*/ 7565449 w 9517857"/>
              <a:gd name="connsiteY86" fmla="*/ 258938 h 918344"/>
              <a:gd name="connsiteX87" fmla="*/ 7599285 w 9517857"/>
              <a:gd name="connsiteY87" fmla="*/ 266009 h 918344"/>
              <a:gd name="connsiteX88" fmla="*/ 7644411 w 9517857"/>
              <a:gd name="connsiteY88" fmla="*/ 258974 h 918344"/>
              <a:gd name="connsiteX89" fmla="*/ 7825110 w 9517857"/>
              <a:gd name="connsiteY89" fmla="*/ 229097 h 918344"/>
              <a:gd name="connsiteX90" fmla="*/ 7965804 w 9517857"/>
              <a:gd name="connsiteY90" fmla="*/ 190533 h 918344"/>
              <a:gd name="connsiteX91" fmla="*/ 8147401 w 9517857"/>
              <a:gd name="connsiteY91" fmla="*/ 205605 h 918344"/>
              <a:gd name="connsiteX92" fmla="*/ 8256033 w 9517857"/>
              <a:gd name="connsiteY92" fmla="*/ 193701 h 918344"/>
              <a:gd name="connsiteX93" fmla="*/ 8551625 w 9517857"/>
              <a:gd name="connsiteY93" fmla="*/ 161505 h 918344"/>
              <a:gd name="connsiteX94" fmla="*/ 8715976 w 9517857"/>
              <a:gd name="connsiteY94" fmla="*/ 178362 h 918344"/>
              <a:gd name="connsiteX95" fmla="*/ 8778827 w 9517857"/>
              <a:gd name="connsiteY95" fmla="*/ 172924 h 918344"/>
              <a:gd name="connsiteX96" fmla="*/ 8840778 w 9517857"/>
              <a:gd name="connsiteY96" fmla="*/ 143137 h 918344"/>
              <a:gd name="connsiteX97" fmla="*/ 9010380 w 9517857"/>
              <a:gd name="connsiteY97" fmla="*/ 91879 h 918344"/>
              <a:gd name="connsiteX98" fmla="*/ 9110856 w 9517857"/>
              <a:gd name="connsiteY98" fmla="*/ 70985 h 918344"/>
              <a:gd name="connsiteX99" fmla="*/ 9268817 w 9517857"/>
              <a:gd name="connsiteY99" fmla="*/ 53070 h 918344"/>
              <a:gd name="connsiteX100" fmla="*/ 9316667 w 9517857"/>
              <a:gd name="connsiteY100" fmla="*/ 45035 h 918344"/>
              <a:gd name="connsiteX101" fmla="*/ 9428209 w 9517857"/>
              <a:gd name="connsiteY101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5060397 w 9517857"/>
              <a:gd name="connsiteY68" fmla="*/ 263676 h 918344"/>
              <a:gd name="connsiteX69" fmla="*/ 5252996 w 9517857"/>
              <a:gd name="connsiteY69" fmla="*/ 270643 h 918344"/>
              <a:gd name="connsiteX70" fmla="*/ 5358056 w 9517857"/>
              <a:gd name="connsiteY70" fmla="*/ 247236 h 918344"/>
              <a:gd name="connsiteX71" fmla="*/ 5426496 w 9517857"/>
              <a:gd name="connsiteY71" fmla="*/ 235130 h 918344"/>
              <a:gd name="connsiteX72" fmla="*/ 5497161 w 9517857"/>
              <a:gd name="connsiteY72" fmla="*/ 228796 h 918344"/>
              <a:gd name="connsiteX73" fmla="*/ 5826043 w 9517857"/>
              <a:gd name="connsiteY73" fmla="*/ 148061 h 918344"/>
              <a:gd name="connsiteX74" fmla="*/ 6013415 w 9517857"/>
              <a:gd name="connsiteY74" fmla="*/ 137304 h 918344"/>
              <a:gd name="connsiteX75" fmla="*/ 6080994 w 9517857"/>
              <a:gd name="connsiteY75" fmla="*/ 142926 h 918344"/>
              <a:gd name="connsiteX76" fmla="*/ 6194152 w 9517857"/>
              <a:gd name="connsiteY76" fmla="*/ 151760 h 918344"/>
              <a:gd name="connsiteX77" fmla="*/ 6281379 w 9517857"/>
              <a:gd name="connsiteY77" fmla="*/ 181614 h 918344"/>
              <a:gd name="connsiteX78" fmla="*/ 6374947 w 9517857"/>
              <a:gd name="connsiteY78" fmla="*/ 179787 h 918344"/>
              <a:gd name="connsiteX79" fmla="*/ 6448518 w 9517857"/>
              <a:gd name="connsiteY79" fmla="*/ 164366 h 918344"/>
              <a:gd name="connsiteX80" fmla="*/ 6544700 w 9517857"/>
              <a:gd name="connsiteY80" fmla="*/ 167149 h 918344"/>
              <a:gd name="connsiteX81" fmla="*/ 6648353 w 9517857"/>
              <a:gd name="connsiteY81" fmla="*/ 172238 h 918344"/>
              <a:gd name="connsiteX82" fmla="*/ 6736227 w 9517857"/>
              <a:gd name="connsiteY82" fmla="*/ 173204 h 918344"/>
              <a:gd name="connsiteX83" fmla="*/ 6977218 w 9517857"/>
              <a:gd name="connsiteY83" fmla="*/ 184277 h 918344"/>
              <a:gd name="connsiteX84" fmla="*/ 7065221 w 9517857"/>
              <a:gd name="connsiteY84" fmla="*/ 227519 h 918344"/>
              <a:gd name="connsiteX85" fmla="*/ 7565449 w 9517857"/>
              <a:gd name="connsiteY85" fmla="*/ 258938 h 918344"/>
              <a:gd name="connsiteX86" fmla="*/ 7599285 w 9517857"/>
              <a:gd name="connsiteY86" fmla="*/ 266009 h 918344"/>
              <a:gd name="connsiteX87" fmla="*/ 7644411 w 9517857"/>
              <a:gd name="connsiteY87" fmla="*/ 258974 h 918344"/>
              <a:gd name="connsiteX88" fmla="*/ 7825110 w 9517857"/>
              <a:gd name="connsiteY88" fmla="*/ 229097 h 918344"/>
              <a:gd name="connsiteX89" fmla="*/ 7965804 w 9517857"/>
              <a:gd name="connsiteY89" fmla="*/ 190533 h 918344"/>
              <a:gd name="connsiteX90" fmla="*/ 8147401 w 9517857"/>
              <a:gd name="connsiteY90" fmla="*/ 205605 h 918344"/>
              <a:gd name="connsiteX91" fmla="*/ 8256033 w 9517857"/>
              <a:gd name="connsiteY91" fmla="*/ 193701 h 918344"/>
              <a:gd name="connsiteX92" fmla="*/ 8551625 w 9517857"/>
              <a:gd name="connsiteY92" fmla="*/ 161505 h 918344"/>
              <a:gd name="connsiteX93" fmla="*/ 8715976 w 9517857"/>
              <a:gd name="connsiteY93" fmla="*/ 178362 h 918344"/>
              <a:gd name="connsiteX94" fmla="*/ 8778827 w 9517857"/>
              <a:gd name="connsiteY94" fmla="*/ 172924 h 918344"/>
              <a:gd name="connsiteX95" fmla="*/ 8840778 w 9517857"/>
              <a:gd name="connsiteY95" fmla="*/ 143137 h 918344"/>
              <a:gd name="connsiteX96" fmla="*/ 9010380 w 9517857"/>
              <a:gd name="connsiteY96" fmla="*/ 91879 h 918344"/>
              <a:gd name="connsiteX97" fmla="*/ 9110856 w 9517857"/>
              <a:gd name="connsiteY97" fmla="*/ 70985 h 918344"/>
              <a:gd name="connsiteX98" fmla="*/ 9268817 w 9517857"/>
              <a:gd name="connsiteY98" fmla="*/ 53070 h 918344"/>
              <a:gd name="connsiteX99" fmla="*/ 9316667 w 9517857"/>
              <a:gd name="connsiteY99" fmla="*/ 45035 h 918344"/>
              <a:gd name="connsiteX100" fmla="*/ 9428209 w 9517857"/>
              <a:gd name="connsiteY100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26043 w 9517857"/>
              <a:gd name="connsiteY72" fmla="*/ 148061 h 918344"/>
              <a:gd name="connsiteX73" fmla="*/ 6013415 w 9517857"/>
              <a:gd name="connsiteY73" fmla="*/ 137304 h 918344"/>
              <a:gd name="connsiteX74" fmla="*/ 6080994 w 9517857"/>
              <a:gd name="connsiteY74" fmla="*/ 142926 h 918344"/>
              <a:gd name="connsiteX75" fmla="*/ 6194152 w 9517857"/>
              <a:gd name="connsiteY75" fmla="*/ 151760 h 918344"/>
              <a:gd name="connsiteX76" fmla="*/ 6281379 w 9517857"/>
              <a:gd name="connsiteY76" fmla="*/ 181614 h 918344"/>
              <a:gd name="connsiteX77" fmla="*/ 6374947 w 9517857"/>
              <a:gd name="connsiteY77" fmla="*/ 179787 h 918344"/>
              <a:gd name="connsiteX78" fmla="*/ 6448518 w 9517857"/>
              <a:gd name="connsiteY78" fmla="*/ 164366 h 918344"/>
              <a:gd name="connsiteX79" fmla="*/ 6544700 w 9517857"/>
              <a:gd name="connsiteY79" fmla="*/ 167149 h 918344"/>
              <a:gd name="connsiteX80" fmla="*/ 6648353 w 9517857"/>
              <a:gd name="connsiteY80" fmla="*/ 172238 h 918344"/>
              <a:gd name="connsiteX81" fmla="*/ 6736227 w 9517857"/>
              <a:gd name="connsiteY81" fmla="*/ 173204 h 918344"/>
              <a:gd name="connsiteX82" fmla="*/ 6977218 w 9517857"/>
              <a:gd name="connsiteY82" fmla="*/ 184277 h 918344"/>
              <a:gd name="connsiteX83" fmla="*/ 7065221 w 9517857"/>
              <a:gd name="connsiteY83" fmla="*/ 227519 h 918344"/>
              <a:gd name="connsiteX84" fmla="*/ 7565449 w 9517857"/>
              <a:gd name="connsiteY84" fmla="*/ 258938 h 918344"/>
              <a:gd name="connsiteX85" fmla="*/ 7599285 w 9517857"/>
              <a:gd name="connsiteY85" fmla="*/ 266009 h 918344"/>
              <a:gd name="connsiteX86" fmla="*/ 7644411 w 9517857"/>
              <a:gd name="connsiteY86" fmla="*/ 258974 h 918344"/>
              <a:gd name="connsiteX87" fmla="*/ 7825110 w 9517857"/>
              <a:gd name="connsiteY87" fmla="*/ 229097 h 918344"/>
              <a:gd name="connsiteX88" fmla="*/ 7965804 w 9517857"/>
              <a:gd name="connsiteY88" fmla="*/ 190533 h 918344"/>
              <a:gd name="connsiteX89" fmla="*/ 8147401 w 9517857"/>
              <a:gd name="connsiteY89" fmla="*/ 205605 h 918344"/>
              <a:gd name="connsiteX90" fmla="*/ 8256033 w 9517857"/>
              <a:gd name="connsiteY90" fmla="*/ 193701 h 918344"/>
              <a:gd name="connsiteX91" fmla="*/ 8551625 w 9517857"/>
              <a:gd name="connsiteY91" fmla="*/ 161505 h 918344"/>
              <a:gd name="connsiteX92" fmla="*/ 8715976 w 9517857"/>
              <a:gd name="connsiteY92" fmla="*/ 178362 h 918344"/>
              <a:gd name="connsiteX93" fmla="*/ 8778827 w 9517857"/>
              <a:gd name="connsiteY93" fmla="*/ 172924 h 918344"/>
              <a:gd name="connsiteX94" fmla="*/ 8840778 w 9517857"/>
              <a:gd name="connsiteY94" fmla="*/ 143137 h 918344"/>
              <a:gd name="connsiteX95" fmla="*/ 9010380 w 9517857"/>
              <a:gd name="connsiteY95" fmla="*/ 91879 h 918344"/>
              <a:gd name="connsiteX96" fmla="*/ 9110856 w 9517857"/>
              <a:gd name="connsiteY96" fmla="*/ 70985 h 918344"/>
              <a:gd name="connsiteX97" fmla="*/ 9268817 w 9517857"/>
              <a:gd name="connsiteY97" fmla="*/ 53070 h 918344"/>
              <a:gd name="connsiteX98" fmla="*/ 9316667 w 9517857"/>
              <a:gd name="connsiteY98" fmla="*/ 45035 h 918344"/>
              <a:gd name="connsiteX99" fmla="*/ 9428209 w 9517857"/>
              <a:gd name="connsiteY99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6013415 w 9517857"/>
              <a:gd name="connsiteY72" fmla="*/ 13730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433745 w 9517857"/>
              <a:gd name="connsiteY84" fmla="*/ 24695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547829 w 9517857"/>
              <a:gd name="connsiteY34" fmla="*/ 5661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47401 w 9517857"/>
              <a:gd name="connsiteY86" fmla="*/ 2056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06016 w 9517857"/>
              <a:gd name="connsiteY86" fmla="*/ 2310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6014778 w 9517857"/>
              <a:gd name="connsiteY71" fmla="*/ 16832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840778 w 9517857"/>
              <a:gd name="connsiteY89" fmla="*/ 143137 h 918344"/>
              <a:gd name="connsiteX90" fmla="*/ 9010380 w 9517857"/>
              <a:gd name="connsiteY90" fmla="*/ 91879 h 918344"/>
              <a:gd name="connsiteX91" fmla="*/ 9110856 w 9517857"/>
              <a:gd name="connsiteY91" fmla="*/ 70985 h 918344"/>
              <a:gd name="connsiteX92" fmla="*/ 9268817 w 9517857"/>
              <a:gd name="connsiteY92" fmla="*/ 53070 h 918344"/>
              <a:gd name="connsiteX93" fmla="*/ 9316667 w 9517857"/>
              <a:gd name="connsiteY93" fmla="*/ 45035 h 918344"/>
              <a:gd name="connsiteX94" fmla="*/ 9428209 w 9517857"/>
              <a:gd name="connsiteY94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840778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63955 w 9517857"/>
              <a:gd name="connsiteY85" fmla="*/ 2056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9517857" h="918344">
                <a:moveTo>
                  <a:pt x="4686423" y="247907"/>
                </a:moveTo>
                <a:lnTo>
                  <a:pt x="4689051" y="250956"/>
                </a:lnTo>
                <a:lnTo>
                  <a:pt x="4687244" y="251286"/>
                </a:lnTo>
                <a:lnTo>
                  <a:pt x="4686423" y="247907"/>
                </a:lnTo>
                <a:close/>
                <a:moveTo>
                  <a:pt x="4685225" y="246518"/>
                </a:moveTo>
                <a:cubicBezTo>
                  <a:pt x="4688837" y="243186"/>
                  <a:pt x="4687468" y="244586"/>
                  <a:pt x="4686133" y="246715"/>
                </a:cubicBezTo>
                <a:cubicBezTo>
                  <a:pt x="4686230" y="247112"/>
                  <a:pt x="4686326" y="247510"/>
                  <a:pt x="4686423" y="247907"/>
                </a:cubicBezTo>
                <a:lnTo>
                  <a:pt x="4685225" y="246518"/>
                </a:lnTo>
                <a:close/>
                <a:moveTo>
                  <a:pt x="9428209" y="29911"/>
                </a:moveTo>
                <a:lnTo>
                  <a:pt x="9517857" y="0"/>
                </a:lnTo>
                <a:lnTo>
                  <a:pt x="9517857" y="918344"/>
                </a:lnTo>
                <a:lnTo>
                  <a:pt x="14604" y="918344"/>
                </a:lnTo>
                <a:lnTo>
                  <a:pt x="12841" y="917751"/>
                </a:lnTo>
                <a:cubicBezTo>
                  <a:pt x="4532" y="914852"/>
                  <a:pt x="-773" y="912795"/>
                  <a:pt x="93" y="912459"/>
                </a:cubicBezTo>
                <a:cubicBezTo>
                  <a:pt x="172" y="912286"/>
                  <a:pt x="58594" y="890483"/>
                  <a:pt x="58674" y="890310"/>
                </a:cubicBezTo>
                <a:cubicBezTo>
                  <a:pt x="127436" y="929602"/>
                  <a:pt x="206243" y="828214"/>
                  <a:pt x="275005" y="807217"/>
                </a:cubicBezTo>
                <a:cubicBezTo>
                  <a:pt x="303983" y="806075"/>
                  <a:pt x="504960" y="777363"/>
                  <a:pt x="587824" y="798183"/>
                </a:cubicBezTo>
                <a:cubicBezTo>
                  <a:pt x="598733" y="769336"/>
                  <a:pt x="682904" y="785912"/>
                  <a:pt x="651826" y="738326"/>
                </a:cubicBezTo>
                <a:cubicBezTo>
                  <a:pt x="688440" y="737850"/>
                  <a:pt x="753255" y="750384"/>
                  <a:pt x="727985" y="719814"/>
                </a:cubicBezTo>
                <a:cubicBezTo>
                  <a:pt x="739648" y="718737"/>
                  <a:pt x="775717" y="715075"/>
                  <a:pt x="778982" y="710130"/>
                </a:cubicBezTo>
                <a:cubicBezTo>
                  <a:pt x="779189" y="709395"/>
                  <a:pt x="849736" y="718709"/>
                  <a:pt x="849944" y="717975"/>
                </a:cubicBezTo>
                <a:lnTo>
                  <a:pt x="921659" y="712683"/>
                </a:lnTo>
                <a:lnTo>
                  <a:pt x="930946" y="734034"/>
                </a:lnTo>
                <a:lnTo>
                  <a:pt x="986250" y="713518"/>
                </a:lnTo>
                <a:lnTo>
                  <a:pt x="1013752" y="713349"/>
                </a:lnTo>
                <a:lnTo>
                  <a:pt x="1023734" y="718559"/>
                </a:lnTo>
                <a:cubicBezTo>
                  <a:pt x="1033291" y="721264"/>
                  <a:pt x="1045398" y="721382"/>
                  <a:pt x="1063207" y="715639"/>
                </a:cubicBezTo>
                <a:lnTo>
                  <a:pt x="1081980" y="738443"/>
                </a:lnTo>
                <a:lnTo>
                  <a:pt x="1218120" y="713268"/>
                </a:lnTo>
                <a:cubicBezTo>
                  <a:pt x="1230137" y="716150"/>
                  <a:pt x="1387179" y="685167"/>
                  <a:pt x="1397459" y="691178"/>
                </a:cubicBezTo>
                <a:cubicBezTo>
                  <a:pt x="1490025" y="704972"/>
                  <a:pt x="1465878" y="715592"/>
                  <a:pt x="1580688" y="693685"/>
                </a:cubicBezTo>
                <a:cubicBezTo>
                  <a:pt x="1607067" y="704367"/>
                  <a:pt x="1719477" y="658227"/>
                  <a:pt x="1772334" y="710628"/>
                </a:cubicBezTo>
                <a:cubicBezTo>
                  <a:pt x="1745536" y="644812"/>
                  <a:pt x="1976078" y="716424"/>
                  <a:pt x="2002561" y="659905"/>
                </a:cubicBezTo>
                <a:cubicBezTo>
                  <a:pt x="2045346" y="660345"/>
                  <a:pt x="2166676" y="654379"/>
                  <a:pt x="2135144" y="636489"/>
                </a:cubicBezTo>
                <a:cubicBezTo>
                  <a:pt x="2226022" y="620861"/>
                  <a:pt x="2361353" y="588467"/>
                  <a:pt x="2448505" y="578838"/>
                </a:cubicBezTo>
                <a:cubicBezTo>
                  <a:pt x="2446114" y="626857"/>
                  <a:pt x="2632278" y="528268"/>
                  <a:pt x="2658055" y="578715"/>
                </a:cubicBezTo>
                <a:cubicBezTo>
                  <a:pt x="2670795" y="573569"/>
                  <a:pt x="2682322" y="566993"/>
                  <a:pt x="2693698" y="560017"/>
                </a:cubicBezTo>
                <a:lnTo>
                  <a:pt x="2699673" y="556388"/>
                </a:lnTo>
                <a:lnTo>
                  <a:pt x="2727306" y="550686"/>
                </a:lnTo>
                <a:lnTo>
                  <a:pt x="2730451" y="538046"/>
                </a:lnTo>
                <a:lnTo>
                  <a:pt x="2768713" y="521563"/>
                </a:lnTo>
                <a:cubicBezTo>
                  <a:pt x="2783756" y="517092"/>
                  <a:pt x="2800788" y="514279"/>
                  <a:pt x="2820868" y="514148"/>
                </a:cubicBezTo>
                <a:cubicBezTo>
                  <a:pt x="2894791" y="532873"/>
                  <a:pt x="2981506" y="465495"/>
                  <a:pt x="3073635" y="491282"/>
                </a:cubicBezTo>
                <a:cubicBezTo>
                  <a:pt x="3106872" y="496612"/>
                  <a:pt x="3205785" y="487706"/>
                  <a:pt x="3222071" y="470547"/>
                </a:cubicBezTo>
                <a:cubicBezTo>
                  <a:pt x="3242193" y="465502"/>
                  <a:pt x="3267163" y="469124"/>
                  <a:pt x="3274069" y="451593"/>
                </a:cubicBezTo>
                <a:cubicBezTo>
                  <a:pt x="3286659" y="430153"/>
                  <a:pt x="3363648" y="455559"/>
                  <a:pt x="3349632" y="432571"/>
                </a:cubicBezTo>
                <a:lnTo>
                  <a:pt x="3479593" y="390425"/>
                </a:lnTo>
                <a:cubicBezTo>
                  <a:pt x="3546325" y="380108"/>
                  <a:pt x="3689266" y="375631"/>
                  <a:pt x="3750023" y="370666"/>
                </a:cubicBezTo>
                <a:cubicBezTo>
                  <a:pt x="3810780" y="365701"/>
                  <a:pt x="3796187" y="363985"/>
                  <a:pt x="3844133" y="360636"/>
                </a:cubicBezTo>
                <a:cubicBezTo>
                  <a:pt x="3892079" y="357287"/>
                  <a:pt x="4007004" y="338828"/>
                  <a:pt x="4037701" y="350573"/>
                </a:cubicBezTo>
                <a:cubicBezTo>
                  <a:pt x="4133026" y="338752"/>
                  <a:pt x="4159924" y="363178"/>
                  <a:pt x="4266740" y="361442"/>
                </a:cubicBezTo>
                <a:cubicBezTo>
                  <a:pt x="4385770" y="354362"/>
                  <a:pt x="4314535" y="340131"/>
                  <a:pt x="4430770" y="342631"/>
                </a:cubicBezTo>
                <a:cubicBezTo>
                  <a:pt x="4439969" y="322582"/>
                  <a:pt x="4478290" y="314633"/>
                  <a:pt x="4512664" y="319936"/>
                </a:cubicBezTo>
                <a:cubicBezTo>
                  <a:pt x="4570011" y="315126"/>
                  <a:pt x="4549085" y="269587"/>
                  <a:pt x="4616423" y="290902"/>
                </a:cubicBezTo>
                <a:cubicBezTo>
                  <a:pt x="4599641" y="270265"/>
                  <a:pt x="4692085" y="269204"/>
                  <a:pt x="4691675" y="253999"/>
                </a:cubicBezTo>
                <a:lnTo>
                  <a:pt x="4689051" y="250956"/>
                </a:lnTo>
                <a:lnTo>
                  <a:pt x="4719994" y="245295"/>
                </a:lnTo>
                <a:cubicBezTo>
                  <a:pt x="4732635" y="242763"/>
                  <a:pt x="4745300" y="240323"/>
                  <a:pt x="4752894" y="239863"/>
                </a:cubicBezTo>
                <a:lnTo>
                  <a:pt x="4769329" y="233573"/>
                </a:lnTo>
                <a:lnTo>
                  <a:pt x="4775634" y="234051"/>
                </a:lnTo>
                <a:lnTo>
                  <a:pt x="4790452" y="233560"/>
                </a:lnTo>
                <a:lnTo>
                  <a:pt x="4789062" y="241912"/>
                </a:lnTo>
                <a:cubicBezTo>
                  <a:pt x="4786342" y="249920"/>
                  <a:pt x="4804560" y="248619"/>
                  <a:pt x="4827826" y="246965"/>
                </a:cubicBezTo>
                <a:cubicBezTo>
                  <a:pt x="4875782" y="239557"/>
                  <a:pt x="4874112" y="283401"/>
                  <a:pt x="4892569" y="249921"/>
                </a:cubicBezTo>
                <a:lnTo>
                  <a:pt x="4896611" y="240436"/>
                </a:lnTo>
                <a:lnTo>
                  <a:pt x="4917286" y="243647"/>
                </a:lnTo>
                <a:cubicBezTo>
                  <a:pt x="4944584" y="247520"/>
                  <a:pt x="5004445" y="259177"/>
                  <a:pt x="5060397" y="263676"/>
                </a:cubicBezTo>
                <a:cubicBezTo>
                  <a:pt x="5093356" y="238577"/>
                  <a:pt x="5149615" y="249939"/>
                  <a:pt x="5244719" y="245243"/>
                </a:cubicBezTo>
                <a:cubicBezTo>
                  <a:pt x="5280563" y="216460"/>
                  <a:pt x="5287005" y="287909"/>
                  <a:pt x="5358056" y="247236"/>
                </a:cubicBezTo>
                <a:cubicBezTo>
                  <a:pt x="5361752" y="250245"/>
                  <a:pt x="5403312" y="238203"/>
                  <a:pt x="5426496" y="235130"/>
                </a:cubicBezTo>
                <a:cubicBezTo>
                  <a:pt x="5449679" y="232057"/>
                  <a:pt x="5473549" y="245599"/>
                  <a:pt x="5497161" y="228796"/>
                </a:cubicBezTo>
                <a:cubicBezTo>
                  <a:pt x="5639351" y="214989"/>
                  <a:pt x="5707050" y="169433"/>
                  <a:pt x="5923732" y="187376"/>
                </a:cubicBezTo>
                <a:cubicBezTo>
                  <a:pt x="5980821" y="181528"/>
                  <a:pt x="6140195" y="184371"/>
                  <a:pt x="6194152" y="151760"/>
                </a:cubicBezTo>
                <a:cubicBezTo>
                  <a:pt x="6187280" y="177771"/>
                  <a:pt x="6304222" y="153398"/>
                  <a:pt x="6281379" y="181614"/>
                </a:cubicBezTo>
                <a:cubicBezTo>
                  <a:pt x="6321899" y="201807"/>
                  <a:pt x="6335111" y="162578"/>
                  <a:pt x="6374947" y="179787"/>
                </a:cubicBezTo>
                <a:cubicBezTo>
                  <a:pt x="6417404" y="181324"/>
                  <a:pt x="6402484" y="169682"/>
                  <a:pt x="6448518" y="164366"/>
                </a:cubicBezTo>
                <a:cubicBezTo>
                  <a:pt x="6504958" y="162476"/>
                  <a:pt x="6493438" y="111191"/>
                  <a:pt x="6544700" y="167149"/>
                </a:cubicBezTo>
                <a:cubicBezTo>
                  <a:pt x="6601507" y="148685"/>
                  <a:pt x="6566269" y="164374"/>
                  <a:pt x="6648353" y="172238"/>
                </a:cubicBezTo>
                <a:cubicBezTo>
                  <a:pt x="6680008" y="155211"/>
                  <a:pt x="6707960" y="160661"/>
                  <a:pt x="6736227" y="173204"/>
                </a:cubicBezTo>
                <a:cubicBezTo>
                  <a:pt x="6813963" y="164272"/>
                  <a:pt x="6888143" y="181284"/>
                  <a:pt x="6977218" y="184277"/>
                </a:cubicBezTo>
                <a:cubicBezTo>
                  <a:pt x="7040424" y="188306"/>
                  <a:pt x="7000291" y="215076"/>
                  <a:pt x="7065221" y="227519"/>
                </a:cubicBezTo>
                <a:cubicBezTo>
                  <a:pt x="7130151" y="239962"/>
                  <a:pt x="7277790" y="252523"/>
                  <a:pt x="7366801" y="258938"/>
                </a:cubicBezTo>
                <a:cubicBezTo>
                  <a:pt x="7377311" y="252420"/>
                  <a:pt x="7435314" y="238566"/>
                  <a:pt x="7433745" y="246959"/>
                </a:cubicBezTo>
                <a:cubicBezTo>
                  <a:pt x="7446076" y="243878"/>
                  <a:pt x="7639946" y="245807"/>
                  <a:pt x="7644411" y="258974"/>
                </a:cubicBezTo>
                <a:cubicBezTo>
                  <a:pt x="7708015" y="258000"/>
                  <a:pt x="7770249" y="247712"/>
                  <a:pt x="7825110" y="229097"/>
                </a:cubicBezTo>
                <a:cubicBezTo>
                  <a:pt x="7908941" y="220202"/>
                  <a:pt x="8092134" y="211504"/>
                  <a:pt x="8163955" y="205605"/>
                </a:cubicBezTo>
                <a:cubicBezTo>
                  <a:pt x="8183007" y="196598"/>
                  <a:pt x="8225048" y="207087"/>
                  <a:pt x="8256033" y="193701"/>
                </a:cubicBezTo>
                <a:cubicBezTo>
                  <a:pt x="8334440" y="185293"/>
                  <a:pt x="8474968" y="164062"/>
                  <a:pt x="8551625" y="161505"/>
                </a:cubicBezTo>
                <a:cubicBezTo>
                  <a:pt x="8649083" y="153078"/>
                  <a:pt x="8607056" y="154741"/>
                  <a:pt x="8683515" y="143137"/>
                </a:cubicBezTo>
                <a:cubicBezTo>
                  <a:pt x="8746256" y="121084"/>
                  <a:pt x="8897706" y="99547"/>
                  <a:pt x="9002103" y="85529"/>
                </a:cubicBezTo>
                <a:cubicBezTo>
                  <a:pt x="9018826" y="50490"/>
                  <a:pt x="9112524" y="108345"/>
                  <a:pt x="9110856" y="70985"/>
                </a:cubicBezTo>
                <a:cubicBezTo>
                  <a:pt x="9148189" y="94238"/>
                  <a:pt x="9209809" y="53273"/>
                  <a:pt x="9268817" y="53070"/>
                </a:cubicBezTo>
                <a:cubicBezTo>
                  <a:pt x="9279135" y="35985"/>
                  <a:pt x="9292736" y="36508"/>
                  <a:pt x="9316667" y="45035"/>
                </a:cubicBezTo>
                <a:cubicBezTo>
                  <a:pt x="9352186" y="45850"/>
                  <a:pt x="9390008" y="39787"/>
                  <a:pt x="9428209" y="2991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B0A31B-8E27-5EFD-8223-D2F1DD85A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096" y="1801074"/>
            <a:ext cx="2082907" cy="22543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027CD3-5DCE-B49D-2E58-2BFDA49C526E}"/>
              </a:ext>
            </a:extLst>
          </p:cNvPr>
          <p:cNvSpPr txBox="1"/>
          <p:nvPr/>
        </p:nvSpPr>
        <p:spPr>
          <a:xfrm>
            <a:off x="2136603" y="4088097"/>
            <a:ext cx="1335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Initial State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962F65-499D-AF8D-09B0-74FEB9C65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740" y="1851599"/>
            <a:ext cx="1917732" cy="21525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B700A9-B110-4616-D81C-4DA2C4E79E11}"/>
              </a:ext>
            </a:extLst>
          </p:cNvPr>
          <p:cNvSpPr txBox="1"/>
          <p:nvPr/>
        </p:nvSpPr>
        <p:spPr>
          <a:xfrm>
            <a:off x="7615246" y="4088097"/>
            <a:ext cx="1272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Goal State</a:t>
            </a:r>
          </a:p>
        </p:txBody>
      </p:sp>
    </p:spTree>
    <p:extLst>
      <p:ext uri="{BB962C8B-B14F-4D97-AF65-F5344CB8AC3E}">
        <p14:creationId xmlns:p14="http://schemas.microsoft.com/office/powerpoint/2010/main" val="1154719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9B396-C85A-A660-0422-E04717E2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1-Breadth-first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E9D50-753B-CFDB-6CEA-FDD1ED9EE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Breadth-first is blind search Moves from left to right, level by level until reaching the Goal</a:t>
            </a:r>
          </a:p>
          <a:p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3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84B86A-830C-A26C-4C70-62D8DF029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E1C31B-E9CE-CFC0-6DBC-CAA7C25EBF4F}"/>
              </a:ext>
            </a:extLst>
          </p:cNvPr>
          <p:cNvSpPr/>
          <p:nvPr/>
        </p:nvSpPr>
        <p:spPr>
          <a:xfrm>
            <a:off x="873193" y="2012652"/>
            <a:ext cx="9986962" cy="4586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C1CB9-C706-69BB-D996-FA084CC246DB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32F44A-BB7A-8ACC-C2D9-59B48040AA7C}"/>
              </a:ext>
            </a:extLst>
          </p:cNvPr>
          <p:cNvSpPr/>
          <p:nvPr/>
        </p:nvSpPr>
        <p:spPr>
          <a:xfrm>
            <a:off x="6096000" y="311838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135534-178B-26AC-C4EB-CC50BDB43C08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0DD6A8-0B54-F33D-D441-2CC25E993E46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B599E2-252F-76AC-DB6D-53BADDB6E5CE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90E42164-9EB9-1341-66CF-9E271844E749}"/>
              </a:ext>
            </a:extLst>
          </p:cNvPr>
          <p:cNvSpPr/>
          <p:nvPr/>
        </p:nvSpPr>
        <p:spPr>
          <a:xfrm>
            <a:off x="228599" y="6117350"/>
            <a:ext cx="11882535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 ,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726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BBE84-4708-77B7-A622-BB872070A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447D5A-EDB5-7EC7-CFCD-4D5D3ED08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47A838-6680-CAD0-8564-4E53E72A9ABE}"/>
              </a:ext>
            </a:extLst>
          </p:cNvPr>
          <p:cNvSpPr/>
          <p:nvPr/>
        </p:nvSpPr>
        <p:spPr>
          <a:xfrm>
            <a:off x="3710609" y="1982212"/>
            <a:ext cx="7149546" cy="46173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28209A-0997-E0B3-9ED5-1BCF42FBFF4F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D0DE1-0EBA-AC0C-7445-18503ECD957E}"/>
              </a:ext>
            </a:extLst>
          </p:cNvPr>
          <p:cNvSpPr/>
          <p:nvPr/>
        </p:nvSpPr>
        <p:spPr>
          <a:xfrm>
            <a:off x="3193774" y="1399528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7C630F-21D7-F53A-C87D-76906CC740D0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7E911E-0D3F-077D-2DF9-E6015C16F26B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1E7FC2-0A3C-0D13-D855-EC88E3CC98D4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EF8AD1-38FC-B49F-C944-C54C70C9BD8F}"/>
              </a:ext>
            </a:extLst>
          </p:cNvPr>
          <p:cNvSpPr/>
          <p:nvPr/>
        </p:nvSpPr>
        <p:spPr>
          <a:xfrm>
            <a:off x="665922" y="3069903"/>
            <a:ext cx="10346633" cy="36820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0BC2FF-6F91-1D69-4427-BE697197D8E0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2C354D68-6D07-1E36-0289-4167742DBF6D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91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69B9-575C-9EC7-1089-2A364F159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C00C43-94E0-E70F-C14E-8AA39B376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0D83B1-9C83-A30F-5B4A-1E4D90A03851}"/>
              </a:ext>
            </a:extLst>
          </p:cNvPr>
          <p:cNvSpPr/>
          <p:nvPr/>
        </p:nvSpPr>
        <p:spPr>
          <a:xfrm>
            <a:off x="8845825" y="2218276"/>
            <a:ext cx="2014329" cy="4381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0B4546-DDA6-9FC3-1C18-65099D11D8B3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7557FE-D505-B219-BB0B-58C872C4F2BE}"/>
              </a:ext>
            </a:extLst>
          </p:cNvPr>
          <p:cNvSpPr/>
          <p:nvPr/>
        </p:nvSpPr>
        <p:spPr>
          <a:xfrm>
            <a:off x="6096000" y="1399528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812C81-940E-AB6E-515F-4C6A40D48555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D583AF-998B-608B-1F9F-5C6A42EA9EDC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394AA4-F374-3F50-D35B-30B7BF1F4579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CC7B34-242E-D737-30D4-21704E86F0DB}"/>
              </a:ext>
            </a:extLst>
          </p:cNvPr>
          <p:cNvSpPr/>
          <p:nvPr/>
        </p:nvSpPr>
        <p:spPr>
          <a:xfrm>
            <a:off x="665922" y="3123328"/>
            <a:ext cx="10346633" cy="3628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DFBDC-AB5D-C06C-3149-B471356D8AAD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B2A528-2C12-2955-A3A1-8FBABC50E611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B9B999-0B1B-ED3E-BC35-B8FF86E656E9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EA96AF-5852-7437-3DE7-72ECDE6012A1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5" name="Rounded Rectangle 2">
            <a:extLst>
              <a:ext uri="{FF2B5EF4-FFF2-40B4-BE49-F238E27FC236}">
                <a16:creationId xmlns:a16="http://schemas.microsoft.com/office/drawing/2014/main" id="{20FB4611-6683-B7BC-3E94-DC946FD3030C}"/>
              </a:ext>
            </a:extLst>
          </p:cNvPr>
          <p:cNvSpPr/>
          <p:nvPr/>
        </p:nvSpPr>
        <p:spPr>
          <a:xfrm>
            <a:off x="238539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11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8C89-9339-E8D1-2A36-07D057BF6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FB52B6-9E90-3954-483F-BA0FF7077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16BEBB-BC0F-4459-0BE3-3F06B26BFEF2}"/>
              </a:ext>
            </a:extLst>
          </p:cNvPr>
          <p:cNvSpPr/>
          <p:nvPr/>
        </p:nvSpPr>
        <p:spPr>
          <a:xfrm>
            <a:off x="8845825" y="3429000"/>
            <a:ext cx="2014329" cy="31705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A98AFD-BFBB-2143-28F7-6541D9099648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243365-168A-1C63-33AD-654DA54D50E9}"/>
              </a:ext>
            </a:extLst>
          </p:cNvPr>
          <p:cNvSpPr/>
          <p:nvPr/>
        </p:nvSpPr>
        <p:spPr>
          <a:xfrm>
            <a:off x="8875641" y="1399528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03FF88-19FD-D079-8352-7B4922CE391D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3D4D26-74E5-601F-E955-A188B0B307D5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A127A0-8D40-9E16-2853-92FEA68CEFBA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A55A91-231F-6476-4678-BB5ADD313F41}"/>
              </a:ext>
            </a:extLst>
          </p:cNvPr>
          <p:cNvSpPr/>
          <p:nvPr/>
        </p:nvSpPr>
        <p:spPr>
          <a:xfrm>
            <a:off x="665922" y="3123328"/>
            <a:ext cx="10346633" cy="3628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572925-DDC6-396D-4693-1A545382A730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E1E694-3F11-CB82-428C-A51FCB5BC60B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3811EC-4393-3AB7-FBDE-C9FD713AA306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4C6B28-FC24-58F8-0269-D4CA367D9218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535125-8791-49C0-298E-10025905BDF1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7873EE3E-EF11-1DD0-DFD2-8B04BBCB893B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984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D7E33-F0E2-C19C-2200-0A3D7A9A8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B1D23B-AE97-D360-59F1-14E9A6C9D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908CCA-8EFF-B306-884E-75B09D7EADD4}"/>
              </a:ext>
            </a:extLst>
          </p:cNvPr>
          <p:cNvSpPr/>
          <p:nvPr/>
        </p:nvSpPr>
        <p:spPr>
          <a:xfrm>
            <a:off x="3720549" y="3088782"/>
            <a:ext cx="7139606" cy="3510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CD1401-B159-5982-C742-92A4497B651C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C0D6A-1614-7A13-0371-BAC937672076}"/>
              </a:ext>
            </a:extLst>
          </p:cNvPr>
          <p:cNvSpPr/>
          <p:nvPr/>
        </p:nvSpPr>
        <p:spPr>
          <a:xfrm>
            <a:off x="1991139" y="2506098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8D6D11-84E4-3645-27EA-FA708E34A3A8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C79839-29EE-6D24-EF68-854B11CD748F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9E384B-BE1A-6CD8-F13E-75D7D740AFD9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8625AD-45E9-AF7E-77C8-FBE66F033966}"/>
              </a:ext>
            </a:extLst>
          </p:cNvPr>
          <p:cNvSpPr/>
          <p:nvPr/>
        </p:nvSpPr>
        <p:spPr>
          <a:xfrm>
            <a:off x="873193" y="4263888"/>
            <a:ext cx="10139362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27CD6D-99FF-736E-CB6E-C8601125898F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91D3C-2691-C5C8-7D52-78BB8A5F5A98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F54720-6C98-8F10-5C90-AF731D52B70F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45E7C5-9023-6148-6E51-ED89446A220B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0202D7-C54F-DADA-B0C0-7E32B39AF36B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586270-4115-27D6-0F20-0012956F3639}"/>
              </a:ext>
            </a:extLst>
          </p:cNvPr>
          <p:cNvSpPr/>
          <p:nvPr/>
        </p:nvSpPr>
        <p:spPr>
          <a:xfrm>
            <a:off x="992464" y="310866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2AA8D-E20C-E0DC-D142-7871EEE6B02B}"/>
              </a:ext>
            </a:extLst>
          </p:cNvPr>
          <p:cNvSpPr/>
          <p:nvPr/>
        </p:nvSpPr>
        <p:spPr>
          <a:xfrm>
            <a:off x="2597426" y="310866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AA655FBF-8544-4FEB-0B7D-D43F7BF1C06E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119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63C04-B892-575E-E016-C31CE5A2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B4F436-F9FD-570E-DAF0-6B0FD1DC0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0F9D38-C403-0200-989E-E624C55656D1}"/>
              </a:ext>
            </a:extLst>
          </p:cNvPr>
          <p:cNvSpPr/>
          <p:nvPr/>
        </p:nvSpPr>
        <p:spPr>
          <a:xfrm>
            <a:off x="5595729" y="3099891"/>
            <a:ext cx="5264425" cy="34996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2BD4F8-55F7-8284-19DB-B8381DC551E2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2240C3-8D1A-424B-038D-1FCF5BC79DA3}"/>
              </a:ext>
            </a:extLst>
          </p:cNvPr>
          <p:cNvSpPr/>
          <p:nvPr/>
        </p:nvSpPr>
        <p:spPr>
          <a:xfrm>
            <a:off x="4307993" y="2506098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804C1A-C0DC-5C71-5F8E-262009AFB47F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0BB2DB-C5AB-D3CD-9867-3D223A175357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E386E-AB3F-9DC5-E24E-3F7D50D52DC3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D9FFE-7804-2D48-67A3-D2F11D19C89F}"/>
              </a:ext>
            </a:extLst>
          </p:cNvPr>
          <p:cNvSpPr/>
          <p:nvPr/>
        </p:nvSpPr>
        <p:spPr>
          <a:xfrm>
            <a:off x="873193" y="4263888"/>
            <a:ext cx="10139362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701CCE-C9D8-6588-0A42-84EBD0C1EB12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DAA0C-8694-11A6-6249-BF74EFCA319E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600A8-5F63-4342-E0C4-1C323F20A1DE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334DA6-2439-57BD-5A6C-3B58F8BFA221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A6B40E-10E5-7C3A-B6B0-D8623A26E504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9EC9D4-9B51-E3B2-F1F4-21ADF527B1A6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44131F-C77D-D5CB-9557-03C876FAB185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E41481-97B3-3388-A5AE-47811A52A5F8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634282-279C-7075-468E-A6D1B95E54E1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58095759-0325-36D0-60B9-EA47CA9E1983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198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2310D-208D-03F8-07A7-CC222B6D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4CCA9E-551A-2418-4D09-D26BE2B63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A9CBAD-9068-6CD3-D571-CD94DC6D6464}"/>
              </a:ext>
            </a:extLst>
          </p:cNvPr>
          <p:cNvSpPr/>
          <p:nvPr/>
        </p:nvSpPr>
        <p:spPr>
          <a:xfrm>
            <a:off x="7374835" y="3099891"/>
            <a:ext cx="3485319" cy="34996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24770F-BCD0-69F2-CB26-2FB2EDA9E3BC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9C17C-BEEB-1D3A-1B77-3F9F4BF1AA11}"/>
              </a:ext>
            </a:extLst>
          </p:cNvPr>
          <p:cNvSpPr/>
          <p:nvPr/>
        </p:nvSpPr>
        <p:spPr>
          <a:xfrm>
            <a:off x="6093205" y="249915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FC14FE-CF18-2A2B-A80F-39E37BE1F1EF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6C2803-8AAB-F387-796D-50779288D88D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34C350-9109-A600-A5AB-7509EC33A4E1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DE3D5D-4E5B-5235-58F6-119DAE93AAE7}"/>
              </a:ext>
            </a:extLst>
          </p:cNvPr>
          <p:cNvSpPr/>
          <p:nvPr/>
        </p:nvSpPr>
        <p:spPr>
          <a:xfrm>
            <a:off x="873193" y="4263888"/>
            <a:ext cx="10139362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B27497-1FFD-9849-382A-96001AD7EBF6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922A9-D9B3-0E2B-A4EF-A0A4DCF2B1A1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782D94-4FAC-AA36-27DE-1CA7CF674BCF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8C000F-CC0A-FD66-4B8D-9C6FC6DFCB9E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8CB052-A593-DFA5-FF74-989DE5F1DBBC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683684-ABD0-E11C-EFF1-22930C15F289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05D9F9-9F2D-C3FD-8A40-FED4A349B7DB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77E602-1904-6809-26D1-B9A8ED1F3AD4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B65834-53F0-785F-3274-106526F19A5C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21CB01-E235-6292-7735-29A48A5EE122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AC7C44-FD0E-B65B-049C-0260EE6F060B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B16B0F5A-A820-0A64-4ABD-01735F0F9127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808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6971-D87C-AA02-8720-8EE7CE9D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E0D4FA-D2D0-2AC4-9EA1-D9CA83AF5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FD9B4C-2DAB-A189-CCC4-2F420F964B2E}"/>
              </a:ext>
            </a:extLst>
          </p:cNvPr>
          <p:cNvSpPr/>
          <p:nvPr/>
        </p:nvSpPr>
        <p:spPr>
          <a:xfrm>
            <a:off x="9171954" y="3109077"/>
            <a:ext cx="1688200" cy="3490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1FD209-7323-41EE-0056-5ABEF6B77528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148F6-CFDB-1C00-97ED-B820F7F14A2E}"/>
              </a:ext>
            </a:extLst>
          </p:cNvPr>
          <p:cNvSpPr/>
          <p:nvPr/>
        </p:nvSpPr>
        <p:spPr>
          <a:xfrm>
            <a:off x="7919625" y="249915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5D037-DCDD-1A23-03D6-0511DE22C906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F3ACD9-D6D4-55FF-5C16-C44C8C783194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2A16EC-792B-5100-5A19-CE28B6E2CABC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168147-A64A-0325-7164-2BA2B5A9C52F}"/>
              </a:ext>
            </a:extLst>
          </p:cNvPr>
          <p:cNvSpPr/>
          <p:nvPr/>
        </p:nvSpPr>
        <p:spPr>
          <a:xfrm>
            <a:off x="873193" y="4263888"/>
            <a:ext cx="10139362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BA5331-ED9C-EAB9-637A-03A43CE52422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D878D6-83CA-382F-6F99-2FD97C437708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40DC25-3D6F-5786-C467-50955E0D065D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D3DB3E-F62D-B268-46A6-8123119FA1C9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CAC108-FE11-21B7-EFC1-2CCE3EBE43E6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0CB074-192E-770F-7208-3966C8EAFF52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B033F8-2B1A-325E-4F1A-2897F930D7D7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460EA2-C349-E47F-2DB5-580E5D3BFCD4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7EBE6F-2F61-D282-7807-E811FC74FA6C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27D44B-70FA-7F97-2039-1B0AFDF0DA00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672884-883D-0C8F-1BF9-FE8AA5A3D492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F10F15-23F3-CECD-7099-93E57225443B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A0703D-28D2-009A-584C-FDCA197628FA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20EA2832-027C-13BF-ABCC-C2DC462BDA37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021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CC4BF-DC96-5CF7-9A25-6AAA8D1D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5A6F39-34BD-D3FE-2A9A-34EF37F83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46E518-7496-0159-77A9-51ACF0BD9C46}"/>
              </a:ext>
            </a:extLst>
          </p:cNvPr>
          <p:cNvSpPr/>
          <p:nvPr/>
        </p:nvSpPr>
        <p:spPr>
          <a:xfrm>
            <a:off x="9171954" y="4284537"/>
            <a:ext cx="1688200" cy="23150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1883BD-B821-E6FE-4C2C-72DBB8F410A9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FD156F-53A6-74A2-D3F8-9A448D1ACCBF}"/>
              </a:ext>
            </a:extLst>
          </p:cNvPr>
          <p:cNvSpPr/>
          <p:nvPr/>
        </p:nvSpPr>
        <p:spPr>
          <a:xfrm>
            <a:off x="9880014" y="249915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E1F49-4AF4-D159-FBE7-30344572A33F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1CF13E-CBEB-8508-05B4-E01D77A7B67A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E12961-D277-7ACB-33FD-F0E1BFC74CEE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F29290-5941-8D8D-11E3-BBDE4128C40C}"/>
              </a:ext>
            </a:extLst>
          </p:cNvPr>
          <p:cNvSpPr/>
          <p:nvPr/>
        </p:nvSpPr>
        <p:spPr>
          <a:xfrm>
            <a:off x="873193" y="4263888"/>
            <a:ext cx="10139362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3D9710-14BD-E276-7FDB-A8BE9D6C6436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CA5DA8-787B-7854-9BF1-CBEF73EECD3A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49E7DE-7A88-CE3D-FCDC-07693CDF0845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AF9DC8-4AC4-672F-BE32-01A2CCE7987C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D63D13-FAB7-2BA2-1539-5B9EFA06B406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DFF4E4-F68F-B1BF-EA3A-C0B9280BEBA2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7C34F4-0523-61FE-C45E-04EAE6C09285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02CB02-1FE8-24FB-8C58-2CBAB8D3D473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23AC23-5F7A-A3E4-D247-0172ADB305F0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5FDB5-CCC2-517C-FF18-52AD45A2917B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F0302D-2CD6-A7E6-F448-B9398703CA88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517F77-0626-8847-4230-BD7EE45D69A7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3F2463-ED8D-A32F-E0D3-0ABE18237A30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6D68BC-EADB-CEED-8DE7-6F3B14EF53AB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5B6B17-8A83-DC3A-0EDD-20CBD2E52901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C2CC421C-833C-FEC6-8953-9E13DA8E408D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,H,I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49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CA76B-EF4C-A07C-646B-C06EAF525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DBFB6A-5E60-04F3-08FB-50F7EED4C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13C1D2-F2D9-7AE2-40B0-C1BA1E1B36F4}"/>
              </a:ext>
            </a:extLst>
          </p:cNvPr>
          <p:cNvSpPr/>
          <p:nvPr/>
        </p:nvSpPr>
        <p:spPr>
          <a:xfrm>
            <a:off x="372923" y="5298095"/>
            <a:ext cx="1688200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E224C-1DEB-AEA2-6060-C656DCF1DF8D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C42AC-95DF-787B-0BD5-292DAA8B2229}"/>
              </a:ext>
            </a:extLst>
          </p:cNvPr>
          <p:cNvSpPr/>
          <p:nvPr/>
        </p:nvSpPr>
        <p:spPr>
          <a:xfrm>
            <a:off x="1113701" y="3587463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13E5C-2DD0-FD18-5218-544D58885900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96DA3A-FC47-E710-D3BB-C669EB4B5574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65697-661E-DE1C-AAAC-4BBCC18A3ECE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44A384-D774-BEA3-7ED9-AF0E3C0CC3DA}"/>
              </a:ext>
            </a:extLst>
          </p:cNvPr>
          <p:cNvSpPr/>
          <p:nvPr/>
        </p:nvSpPr>
        <p:spPr>
          <a:xfrm>
            <a:off x="2061123" y="4237408"/>
            <a:ext cx="8955155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E2592-CD9B-8EA5-FFEF-EB3D1A8327B6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139DCC-55B9-3890-11E7-6145D9530190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1E55AC-E84F-F771-B77F-D0EC53F56461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3E9427-E671-6334-2127-BB61D9E30387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51A30F-5409-CDDE-71FB-B65BB414A698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49EF3A-70A5-7258-3478-C994D8D9402F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409905-6E23-46CA-00D9-5ADEF38002A8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7CAE2-3EB3-6ABD-738E-F1BEBF46CE4B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B8EEB2-1884-DA55-27EE-F7C2847CFBDF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1464A6-FCBE-AD01-768E-7335D4D39CDE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E16AE-1F71-FF32-BD34-831F30FEC233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1D07EF-0777-AAE2-CCB1-47D93A60B178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236A4-CBAE-36F0-A6D4-6A6C5A1235A1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F33AAD-464E-040B-3798-5EEF2E4763EF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8E0F13-1768-E564-C430-B0B5A0EEC402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C21D95-87DD-9DD6-89AE-B5BCE2B5A5E7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ounded Rectangle 2">
            <a:extLst>
              <a:ext uri="{FF2B5EF4-FFF2-40B4-BE49-F238E27FC236}">
                <a16:creationId xmlns:a16="http://schemas.microsoft.com/office/drawing/2014/main" id="{6B65915D-D0F7-4820-297C-74503157257D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386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482A-0C37-3181-7FD4-1F87B5DA1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102F90-6B8C-E720-5E0B-5ED645F98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44027D-0F2F-E979-2A52-2DB21E05BAD0}"/>
              </a:ext>
            </a:extLst>
          </p:cNvPr>
          <p:cNvSpPr/>
          <p:nvPr/>
        </p:nvSpPr>
        <p:spPr>
          <a:xfrm>
            <a:off x="372923" y="5298095"/>
            <a:ext cx="4785486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967E21-74DF-F0F4-21CD-B9A26128D5BD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4673E-DA4E-C9CE-6914-22A91FA7B9F9}"/>
              </a:ext>
            </a:extLst>
          </p:cNvPr>
          <p:cNvSpPr/>
          <p:nvPr/>
        </p:nvSpPr>
        <p:spPr>
          <a:xfrm>
            <a:off x="2892805" y="3592797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AC7CC7-4DA3-874A-9BDB-EBA4341A6139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4F15BA-9A26-0EAF-AF66-2BD6698B16D2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F4D601-377B-C297-87BB-AEA1C01D7BCC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A5F6D-4A5D-5167-755B-F6867A250BC5}"/>
              </a:ext>
            </a:extLst>
          </p:cNvPr>
          <p:cNvSpPr/>
          <p:nvPr/>
        </p:nvSpPr>
        <p:spPr>
          <a:xfrm>
            <a:off x="4513710" y="4237408"/>
            <a:ext cx="6502568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CD2A95-AC25-E388-AF63-39162D4FC562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CFF70B-C523-6795-5A20-ED9F27B4709D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D07FBD-1E14-7337-0263-87697C74E0DE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4B50B-7A86-8348-3538-2ABC227B00A9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7CC21D-ADD7-71E2-4A5C-B72740824004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3DFDF3-69F4-8B1E-C05E-80142D8D6BA0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03D778-A394-7A7F-050A-42FB97A93493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C03DCF-4249-FD14-EC3A-D6FA892AA918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0F219A-6A0F-F414-B9CE-4BC43E7199FE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F10015-F359-885B-DFAD-F9F9EB1614C1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F89052-1B77-456B-6CD5-A9F36B8178CB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8E2D9D-DA8E-172D-2FAA-29B5935CDBB7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EB4152-C5F5-9326-84E8-AB88F729D221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5F0410-4E08-C09F-CFEE-525A724933BF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2600AD-A0D4-A70F-9D1D-D1AF7BB9A621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B1C0D5-A5B2-EE97-4F62-C413F7C121DF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50318D-59A8-818D-FED3-C54E5D5A43DE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BE2A02-460D-168E-2D56-14FCBAA38736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F397B3-0D51-6858-D793-100462515E00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5970B8F6-2D28-55BB-7DC3-16F812DA79A2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750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E9CA-0346-6D3F-6617-FE0BF0C53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99C314-B36B-FF14-7AD6-2CB6927B3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0F668C9-CD38-83D1-D09B-0DAC2E770028}"/>
              </a:ext>
            </a:extLst>
          </p:cNvPr>
          <p:cNvSpPr/>
          <p:nvPr/>
        </p:nvSpPr>
        <p:spPr>
          <a:xfrm>
            <a:off x="372923" y="5298095"/>
            <a:ext cx="5332138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03AB65-77E4-2C78-FCCC-01FA7F483483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7ECA4-DF0C-5074-5943-D1F525AD560F}"/>
              </a:ext>
            </a:extLst>
          </p:cNvPr>
          <p:cNvSpPr/>
          <p:nvPr/>
        </p:nvSpPr>
        <p:spPr>
          <a:xfrm>
            <a:off x="3815586" y="3578362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93165A-D526-7D5F-D649-5BC7CA66F4A8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D0A3E8-2437-B28A-8E62-498C91B07775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F83C43-0A78-61E7-6849-D22FA34018EF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0435C-24A5-B252-219C-C8BA14D9FAED}"/>
              </a:ext>
            </a:extLst>
          </p:cNvPr>
          <p:cNvSpPr/>
          <p:nvPr/>
        </p:nvSpPr>
        <p:spPr>
          <a:xfrm>
            <a:off x="5327374" y="4237408"/>
            <a:ext cx="5688904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3D7E2E-04C2-3D94-95C6-52BFC1DD77F8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B50CB-5B70-54E7-1D9E-3FE75C1DE8FA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722394-CB8E-064B-FD11-7E3EC6EC45F0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FF2860-084E-0953-9D12-1E02250F2A2B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11CE3F-5E81-D28F-D006-00790AA9CF4E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37786C-0050-0028-D437-11C341CBBBCD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D3048-B2F7-9C4F-D5D3-3752DB6C6524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72F3C4-DFB6-3D58-90A7-A9FE763370DC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8FF1F8-F533-DB3D-933E-B6B6D1F396E0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12080B-6B63-1651-1525-DB48EFF20A61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115123-2DB2-9196-149A-A8EC33372333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389F07-2D4F-A1D4-A6FC-DB8C4279CF12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1ABD06-F226-406C-232B-ABC0E4CC9842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D57347-E71B-B4E9-F85C-AEF03194BC57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73BEF5-FADA-DE9D-4F53-AF202598A50C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0A3082-7CD5-F828-C062-961D8D5B8835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1FDB56-05B8-277E-AC6F-D1CCBD3677AE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2FD406-057D-AA81-E725-29DB76DA8E71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22FEE6-16F6-5B53-D6EF-EC812032AF60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B03DAC-AD23-67EB-D6B0-6213B6CFF328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ounded Rectangle 2">
            <a:extLst>
              <a:ext uri="{FF2B5EF4-FFF2-40B4-BE49-F238E27FC236}">
                <a16:creationId xmlns:a16="http://schemas.microsoft.com/office/drawing/2014/main" id="{0755CD07-935D-E593-74AF-94F918156AAA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519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6FFE8-8BD4-C7DE-7B1E-12B7F2BD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2F6984-413A-53EA-E11E-386A53B62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4CF1E6-0E07-E946-F797-EC210F157E71}"/>
              </a:ext>
            </a:extLst>
          </p:cNvPr>
          <p:cNvSpPr/>
          <p:nvPr/>
        </p:nvSpPr>
        <p:spPr>
          <a:xfrm>
            <a:off x="372922" y="5298095"/>
            <a:ext cx="5978181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2CE58-6857-144C-9644-89E70858835A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14E763-16DC-8729-23C2-249BC513230B}"/>
              </a:ext>
            </a:extLst>
          </p:cNvPr>
          <p:cNvSpPr/>
          <p:nvPr/>
        </p:nvSpPr>
        <p:spPr>
          <a:xfrm>
            <a:off x="4792110" y="3577894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8DD185-0293-DB90-08A1-AD8E81F8C949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26C9EF-FD2C-8517-8738-B6910887354A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FC0B60-88A9-5D90-D683-A5101A9E442C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323B03-A4FB-6B26-D2A4-FF02ED862559}"/>
              </a:ext>
            </a:extLst>
          </p:cNvPr>
          <p:cNvSpPr/>
          <p:nvPr/>
        </p:nvSpPr>
        <p:spPr>
          <a:xfrm>
            <a:off x="5994746" y="4237408"/>
            <a:ext cx="5021532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6DD07F-7C6E-CB2E-E2EE-CC2B5C241E60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151570-DB12-42D7-3C55-0FE25C6C03D5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80DC97-A94F-D7DE-0C16-BF415C4FFDA7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C19FE2-DEB0-4D5E-5533-FF201358717C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237C04-53F8-9F93-5AB6-E3463EE2FCD1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01FF00-BE88-EFCA-5B77-D3B91BAE6CA9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4D8A6D-43AA-0CFE-A5E3-837E8E55F81A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EC8106-D6CE-CA74-DB95-CF9EA9A7E490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0180A-5D74-ABBF-FC6F-EABE870AFB91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4983D0-E3E7-E2B7-819A-2D69AD24F91D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C3CC42-236B-815C-8F92-B83C09E8127B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6EBBC8-A6D9-61E8-F46E-8F8354A413A1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31370B-5C37-D2DD-0DC1-57496C300D76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EB9A8E-9C80-96C5-D5E0-E98429CD51A8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9E96AA-23A4-BA7D-DE6E-185427436519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183A6D-12DC-BAE8-5928-262AA50560AB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11DD8C-1A25-B6C4-18FF-FE50F613BE2B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9A60BF-9E46-91C0-F8A8-DA608BC42313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502EAC-F101-1F97-3398-AD488ABC57DD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BEB597-4F7E-05B7-5D20-557DE8854B05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C4661E-E687-09A6-4F7E-29A796FDD93E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038F7495-AB39-3379-E51A-A5FB88D3FC01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113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3B1E8-50DE-4879-6727-C94870A63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368455-D8E1-E855-DC92-52EECE5B6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DA55A2-8190-B349-9FE5-7F65B1478181}"/>
              </a:ext>
            </a:extLst>
          </p:cNvPr>
          <p:cNvSpPr/>
          <p:nvPr/>
        </p:nvSpPr>
        <p:spPr>
          <a:xfrm>
            <a:off x="372922" y="5298095"/>
            <a:ext cx="6485078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43127-6E3C-AC99-78F5-14DEECFF3FC6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B683B2-A349-FD22-0665-380F7E12A608}"/>
              </a:ext>
            </a:extLst>
          </p:cNvPr>
          <p:cNvSpPr/>
          <p:nvPr/>
        </p:nvSpPr>
        <p:spPr>
          <a:xfrm>
            <a:off x="5648737" y="3559051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4B0894-8288-66FB-1C54-A6A06AD11EBE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0D476E-1067-F982-52AE-25C68BFD6F5A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642F3-19FC-EFD2-55E0-2BE1014DBE14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9629C0-91F2-1C93-5F11-06C697BAF8BC}"/>
              </a:ext>
            </a:extLst>
          </p:cNvPr>
          <p:cNvSpPr/>
          <p:nvPr/>
        </p:nvSpPr>
        <p:spPr>
          <a:xfrm>
            <a:off x="6624584" y="4237408"/>
            <a:ext cx="4391693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81B45C-60CB-B58E-6A7E-D841E568FEA1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B12F0A-C407-5D96-5612-F90D5BCF94E8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0AA535-F4CA-4825-2990-38FEDAB4999E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C43CB7-E89A-34A5-5108-A418BC875BDB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E11E0-6DDF-C895-691C-3DA938C3A495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F58991-DDC3-2339-8272-996346F15C31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8BEC22-1C36-B09B-A1BB-53298743774E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EBB6D4-DBE5-066D-5721-3BE4DA45ED21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739E-8135-F85A-22DA-2E54106DADF6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0C5139-0D46-8C94-EE87-D7BE05629936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740CEA-4576-A759-09E9-46D7FFF7618F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DDEDB6-17CD-EA61-0FCF-8B90D8A4396D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094AD6-8CC6-B367-C950-6872F1576725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7E124C-BA62-5C2E-D27C-2FC703F94EE2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727400-8867-8FD1-7579-C6AA2957408C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245FE9-302D-18F5-DF89-022440CEAEB0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3EEEE2-B606-8789-35C2-FB14609B40EB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770F3D-7D0C-ED5A-0BE8-3A66B49DD3C5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098EC0-3F55-ECD1-2D2A-B606CE1DB49C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0F8BAF-9D58-A51D-8A59-832C8AE78124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09C2C7-1BB5-159C-8602-390EC50066EA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33359A-994B-D7A8-43BE-1CD6C2983910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ounded Rectangle 2">
            <a:extLst>
              <a:ext uri="{FF2B5EF4-FFF2-40B4-BE49-F238E27FC236}">
                <a16:creationId xmlns:a16="http://schemas.microsoft.com/office/drawing/2014/main" id="{DE809A17-2480-4334-B20A-967AB4ADB4FB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908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BC91C-793E-C8F7-BCCF-CB295D51F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853EC6-00A4-41B1-C819-D906B3C7A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BDA3BF-9E2F-AF7C-7135-B46B05D2878F}"/>
              </a:ext>
            </a:extLst>
          </p:cNvPr>
          <p:cNvSpPr/>
          <p:nvPr/>
        </p:nvSpPr>
        <p:spPr>
          <a:xfrm>
            <a:off x="372921" y="5298095"/>
            <a:ext cx="7045181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9CBD1-28A5-17A0-5F1E-17D3FC604A2B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4D8954-E520-B319-F72E-95186C287E59}"/>
              </a:ext>
            </a:extLst>
          </p:cNvPr>
          <p:cNvSpPr/>
          <p:nvPr/>
        </p:nvSpPr>
        <p:spPr>
          <a:xfrm>
            <a:off x="6673919" y="3598863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C9CAEE-133B-F0A7-9546-DE97D14921FF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D6B94A-C2C5-E84A-E98E-D8F581E052D8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98E95B-8F1A-ABD2-FD6C-4994E36A39BF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F447F1-8D88-B192-87CC-906D85A8F4EE}"/>
              </a:ext>
            </a:extLst>
          </p:cNvPr>
          <p:cNvSpPr/>
          <p:nvPr/>
        </p:nvSpPr>
        <p:spPr>
          <a:xfrm>
            <a:off x="7225335" y="4237408"/>
            <a:ext cx="3790942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4B54F9-2B3F-F0FF-71D4-5A2C45B09017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4F8F32-CC9C-DFBF-56D4-2ADEAF08A63E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59F8F4-3CDF-4C06-3174-588CE56B4FA6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6E678A-F982-91CB-44D7-A5C95B7B7737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407C05-3E10-962C-7FE8-AE137C9C09CE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5BB2FA-B859-C92F-A36D-13805E89E791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DFEB89-9DBB-1811-CCD8-B72887B6AD6C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9A440A-1257-CED6-9069-47DD09F9552E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C23587-1991-C12C-E960-01C19C5565B9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4F78AC-8C60-D831-BF62-4B8D0AEA66BA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24E59E-6599-55B6-1843-F535664ADF30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563E78-9D26-D0AD-7D18-F3ADABEC090C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1F9308-FA8F-517E-3F33-A690EBA2D981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D03460-41DD-00BF-6FD6-3AECE77B5D45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91F33E-04FD-1C88-147F-09D520A0AD8F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C57AD5-BEAD-6BE2-B438-DDF635A08EC4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9DEFC1-AAAC-7A0A-D0C0-F4D2B5B2E71A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E36AF-6B22-63FC-035C-BC4E87464A32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AB16B7-0612-0203-88C4-D9F1C790CED8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FBD5A8-7271-265C-6217-296DE99C312D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6B9801-4BBF-A457-E844-84555F92F982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367551-0586-550E-F19A-4C439E28AF69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79795F-8223-8A06-4B47-2D75136846DD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ounded Rectangle 2">
            <a:extLst>
              <a:ext uri="{FF2B5EF4-FFF2-40B4-BE49-F238E27FC236}">
                <a16:creationId xmlns:a16="http://schemas.microsoft.com/office/drawing/2014/main" id="{D01340A0-D5B1-4164-5D24-0D3FE23D391A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99DA-5365-9721-9C7E-F2776309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A10C30-D690-C11E-BFDE-48F66D4EA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EA0D4D-6F81-CD2D-29C9-D933769AD7E9}"/>
              </a:ext>
            </a:extLst>
          </p:cNvPr>
          <p:cNvSpPr/>
          <p:nvPr/>
        </p:nvSpPr>
        <p:spPr>
          <a:xfrm>
            <a:off x="372921" y="5298095"/>
            <a:ext cx="7752110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8E036B-BAC4-93C9-5786-AF737E4B788C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F4073-FC4A-1E69-019D-A355DD4184F4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1237CA-039A-CB43-EB8A-94C11D7AC31B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3E3554-CDF5-FB77-B2C9-93D3FCB32D5B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E4A707-3216-F48E-BC59-0A51F3CEF8F1}"/>
              </a:ext>
            </a:extLst>
          </p:cNvPr>
          <p:cNvSpPr/>
          <p:nvPr/>
        </p:nvSpPr>
        <p:spPr>
          <a:xfrm>
            <a:off x="7843317" y="4237408"/>
            <a:ext cx="3172959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B809BE-CED4-089C-AE3A-29191B7D4CF6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749D86-44DD-0B0B-CC91-5725264AE022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5D9B07-B470-6214-D592-42FD8B8EDAAA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AF45C0-C9D2-B549-78F0-CEF7C56C9F22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07114D-7CE2-7EA3-33DB-CFED59B77F04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53A8F8-FB42-3EC6-3231-552470EC7DF3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BB0EBE-BDE9-1085-7649-813EECA8C86A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47BE8E-682F-D436-3674-39F8FB33683C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17ABD9-22A0-0FE7-3064-274ED714F733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C3D3C-B904-1453-4EA2-764E67DFCDB1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E3BDC5-477A-C60A-4A0C-2716161BBA9E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65D9D9-D47E-3045-EB9E-42F384489BB4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20553A-6DE2-73F5-7731-95C15B07AC23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504AF2-F896-E4C5-1CA5-BE45419B142A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BBC6D8-33A3-23FA-A1AF-39799C7D2A12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0FBBB1-569C-7894-ADCA-67CA6FEB0DB5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3C429-C9B2-AEA8-B433-AD4A0C209ACB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8891EF-DB29-D09A-673D-4175245B3434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BAD7A1-E9E1-4010-B444-500CC83ACDBC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498C1C-20AF-0CF7-528D-01A1899357AF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F67CFA-0119-A211-16FB-456645CA3E84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5E8B03-0647-46BF-10EA-EDD3DE73CEAB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5A2DFC-37EA-51A7-CEB3-B00ADE7A3DA4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61A410-CB2D-BABD-5A46-EAF8017E7461}"/>
              </a:ext>
            </a:extLst>
          </p:cNvPr>
          <p:cNvSpPr/>
          <p:nvPr/>
        </p:nvSpPr>
        <p:spPr>
          <a:xfrm>
            <a:off x="7432608" y="3600875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99C751-DFB0-C2AB-A623-7958C12A155C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5" name="Rounded Rectangle 2">
            <a:extLst>
              <a:ext uri="{FF2B5EF4-FFF2-40B4-BE49-F238E27FC236}">
                <a16:creationId xmlns:a16="http://schemas.microsoft.com/office/drawing/2014/main" id="{101FA773-2F69-100F-ACA0-15B8739C1747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035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788C-C923-0B50-FC50-C5FD4D2DD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D68F60-DE5D-A57D-DD05-1D4AB36BF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5529F1-ED88-BCA8-8383-D1CB8C844FFD}"/>
              </a:ext>
            </a:extLst>
          </p:cNvPr>
          <p:cNvSpPr/>
          <p:nvPr/>
        </p:nvSpPr>
        <p:spPr>
          <a:xfrm>
            <a:off x="372920" y="5298095"/>
            <a:ext cx="8403331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B21A6B-2D9C-4823-31B3-8FD0DCF8FD1A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9E6A1E-5370-80A7-783A-7510755DC8B3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86D2AB-2563-C49B-DD70-34E0471C0194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D4BAD0-38F2-F2E5-658E-EB19CFF79A30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7D89FB-B699-7151-B58A-836FE551AF44}"/>
              </a:ext>
            </a:extLst>
          </p:cNvPr>
          <p:cNvSpPr/>
          <p:nvPr/>
        </p:nvSpPr>
        <p:spPr>
          <a:xfrm>
            <a:off x="8437388" y="4237408"/>
            <a:ext cx="2578888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04F159-66C8-3DE9-0768-EA33A2173BDF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79B3B7-224A-4A37-0773-A59D47B2AE15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B39E55-DEBD-B137-CE7B-CD0643FFB975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6554FF-63B3-1B4A-797B-D2ED5612B298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7363D4-65F5-B359-18F3-4E8E6E710320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EB7CCD-DEC8-4A94-DAEE-552C5E067864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83D71C-BABF-5F41-6A2E-FDA3D2817AAF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8F0FA9-3ACE-72D4-95A4-0136B3CBD6EE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83F002-AA03-DF10-D492-3C0049F748DE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BEB0-466E-5D72-B03C-CB20C6C9A0F5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78CED4-807A-AC6A-FCFB-51680EBE9856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679A93-A201-63BC-42BB-D6BA66F0A38F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CBFEA8-2241-F7D9-A291-3B4CD61E96A9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C59875-A1B7-CB42-0F3C-73E171C80822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7D1DDC-F0A8-4262-31AA-0D55E948DA6E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57EFEA-4A37-4F39-2E15-B75248F654F8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8174BC-19B7-6ABA-BB1D-CE0D06B70DE2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D407EC-726E-6C56-7DBA-3A66DBEF8D27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95DA0C-AFA5-BDA9-1D41-7737FFB65ED7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91F8A9-FA79-C7B9-96D6-830B74134836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4F917A-81CE-2CA2-6C6D-96CF0A685CF8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E1C005-3CA7-2E2C-3562-B3F8A5411C7D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8C464B-5CBC-6294-5FAC-80E458C0B365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08A53A-0E80-0449-E2D3-CCA759171808}"/>
              </a:ext>
            </a:extLst>
          </p:cNvPr>
          <p:cNvSpPr/>
          <p:nvPr/>
        </p:nvSpPr>
        <p:spPr>
          <a:xfrm>
            <a:off x="8437388" y="3588152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9F85A7-E9FF-70D7-FE9C-699E54C9EB67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0050A5-7E78-86BC-1B8E-5F7CA46DC832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5" name="Rounded Rectangle 2">
            <a:extLst>
              <a:ext uri="{FF2B5EF4-FFF2-40B4-BE49-F238E27FC236}">
                <a16:creationId xmlns:a16="http://schemas.microsoft.com/office/drawing/2014/main" id="{DF8BDEB2-1E7F-AAF3-D216-88030C0D49F3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367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45985-44E2-D0AD-3769-0D3FEDD3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C626B8-90B6-1B16-4D15-757935007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19A7C2-469A-9989-DEDD-6E2BE421AFB0}"/>
              </a:ext>
            </a:extLst>
          </p:cNvPr>
          <p:cNvSpPr/>
          <p:nvPr/>
        </p:nvSpPr>
        <p:spPr>
          <a:xfrm>
            <a:off x="372920" y="5298095"/>
            <a:ext cx="9431092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41A52-5FA9-ED01-2C1E-8556BB276235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2196F-7DC5-FF60-C067-A58C5F29FBBA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B40B8F-C44D-7A32-74CA-946A0EE43035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0FE7AF-24C6-AF2E-E465-BD8E954977A4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5C0EB2-88EE-6B82-3C02-55027F9FC20D}"/>
              </a:ext>
            </a:extLst>
          </p:cNvPr>
          <p:cNvSpPr/>
          <p:nvPr/>
        </p:nvSpPr>
        <p:spPr>
          <a:xfrm>
            <a:off x="10265519" y="4237408"/>
            <a:ext cx="750756" cy="248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6BF756-52B5-6ACE-5114-A15114BBB76E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6E2264-94E9-EDA6-2786-303B4460E856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149D14-BAFA-17C3-BA08-7D156826C4BD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16093F-9359-47B7-01DF-A7537A456A06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0D1C6C-25CF-7D38-E3B1-ADA458390F51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339FD4-1024-4D9A-F01A-ADD8217AFBFE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851A8C-B004-23C5-D802-02F9D93B3E36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FDAC6F-F3E6-98B6-7CEA-4BC95E188395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D5CB36-9C21-9A4E-4C3B-A9D02641E131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AF1C67-4F71-D6E5-2B31-40556C1794B3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9DE41E-6189-8C80-6CB0-88A9B85B0927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41A864-1EAE-F2A7-1B23-1B89515020A4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C11E78-1D8A-4A2D-B75E-73804622A0CF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2554FA-E42E-F4B3-CD0B-7A3761869AEF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83611D-84D8-9973-705D-F39074CD45CA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E5AA78-A494-36B0-64E2-685E07D72FA2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A8B822-B50D-641D-F76D-16BE5F9399E4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47502C-5C65-469F-B07A-B2ACEC9A10D9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D3DAC9-997C-EB9D-2E6A-85630A1606F1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084756-5191-9D52-F339-3419F691EF9D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52AFD3-3882-5A18-8D7A-4629F6CA12E9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7A5CA5-52D8-88CB-1DB4-5D9C06E53B5D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0FCC59-D34B-24C2-40C0-52A4677573C8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316CC3-2BF8-5ACC-AD1D-EAF110A30991}"/>
              </a:ext>
            </a:extLst>
          </p:cNvPr>
          <p:cNvSpPr/>
          <p:nvPr/>
        </p:nvSpPr>
        <p:spPr>
          <a:xfrm>
            <a:off x="9287177" y="3611680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E63020-0B26-56D2-C0C8-F7E573513DF2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4376D-FDD2-0FAB-81F7-6D8729538038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BE8C75-4080-F52C-881F-A3E38CDE63B5}"/>
              </a:ext>
            </a:extLst>
          </p:cNvPr>
          <p:cNvSpPr/>
          <p:nvPr/>
        </p:nvSpPr>
        <p:spPr>
          <a:xfrm>
            <a:off x="525320" y="5450495"/>
            <a:ext cx="9431092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6F1625-5A41-5F70-3015-AEFFB8EFB39F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4535D9-F088-E659-9FD8-45092734A2F6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791876-0C30-16F8-03DD-6BBE30D3D65E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ounded Rectangle 2">
            <a:extLst>
              <a:ext uri="{FF2B5EF4-FFF2-40B4-BE49-F238E27FC236}">
                <a16:creationId xmlns:a16="http://schemas.microsoft.com/office/drawing/2014/main" id="{99373DAD-0C65-6250-DAC8-1B763399832C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 ,R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924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0B6D5-9750-D452-1E74-EB95B6FCA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9A5FD7-0F2C-0D84-071C-015A3C351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30ACD0-5056-814E-8456-F84B556FC2B8}"/>
              </a:ext>
            </a:extLst>
          </p:cNvPr>
          <p:cNvSpPr/>
          <p:nvPr/>
        </p:nvSpPr>
        <p:spPr>
          <a:xfrm>
            <a:off x="372920" y="5298095"/>
            <a:ext cx="9431092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3B6AEE-50A1-7EC2-5B7F-0070B7843B67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F4DD2F-1DBF-0395-7687-A5DA99418724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4CDF17-CE64-5763-A0B6-CE7CAC44D885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5AA9BD-8342-550F-0427-72AC9867CD9B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A12230-5878-DA82-9831-85B1FEEE7E77}"/>
              </a:ext>
            </a:extLst>
          </p:cNvPr>
          <p:cNvSpPr/>
          <p:nvPr/>
        </p:nvSpPr>
        <p:spPr>
          <a:xfrm>
            <a:off x="10265519" y="5546034"/>
            <a:ext cx="750756" cy="11794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BC7D1B-2ABD-1B24-D65A-705B462548DF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5BB6F6-5894-5364-D440-6660AF515B3C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11F8D1-A234-9E61-86C8-05F15463B1B6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82106C-071D-FCDB-99F3-E97650BC70A4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1D262B-3D68-FD3F-4D7D-E64AB25475B1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CB5530-D18A-D5EE-BE92-F31A8BE2CA0C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092E1B-F958-41CE-E3A1-8CFF6CDD75AF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80F466-9870-CB3F-9AE6-CF746FAF33CF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E99F7C-16BF-A0C9-71C8-8A12112074BE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127A68-DC34-193B-1C1E-4DCDD8C6BE2E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ED238F-56CA-FFAB-96F7-CA2A610EB341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468E4E-FAC2-70DC-2779-D45CB087D83D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8BBAD0-8219-6343-9296-50BD39868A23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A64FF7-58FF-F12A-DFA3-0C5D75DCAB88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5E4288-21EA-6B5C-DA23-135660982CAD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CA8BB1-29A5-748C-884F-D7CAAC1AE85D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ACCD6A-FDDE-E418-8DF6-4CC15AD8652A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F2466C-8936-DF2B-036D-0DD9F597E0E6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7CFAE2-9673-AEF9-9A61-A3ABB43BAEBC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1B162E-2BF5-C7C9-69D0-03A798C78816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FDD150-758F-3253-9E96-7A9074355079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40167A-3A25-3C26-E97E-55FD6A1FB570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A42DE3-50C3-4E10-4CE3-E65ACBDA5FEA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976DFF-6B70-D3A6-13DF-F074A4A8E42E}"/>
              </a:ext>
            </a:extLst>
          </p:cNvPr>
          <p:cNvSpPr/>
          <p:nvPr/>
        </p:nvSpPr>
        <p:spPr>
          <a:xfrm>
            <a:off x="10300030" y="3583248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50B6FC-4DEB-852C-47E0-489FE25C9C7F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C4198B-EDD4-5912-61B1-8E35BC4DE6CD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C806A3-B544-5AD3-0BC8-FE87507B7525}"/>
              </a:ext>
            </a:extLst>
          </p:cNvPr>
          <p:cNvSpPr/>
          <p:nvPr/>
        </p:nvSpPr>
        <p:spPr>
          <a:xfrm>
            <a:off x="525320" y="5450495"/>
            <a:ext cx="9431092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9E9F11-3B67-2F1F-11BE-A322EFE70FF2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77DC77-E7F6-267A-325B-805AC58D3812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7CFEFE-4BA4-1945-242D-59DE1D73440E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A1BCA94-EFE6-1D56-7778-C1165A4DF28C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0" name="Rounded Rectangle 2">
            <a:extLst>
              <a:ext uri="{FF2B5EF4-FFF2-40B4-BE49-F238E27FC236}">
                <a16:creationId xmlns:a16="http://schemas.microsoft.com/office/drawing/2014/main" id="{4C46EA81-17D8-5357-DF9A-E38923D1C36E}"/>
              </a:ext>
            </a:extLst>
          </p:cNvPr>
          <p:cNvSpPr/>
          <p:nvPr/>
        </p:nvSpPr>
        <p:spPr>
          <a:xfrm>
            <a:off x="228600" y="6117350"/>
            <a:ext cx="11615738" cy="74775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439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A71FD-7B16-A04E-6F76-A1467BBA4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1D8BC1-4443-25D9-BC78-5B245EF40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6A0FC6-3255-8FB1-F69B-6F5DAA2F968F}"/>
              </a:ext>
            </a:extLst>
          </p:cNvPr>
          <p:cNvSpPr/>
          <p:nvPr/>
        </p:nvSpPr>
        <p:spPr>
          <a:xfrm>
            <a:off x="2256182" y="5298095"/>
            <a:ext cx="7547829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18392-3EE8-E70E-B0C9-9BBBC5128ABF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C72BE-04E6-58E8-F97E-67DD61DDD447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4E876-03AC-D799-0E27-9B52AD346C77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9CC8DA-ECFC-1462-A814-A59C59B86FC1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65C50A-CF45-546F-F950-C213D198A803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481328-E893-F067-5CA0-218EC7393295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D5E368-D3FA-6DD3-3AF6-B77AB6CD30B9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1064A0-00AE-DDB5-B1DD-D136379F9DC7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62DA05-EAA3-3676-8A0E-4505CA8EE792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BCAE2C-2586-9F9A-90E8-30540154BBFF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9D1303-9CB3-21F3-96B9-505357C5EB3E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ADDBDA-3660-EF94-683D-42CEE61AF409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B2F98F-593B-40DF-EFBC-511350AA6189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08148F-8938-3790-6B4C-64DB8E076BA3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0A4B77-7051-CE23-F787-7D34ECB94C22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5D8BFC-E4E4-4579-16EE-93152351B143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7427E5-1727-0B37-39EC-1B3BA91960EB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B5B17C-18F3-4F9D-896F-7E2FA957C4E2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E21629-3AC4-7082-6100-5B5147A21DFD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D2079B-CF57-5A26-963B-224908EAA086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F000C1-67E8-7D4C-5A88-67AA2B9A8753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627F50-A681-FBEF-4262-2DBB1B4C08E7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04B489-0FD3-A778-DA66-6FF0D461D670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393521-0FD5-EC22-90CF-6867D842ED0A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ACFEB9-602C-61E1-EC1F-D3BDBBCB5C21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B136C7-BD76-2867-9437-832A5F09987D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BFC01E-206E-580A-1861-38BC0B12381B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BDCD27-3192-1407-28C3-9D279B843430}"/>
              </a:ext>
            </a:extLst>
          </p:cNvPr>
          <p:cNvSpPr/>
          <p:nvPr/>
        </p:nvSpPr>
        <p:spPr>
          <a:xfrm>
            <a:off x="1112823" y="4715411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42F8A7-1A82-61FC-6CE2-D73B09004DBE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CC9053-AF4B-4520-A2BD-2201AA603487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5FB01C-4E54-EAC2-C9DE-B4E12AFC99D1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34B53A-F1DF-F147-0DB1-F0930E942B23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E327AC1-8C6F-A658-0C95-C3740D05A8D2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D2035E-7D30-F067-ED31-89AB0DE2A3A1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CEBA27-A608-8D56-2519-D2BC613D885F}"/>
              </a:ext>
            </a:extLst>
          </p:cNvPr>
          <p:cNvSpPr/>
          <p:nvPr/>
        </p:nvSpPr>
        <p:spPr>
          <a:xfrm>
            <a:off x="61477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088C4F-AF3B-C317-C75B-0110987A04B1}"/>
              </a:ext>
            </a:extLst>
          </p:cNvPr>
          <p:cNvSpPr/>
          <p:nvPr/>
        </p:nvSpPr>
        <p:spPr>
          <a:xfrm>
            <a:off x="1525450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42" name="Rounded Rectangle 2">
            <a:extLst>
              <a:ext uri="{FF2B5EF4-FFF2-40B4-BE49-F238E27FC236}">
                <a16:creationId xmlns:a16="http://schemas.microsoft.com/office/drawing/2014/main" id="{96CD170F-7898-6E8C-156D-4554D8E93C6F}"/>
              </a:ext>
            </a:extLst>
          </p:cNvPr>
          <p:cNvSpPr/>
          <p:nvPr/>
        </p:nvSpPr>
        <p:spPr>
          <a:xfrm>
            <a:off x="308113" y="6392568"/>
            <a:ext cx="11581568" cy="52149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,T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204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BF12-95CD-E35D-BB72-CFB68907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F8D34D-DA30-9FEF-B8CE-20FD7D753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30E957-1925-F816-9149-98FA2B0C1852}"/>
              </a:ext>
            </a:extLst>
          </p:cNvPr>
          <p:cNvSpPr/>
          <p:nvPr/>
        </p:nvSpPr>
        <p:spPr>
          <a:xfrm>
            <a:off x="3495996" y="5265802"/>
            <a:ext cx="6245802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6A3C5F-AC53-52CB-2BCC-DCF53C75BE1C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91172D-E2DF-ED42-BF39-FB06D5C7C19F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D7122C-FD08-EDF3-2D13-AE4D7191AD44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3B9EB3-6661-268A-F630-39189CDF6E18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5BB535-B1D5-7B04-7A14-D3EB2EF423CA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47884-2C0B-C5D5-D8EF-C90480B637CD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A42863-33B3-23C0-74C3-D4880DE5D9A6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525CC8-B94C-9CB0-EB2A-62CFC0280ECF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05951E-14D3-33AE-DAD7-9E1EE14469E5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71C1F-2566-BA5B-EE20-AFE0227105D2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E829B-1D57-FF77-91FA-272B09798438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7CE3A8-1C81-A5A2-F265-851F11F28E0A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AD4A36-53BB-3734-83F8-C259A4C51E56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08578C-DBDD-8A82-C180-85D389726A54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B800C5-2D85-68A8-2ADE-83FCFA6C4CA0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C4D55A-89A2-787C-8D45-7E2E6415A2E3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EC4979-E551-BD45-4DD6-462F92E4C564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61A069-0C5C-2349-961A-B37ED3AE7610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BC6C1A-C62B-152C-7955-A7730C46E34A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108776-E972-E746-A499-D59E1DE209AE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9A64B7-B5B0-D6CA-EA0B-1ADD60000B68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7B80D9-B8FD-3BFE-4866-CCDAA8982BFB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AB23C6-BBD8-6110-D368-E828CFF96312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12844A-7909-D69A-D5B0-63F3C5B08006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931208-C66D-FA31-2794-0153B660FD28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D2BC50-D2F1-E5D9-9814-81943E7AABBC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C0B982-5CD7-99FE-F14E-F2C58DD40AF9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1D596A-8551-0277-392C-1CB261F3477E}"/>
              </a:ext>
            </a:extLst>
          </p:cNvPr>
          <p:cNvSpPr/>
          <p:nvPr/>
        </p:nvSpPr>
        <p:spPr>
          <a:xfrm>
            <a:off x="2042285" y="4699154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AF1562-291D-E9A5-F976-363E8E06CDE2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3A046-9427-DAF1-2AC4-A4553174F520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B8D60C-822A-290E-F97F-FF8B1EB671EF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F7ACC9-9DF4-F7CC-AC5A-88711AF540C4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2D1AF7-3C22-7C97-ECDE-2D52F0BAC938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C7B2D00-11D1-E89A-D891-30733771C4B0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05F3390-E215-0E13-EEC9-AB7B91459339}"/>
              </a:ext>
            </a:extLst>
          </p:cNvPr>
          <p:cNvSpPr/>
          <p:nvPr/>
        </p:nvSpPr>
        <p:spPr>
          <a:xfrm>
            <a:off x="61477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2173CB-66BE-929F-33AD-D1BF3773BEFA}"/>
              </a:ext>
            </a:extLst>
          </p:cNvPr>
          <p:cNvSpPr/>
          <p:nvPr/>
        </p:nvSpPr>
        <p:spPr>
          <a:xfrm>
            <a:off x="1525450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5B5E92-4F2B-8FF7-AD11-2F59AEE178A9}"/>
              </a:ext>
            </a:extLst>
          </p:cNvPr>
          <p:cNvSpPr/>
          <p:nvPr/>
        </p:nvSpPr>
        <p:spPr>
          <a:xfrm>
            <a:off x="2176582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600781-7FFE-242F-2090-99B9251F649B}"/>
              </a:ext>
            </a:extLst>
          </p:cNvPr>
          <p:cNvSpPr/>
          <p:nvPr/>
        </p:nvSpPr>
        <p:spPr>
          <a:xfrm>
            <a:off x="2889179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ounded Rectangle 2">
            <a:extLst>
              <a:ext uri="{FF2B5EF4-FFF2-40B4-BE49-F238E27FC236}">
                <a16:creationId xmlns:a16="http://schemas.microsoft.com/office/drawing/2014/main" id="{1E5AD8FA-1BD0-D9D6-E541-4787D8992912}"/>
              </a:ext>
            </a:extLst>
          </p:cNvPr>
          <p:cNvSpPr/>
          <p:nvPr/>
        </p:nvSpPr>
        <p:spPr>
          <a:xfrm>
            <a:off x="308113" y="6392568"/>
            <a:ext cx="11581568" cy="52149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,U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164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42109-1C73-963B-2C5E-CB6F645C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163180-54CF-8A27-63C7-4D701F049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B88B0F-74DF-F1B7-12BE-CFD3B5128E64}"/>
              </a:ext>
            </a:extLst>
          </p:cNvPr>
          <p:cNvSpPr/>
          <p:nvPr/>
        </p:nvSpPr>
        <p:spPr>
          <a:xfrm>
            <a:off x="4754394" y="5265802"/>
            <a:ext cx="4987404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14391-197F-08C3-15E2-940DAB40CC12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464CCF-1041-73ED-1BB6-34AE3FA92A9E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18042-CF90-F813-6376-46C9E7577022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1567B9-8F27-76AC-7230-7519CFCACC81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E3246A-11C3-CA70-3DA2-DD8F0C05C105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B324C0-7D65-C312-8FD2-A3746B18AD0A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9E12CE-F6FA-E66D-C4A1-A9A73D7E7A0C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64856B-10C3-4B15-F48B-4028E0D03C62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9401C7-A80B-411F-70FD-7CA832995D20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E796AC-680E-7292-2F71-AB43D4111516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CFFC59-A6D1-DE0F-CC75-A6EE4643502B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6C9E75-DA0A-BA77-BAAD-FCC2CCD25660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C90D25-7684-B92C-A547-894B00C67743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0EEB68-DD0D-A78E-7BE9-B4B604A4E64C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4E882-60AE-3336-4A40-CFE74A072880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1E8C53-05B3-3771-887F-8BA5EEED7B7D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D9C70B-D1CB-FB75-184A-3AD97BFF8C7A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A7021D-6B44-BC13-8C56-0550537F5517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2B8F15-0236-5CD1-ECD3-915026112B03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DAFE38-D547-1684-EEAE-AD8AD98FE246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030B8A-089F-CE0D-A32E-A058F3EC9F6C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3CAB72-3DF0-361B-4DB6-460F1978B8CB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4D956D-1561-1914-3800-26B7BEF904AD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4350EA-87C3-12BE-9691-7D543D78C282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08C301-BBEE-70B5-16B3-281EEC02CE4D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E42C22-A217-BC51-2E5B-32C04A8B6723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091AFC-D5EE-0F41-CE96-E5BCB939148F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D80962-CEA8-188B-AF13-5BDCD9832802}"/>
              </a:ext>
            </a:extLst>
          </p:cNvPr>
          <p:cNvSpPr/>
          <p:nvPr/>
        </p:nvSpPr>
        <p:spPr>
          <a:xfrm>
            <a:off x="2934170" y="4683118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2369A-6533-8B77-48DF-C51A91BF3DD7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5B742-9128-92D2-A862-6A37E21C05BD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6742F9-8FDD-69B3-CFB9-2367DA2DB496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96724C-8D40-A980-FD7D-F42585CB6017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533B55-4C53-C8D9-1E61-02B0D6291A01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43FADB-4DBD-A21F-19C7-EDA7CA548E7B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8B23D-429D-FFC0-B43E-4883794E1F05}"/>
              </a:ext>
            </a:extLst>
          </p:cNvPr>
          <p:cNvSpPr/>
          <p:nvPr/>
        </p:nvSpPr>
        <p:spPr>
          <a:xfrm>
            <a:off x="61477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25C703-4590-986F-4175-763D472FDE8A}"/>
              </a:ext>
            </a:extLst>
          </p:cNvPr>
          <p:cNvSpPr/>
          <p:nvPr/>
        </p:nvSpPr>
        <p:spPr>
          <a:xfrm>
            <a:off x="1525450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276F05-6033-2A51-94FA-0D2D14134A6D}"/>
              </a:ext>
            </a:extLst>
          </p:cNvPr>
          <p:cNvSpPr/>
          <p:nvPr/>
        </p:nvSpPr>
        <p:spPr>
          <a:xfrm>
            <a:off x="2176582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D57199-2E3F-3910-1C67-FA23717E8DED}"/>
              </a:ext>
            </a:extLst>
          </p:cNvPr>
          <p:cNvSpPr/>
          <p:nvPr/>
        </p:nvSpPr>
        <p:spPr>
          <a:xfrm>
            <a:off x="2777681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1FD739-9DBC-CB8D-E794-AF0DDBA66E08}"/>
              </a:ext>
            </a:extLst>
          </p:cNvPr>
          <p:cNvSpPr/>
          <p:nvPr/>
        </p:nvSpPr>
        <p:spPr>
          <a:xfrm>
            <a:off x="345100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8F64F1-396E-2FC1-A7AD-3511F5635EE7}"/>
              </a:ext>
            </a:extLst>
          </p:cNvPr>
          <p:cNvSpPr/>
          <p:nvPr/>
        </p:nvSpPr>
        <p:spPr>
          <a:xfrm>
            <a:off x="403143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ounded Rectangle 2">
            <a:extLst>
              <a:ext uri="{FF2B5EF4-FFF2-40B4-BE49-F238E27FC236}">
                <a16:creationId xmlns:a16="http://schemas.microsoft.com/office/drawing/2014/main" id="{74740823-E26E-1920-C3D5-9D8C1FCDE076}"/>
              </a:ext>
            </a:extLst>
          </p:cNvPr>
          <p:cNvSpPr/>
          <p:nvPr/>
        </p:nvSpPr>
        <p:spPr>
          <a:xfrm>
            <a:off x="308113" y="6392568"/>
            <a:ext cx="11581568" cy="52149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,U,V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419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109F8-220C-BCFB-9947-A15E54FCE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48FD3F-0359-442C-42CB-2B8B5B225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8DDA10-AF86-F014-6927-22E0D11E21B6}"/>
              </a:ext>
            </a:extLst>
          </p:cNvPr>
          <p:cNvSpPr/>
          <p:nvPr/>
        </p:nvSpPr>
        <p:spPr>
          <a:xfrm>
            <a:off x="5883084" y="5265802"/>
            <a:ext cx="3858714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5EFD38-498B-27DB-C16D-083CE34CAA56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1B39D1-EE14-E75E-43DE-06D7C8E64C26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EA7B2-4C40-2940-DF40-47331B214EBC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F952D4-18CF-004A-E1A6-511286CBA613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7EB42-10C3-99B0-0DF1-7FC899C02B73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2BD2AF-05F5-9EA7-15C6-23369D14C8C7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B19AF-2EC6-629F-4978-392224731BBB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E7F5FF-7521-E8A8-DDEE-1291030F03BC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164C88-ADBE-1304-66AC-0019957A34CF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E4DEBB-3488-1645-1C36-1A85077ADA27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2ABE53-A320-F4FE-77D6-D0BE8E2D2EF1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008AE8-48BD-34A2-AA10-6CB68C6979C8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17A788-2A39-18FA-2FE5-5DE763C818B6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2391D0-8789-37DB-78ED-20732105C7C2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32D55F-DF11-23C5-B696-C20B810497AF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E365D9-B8E5-A98A-40D4-7615C9AF7AB9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08888E-D791-0269-01CA-DF0B0134C92F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AFF123-CF51-456B-D83A-2542F2EA6724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52E83F-900C-683D-7B77-9E4F77B437D9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FE0DC5-DCA1-ABD5-CF26-209198D21D50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095618-6A02-2627-61EC-3F323BBA3D01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AE9C79-3CE4-329A-929F-76111D750629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AC23B3-0A00-1360-2A88-821B762098E5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E2928B-862E-DF95-758E-E94157435F6A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B1C194-05DB-5C13-A23A-E206BEAF7C70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33085B-C856-67FD-203F-565C160F740C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09A832-7845-5296-B873-E28CD6DF9FD6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C046A7-5810-DADA-6A6C-0977D526FD69}"/>
              </a:ext>
            </a:extLst>
          </p:cNvPr>
          <p:cNvSpPr/>
          <p:nvPr/>
        </p:nvSpPr>
        <p:spPr>
          <a:xfrm>
            <a:off x="3876081" y="4683118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66E642-F342-BEB2-FECA-893EC17163B8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042A1-A9BE-A920-0280-91523B1D62F6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2DC0163-1EDF-F212-570D-2ADCD86C8338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848409-DBD4-4BB1-7425-25A0C88A8610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B31742-0682-7552-A26E-9210015147FD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ED09B6-99B9-3F36-6D9E-3FAE5DBDB39B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BA3FEF-9E3B-16D0-FBD1-8B576E3C7C81}"/>
              </a:ext>
            </a:extLst>
          </p:cNvPr>
          <p:cNvSpPr/>
          <p:nvPr/>
        </p:nvSpPr>
        <p:spPr>
          <a:xfrm>
            <a:off x="61477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1D39E7-1194-68AF-3FF9-B92C11F19DA6}"/>
              </a:ext>
            </a:extLst>
          </p:cNvPr>
          <p:cNvSpPr/>
          <p:nvPr/>
        </p:nvSpPr>
        <p:spPr>
          <a:xfrm>
            <a:off x="1525450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D5077A-3BA9-9AF8-04C3-E1FD41507B59}"/>
              </a:ext>
            </a:extLst>
          </p:cNvPr>
          <p:cNvSpPr/>
          <p:nvPr/>
        </p:nvSpPr>
        <p:spPr>
          <a:xfrm>
            <a:off x="2176582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3F1E7B-D808-F142-6FFC-D54BA93CA891}"/>
              </a:ext>
            </a:extLst>
          </p:cNvPr>
          <p:cNvSpPr/>
          <p:nvPr/>
        </p:nvSpPr>
        <p:spPr>
          <a:xfrm>
            <a:off x="2777681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AAB6DB-34E5-445C-E4FE-7308AF2B29F7}"/>
              </a:ext>
            </a:extLst>
          </p:cNvPr>
          <p:cNvSpPr/>
          <p:nvPr/>
        </p:nvSpPr>
        <p:spPr>
          <a:xfrm>
            <a:off x="345100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1E569B-9570-41A9-4F3E-28694C70E9FA}"/>
              </a:ext>
            </a:extLst>
          </p:cNvPr>
          <p:cNvSpPr/>
          <p:nvPr/>
        </p:nvSpPr>
        <p:spPr>
          <a:xfrm>
            <a:off x="403143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128722-92F1-8B9D-8C9F-FEB3B28C013B}"/>
              </a:ext>
            </a:extLst>
          </p:cNvPr>
          <p:cNvSpPr/>
          <p:nvPr/>
        </p:nvSpPr>
        <p:spPr>
          <a:xfrm>
            <a:off x="471511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F72184-FFEA-4147-6CC7-5480B7A6468E}"/>
              </a:ext>
            </a:extLst>
          </p:cNvPr>
          <p:cNvSpPr/>
          <p:nvPr/>
        </p:nvSpPr>
        <p:spPr>
          <a:xfrm>
            <a:off x="5277484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ounded Rectangle 2">
            <a:extLst>
              <a:ext uri="{FF2B5EF4-FFF2-40B4-BE49-F238E27FC236}">
                <a16:creationId xmlns:a16="http://schemas.microsoft.com/office/drawing/2014/main" id="{A2042E5F-7817-C795-BE55-5FE641DCC35A}"/>
              </a:ext>
            </a:extLst>
          </p:cNvPr>
          <p:cNvSpPr/>
          <p:nvPr/>
        </p:nvSpPr>
        <p:spPr>
          <a:xfrm>
            <a:off x="308113" y="6392568"/>
            <a:ext cx="11581568" cy="52149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,U,V,W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340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A3BCB-A6F0-4BE0-D7D8-B2CEE4469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F9DB92-D765-2C9E-4FDA-97D77E716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C27371-8F6D-19DD-5F46-D2E0CCFC5D51}"/>
              </a:ext>
            </a:extLst>
          </p:cNvPr>
          <p:cNvSpPr/>
          <p:nvPr/>
        </p:nvSpPr>
        <p:spPr>
          <a:xfrm>
            <a:off x="7155296" y="5265802"/>
            <a:ext cx="2586502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0107F1-23A6-278F-B259-FB9726831F3D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9C8820-7F63-EAC9-AE4A-4209D1D0B824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2A7594-271B-EA07-7010-E6B669C03CE5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6AA9C-88F1-AD26-89AD-7B737D00B40E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F2B788-C1F3-41BC-A7E8-FABBFA394738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B0E70D-73B6-2CAD-DC05-A340329E507C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3D4D17-EE55-95E4-1A89-2A6F50851AAE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A7591A-D867-EA4F-1A60-02210BFEB25E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F2A961-C18A-981D-FBA8-6CC9E106FA1C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2737F7-3127-B9C6-081F-A48130F5A705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ECB6FF-4034-F82D-C010-595EA39F2E0F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9C1CFC-93EF-9434-9083-5D726605CE8E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36DA78-595E-893B-7E98-31097737B1D3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261217-5E03-A658-15EC-F39E701CE043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EE1A0B-9E07-B9FF-28C1-8AAD303219B4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112952-15A5-D9E4-409D-86F31F4B1BDC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9C4383-3472-9368-FC87-46561B90385F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049513-C5F4-AACE-B558-F6533375BAAA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E2362B-6F07-867F-71FE-B6CDE0B83D7B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D10E23-F390-73BE-1393-34614C6EF8B1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756CAD-9476-30FE-B740-C5BC108F31A6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69A0D1-38B4-ED35-D029-FB187CFE4799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128E54-4C44-DE65-EA4D-9C66E8448F5E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AF4265-BE17-4E96-69DF-DE2DF8EA050B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228735-2004-949B-69C5-79A486D6A2E0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DE0B54-0298-422D-1CFA-6941AFBF90B4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09235D-7423-6256-DC75-CBAF9323F173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9BC0C1-886B-4509-81BE-24297321CECD}"/>
              </a:ext>
            </a:extLst>
          </p:cNvPr>
          <p:cNvSpPr/>
          <p:nvPr/>
        </p:nvSpPr>
        <p:spPr>
          <a:xfrm>
            <a:off x="4815953" y="4683118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5069CC-1079-7C16-60F3-357C4737B0DB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432151-DE52-11B6-DABD-41052BE0510F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47FAB7-D9D3-9BB4-DA17-8B45A9D9C924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25A8EB-B087-6996-AF59-7061DFD682F2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A72399A-9C05-F068-95B3-95D7B112D07D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9A4638-4393-5657-D28D-9A2E2FD03F66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F22D2-4E19-675F-58C2-86A37FD6CB31}"/>
              </a:ext>
            </a:extLst>
          </p:cNvPr>
          <p:cNvSpPr/>
          <p:nvPr/>
        </p:nvSpPr>
        <p:spPr>
          <a:xfrm>
            <a:off x="61477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5CF902-AA0B-19C0-BE99-7156D71D8387}"/>
              </a:ext>
            </a:extLst>
          </p:cNvPr>
          <p:cNvSpPr/>
          <p:nvPr/>
        </p:nvSpPr>
        <p:spPr>
          <a:xfrm>
            <a:off x="1525450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951D24-D1A7-AD63-99C1-2A518A7FB737}"/>
              </a:ext>
            </a:extLst>
          </p:cNvPr>
          <p:cNvSpPr/>
          <p:nvPr/>
        </p:nvSpPr>
        <p:spPr>
          <a:xfrm>
            <a:off x="2176582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22DB98-143D-2D44-121A-5D23592427AB}"/>
              </a:ext>
            </a:extLst>
          </p:cNvPr>
          <p:cNvSpPr/>
          <p:nvPr/>
        </p:nvSpPr>
        <p:spPr>
          <a:xfrm>
            <a:off x="2777681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1B1BF2B-AA9C-37EE-BA6D-254CDD2F3A55}"/>
              </a:ext>
            </a:extLst>
          </p:cNvPr>
          <p:cNvSpPr/>
          <p:nvPr/>
        </p:nvSpPr>
        <p:spPr>
          <a:xfrm>
            <a:off x="345100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01D268-747F-590E-73C5-B7A857830135}"/>
              </a:ext>
            </a:extLst>
          </p:cNvPr>
          <p:cNvSpPr/>
          <p:nvPr/>
        </p:nvSpPr>
        <p:spPr>
          <a:xfrm>
            <a:off x="403143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1EA28B6-1DCB-8F7A-559D-D2C56DBA5C6F}"/>
              </a:ext>
            </a:extLst>
          </p:cNvPr>
          <p:cNvSpPr/>
          <p:nvPr/>
        </p:nvSpPr>
        <p:spPr>
          <a:xfrm>
            <a:off x="471511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90DF37-DCBC-C42D-1784-5B86989D1519}"/>
              </a:ext>
            </a:extLst>
          </p:cNvPr>
          <p:cNvSpPr/>
          <p:nvPr/>
        </p:nvSpPr>
        <p:spPr>
          <a:xfrm>
            <a:off x="5277484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CAA544-30B8-3FF2-F1F7-21B724D68BAA}"/>
              </a:ext>
            </a:extLst>
          </p:cNvPr>
          <p:cNvSpPr/>
          <p:nvPr/>
        </p:nvSpPr>
        <p:spPr>
          <a:xfrm>
            <a:off x="5880873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388F79-BCEB-F664-8CDE-6775FFF6F2E8}"/>
              </a:ext>
            </a:extLst>
          </p:cNvPr>
          <p:cNvSpPr/>
          <p:nvPr/>
        </p:nvSpPr>
        <p:spPr>
          <a:xfrm>
            <a:off x="6443240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ounded Rectangle 2">
            <a:extLst>
              <a:ext uri="{FF2B5EF4-FFF2-40B4-BE49-F238E27FC236}">
                <a16:creationId xmlns:a16="http://schemas.microsoft.com/office/drawing/2014/main" id="{5D206CE3-E88A-9BEB-CF9E-29E652830F99}"/>
              </a:ext>
            </a:extLst>
          </p:cNvPr>
          <p:cNvSpPr/>
          <p:nvPr/>
        </p:nvSpPr>
        <p:spPr>
          <a:xfrm>
            <a:off x="308113" y="6392568"/>
            <a:ext cx="11581568" cy="52149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,U,V,W,X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803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3BCF-DFD1-43CC-D07B-072B60EE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331510-2D41-5520-3751-5C955AAE5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CE5AC4-CBC8-4D83-E829-2EBF788161D3}"/>
              </a:ext>
            </a:extLst>
          </p:cNvPr>
          <p:cNvSpPr/>
          <p:nvPr/>
        </p:nvSpPr>
        <p:spPr>
          <a:xfrm>
            <a:off x="8380676" y="5265802"/>
            <a:ext cx="1361122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4B6189-7A67-1382-943B-6F834A6FCF81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9B5F91-78C0-C1FC-F0DE-0969C1049401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2CA0B6-A51F-54D1-EDCD-7421B6D2DC90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CD269A-E3FB-1FF5-B9A8-58CBE44575BB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4BFB62-CBAE-92A7-D59B-EBA468AEFE20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70F77F-3062-6B98-7CA1-BB5179D24C71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EDC510-ACE8-9CA8-45AF-0F6626F835BF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568C6-42B4-706A-D8A7-1713907B9FC3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2B1417-4062-78FB-EC4E-164F4E82F18A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AAF0F-C00E-8381-5DE7-25A68D90C76B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2E9635-C139-3955-FBB0-694AE05B3547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5288BC-5772-C0F3-9927-665024A369AE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D283A8-0FC2-2FE2-A678-060285375EBC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7ADA05-36D3-7DC7-33DE-DC00F7315873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28FA95-95CD-D49A-3DA4-0CF65E9B1678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0D5A15-49C7-1CBE-0244-3122BD6038CE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A85F7E-221E-CD86-B37A-CA5FAFDC9F2B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2487DD-49E9-B1A9-E823-1AB423E6D387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15464-3210-A5B6-8E0F-EE4A00C55473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D341CD-D869-F9D9-2F24-58BE3D52E72F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B606FC-731B-AE4F-5B76-3E4225B15AAF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890AF0-3FEC-92D1-2DBD-319C26FA9439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348BCE-A12A-0D1C-2D55-1B945BEC40D8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145472-1C56-A302-D5D2-E4B705AA7A67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F5075A-7D07-70E9-08F7-51BA3A8E8C30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D05F2A-51CC-41A9-CE53-46D249D8D7F6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82D6FD-E43A-6308-E745-79914F4F25D5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DE2B7D-2C36-F55F-F6FB-F4D05C53DB94}"/>
              </a:ext>
            </a:extLst>
          </p:cNvPr>
          <p:cNvSpPr/>
          <p:nvPr/>
        </p:nvSpPr>
        <p:spPr>
          <a:xfrm>
            <a:off x="5406986" y="4699154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9A6568-70DE-EBAC-97EF-D87863BC0B67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AF322-447E-BEC2-303B-E2DF724F9E72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8B97991-F3CB-1F82-6DCD-F2F294B5D914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177EA6A-D21D-37CE-79A6-16E9FDF1B850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2B40EE-EF25-0E70-0BA3-90AAE83E6D94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03DC40-014E-11D6-C012-7D3DC046F183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466EFF-DAD6-CD2C-D617-22E315DBBFF1}"/>
              </a:ext>
            </a:extLst>
          </p:cNvPr>
          <p:cNvSpPr/>
          <p:nvPr/>
        </p:nvSpPr>
        <p:spPr>
          <a:xfrm>
            <a:off x="61477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DBD221-57F6-8C65-6F16-CB2618277871}"/>
              </a:ext>
            </a:extLst>
          </p:cNvPr>
          <p:cNvSpPr/>
          <p:nvPr/>
        </p:nvSpPr>
        <p:spPr>
          <a:xfrm>
            <a:off x="1525450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0CC4C0-B938-5A10-3BB5-4D8CD9F4F698}"/>
              </a:ext>
            </a:extLst>
          </p:cNvPr>
          <p:cNvSpPr/>
          <p:nvPr/>
        </p:nvSpPr>
        <p:spPr>
          <a:xfrm>
            <a:off x="2176582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068794-16A0-2D3E-1CB8-4F2C7E7011BD}"/>
              </a:ext>
            </a:extLst>
          </p:cNvPr>
          <p:cNvSpPr/>
          <p:nvPr/>
        </p:nvSpPr>
        <p:spPr>
          <a:xfrm>
            <a:off x="2777681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CBC263F-772E-3EC0-07EA-A91CEB4DFDC6}"/>
              </a:ext>
            </a:extLst>
          </p:cNvPr>
          <p:cNvSpPr/>
          <p:nvPr/>
        </p:nvSpPr>
        <p:spPr>
          <a:xfrm>
            <a:off x="345100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99FF2F3-43AA-BC8B-CE90-99A9055A12D0}"/>
              </a:ext>
            </a:extLst>
          </p:cNvPr>
          <p:cNvSpPr/>
          <p:nvPr/>
        </p:nvSpPr>
        <p:spPr>
          <a:xfrm>
            <a:off x="403143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780398B-E172-F0B0-B4E2-C52FA2C60FC0}"/>
              </a:ext>
            </a:extLst>
          </p:cNvPr>
          <p:cNvSpPr/>
          <p:nvPr/>
        </p:nvSpPr>
        <p:spPr>
          <a:xfrm>
            <a:off x="471511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C9084BE-0F1A-2A5F-6DBC-0AC5FD9A1829}"/>
              </a:ext>
            </a:extLst>
          </p:cNvPr>
          <p:cNvSpPr/>
          <p:nvPr/>
        </p:nvSpPr>
        <p:spPr>
          <a:xfrm>
            <a:off x="5277484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FAC3EEE-ADC8-C0A0-2C1F-0D73C2E6033C}"/>
              </a:ext>
            </a:extLst>
          </p:cNvPr>
          <p:cNvSpPr/>
          <p:nvPr/>
        </p:nvSpPr>
        <p:spPr>
          <a:xfrm>
            <a:off x="5880873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525E5F-6479-2ABF-0E94-7DF2F3C3D7BA}"/>
              </a:ext>
            </a:extLst>
          </p:cNvPr>
          <p:cNvSpPr/>
          <p:nvPr/>
        </p:nvSpPr>
        <p:spPr>
          <a:xfrm>
            <a:off x="6443240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B4D0B23-6ED3-987F-3E97-16EC4E3FF427}"/>
              </a:ext>
            </a:extLst>
          </p:cNvPr>
          <p:cNvSpPr/>
          <p:nvPr/>
        </p:nvSpPr>
        <p:spPr>
          <a:xfrm>
            <a:off x="7118694" y="532289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1DA263-A138-F967-CADC-7B1D88DFEC1E}"/>
              </a:ext>
            </a:extLst>
          </p:cNvPr>
          <p:cNvSpPr/>
          <p:nvPr/>
        </p:nvSpPr>
        <p:spPr>
          <a:xfrm>
            <a:off x="7722083" y="52942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B44025DB-C869-A7BD-BCDB-49564B5B4750}"/>
              </a:ext>
            </a:extLst>
          </p:cNvPr>
          <p:cNvSpPr/>
          <p:nvPr/>
        </p:nvSpPr>
        <p:spPr>
          <a:xfrm>
            <a:off x="308113" y="6392568"/>
            <a:ext cx="11581568" cy="52149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,U,V,W,X,Y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624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E3C2-C47B-D335-95F2-3614995C1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324711-C966-3BED-32BF-4ACA11B1F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352EB0-C8FD-CE41-E6B4-C7B9B1B8CF6C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84330-E520-4DE3-EC5D-6DBAD1147ADF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A3203-8DBF-5B28-365A-F87F47280C67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6426BA-612C-E383-C876-560EF9130D5A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34F2DC-4E61-F098-A559-405D864CE93A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405BD5-B9BC-77AD-511D-6F8679B7C0C1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498F68-2382-7E18-0354-0DCCDAA28010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BE82A5-F01C-370D-3F34-A65D78A4EE63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561FE2-EC6F-DF1A-2E81-41387F57EF6A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CCF296-9C35-BAE3-2216-4455D441F3EB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40981D-8245-7913-AD91-7EBE9D7D0D2D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745B04-F3EF-866D-77D0-5D43B094D9D8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159C36-6D0C-70F2-7659-115FF8E90F6D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E513E9-72F5-6926-21BB-B960BD3BA3D2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F87607-50EE-60D8-5095-4D8058A93903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54373F-A9D7-9986-4F83-D997F83FCFD1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66F1B8-3A71-28D0-A10C-DF1C26BB21BE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744E4E-56C3-1835-20CE-52C2CE366DEB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852631-7140-8730-AE56-9D44699DADDC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B31591-4733-F282-A208-88B6F8EC0D92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6754E2-D451-2832-F1CB-8F5FFC64CB7D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976724-784C-5A3F-EC22-4EC20254F16E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6BDA74-3F62-781E-7BAB-88A4ED5103ED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FAADAC-4453-6133-F05C-CA5C6FFF95A3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EE093B-1372-3C8E-53DC-5B6E2AAAD6F4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85CD8D-C386-ED7D-1A09-77784581762E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7C9A12-E690-C415-D6A6-2FDCA5D494C8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BCEC62-1A06-FBF0-3FF9-7236D1B3E329}"/>
              </a:ext>
            </a:extLst>
          </p:cNvPr>
          <p:cNvSpPr/>
          <p:nvPr/>
        </p:nvSpPr>
        <p:spPr>
          <a:xfrm>
            <a:off x="5994746" y="4676771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615ABB-1A24-C697-2581-4F9EEC80DE6F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01A03-13ED-411D-A126-B3BA84DC845A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B7B872-3668-9156-755D-7AF6CEC58FC2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F09183-E4F0-8BD6-7AE0-F107910B0FA3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1657A2-C64D-76CB-A9B7-4CD96F96A80E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B216AB-DDDC-B6A7-0519-1FEEBC5AE3E4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DB0000-2F66-B686-593D-2293D486E98E}"/>
              </a:ext>
            </a:extLst>
          </p:cNvPr>
          <p:cNvSpPr/>
          <p:nvPr/>
        </p:nvSpPr>
        <p:spPr>
          <a:xfrm>
            <a:off x="61477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CB2663-0858-C787-2852-A237314146FF}"/>
              </a:ext>
            </a:extLst>
          </p:cNvPr>
          <p:cNvSpPr/>
          <p:nvPr/>
        </p:nvSpPr>
        <p:spPr>
          <a:xfrm>
            <a:off x="1525450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B2323E-E086-7592-A2DC-65B7AA25EC46}"/>
              </a:ext>
            </a:extLst>
          </p:cNvPr>
          <p:cNvSpPr/>
          <p:nvPr/>
        </p:nvSpPr>
        <p:spPr>
          <a:xfrm>
            <a:off x="2176582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E67368-8EF5-CE79-B62E-7BA431ADAB03}"/>
              </a:ext>
            </a:extLst>
          </p:cNvPr>
          <p:cNvSpPr/>
          <p:nvPr/>
        </p:nvSpPr>
        <p:spPr>
          <a:xfrm>
            <a:off x="2777681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E12DDE-16E1-4ABE-064C-16CFFE642B85}"/>
              </a:ext>
            </a:extLst>
          </p:cNvPr>
          <p:cNvSpPr/>
          <p:nvPr/>
        </p:nvSpPr>
        <p:spPr>
          <a:xfrm>
            <a:off x="345100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B96E15-A3BE-CA5A-D7A2-9FF10F03B892}"/>
              </a:ext>
            </a:extLst>
          </p:cNvPr>
          <p:cNvSpPr/>
          <p:nvPr/>
        </p:nvSpPr>
        <p:spPr>
          <a:xfrm>
            <a:off x="403143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D63C39-A07E-964D-4106-9846E560AE6F}"/>
              </a:ext>
            </a:extLst>
          </p:cNvPr>
          <p:cNvSpPr/>
          <p:nvPr/>
        </p:nvSpPr>
        <p:spPr>
          <a:xfrm>
            <a:off x="471511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31FF7E-8762-507E-82EE-A3E19BB23153}"/>
              </a:ext>
            </a:extLst>
          </p:cNvPr>
          <p:cNvSpPr/>
          <p:nvPr/>
        </p:nvSpPr>
        <p:spPr>
          <a:xfrm>
            <a:off x="5277484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DF450B-091C-4BCA-AB94-A9EB5C38C2B2}"/>
              </a:ext>
            </a:extLst>
          </p:cNvPr>
          <p:cNvSpPr/>
          <p:nvPr/>
        </p:nvSpPr>
        <p:spPr>
          <a:xfrm>
            <a:off x="5880873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AFD78B-252A-0E0F-A7E8-EE15A738D7EC}"/>
              </a:ext>
            </a:extLst>
          </p:cNvPr>
          <p:cNvSpPr/>
          <p:nvPr/>
        </p:nvSpPr>
        <p:spPr>
          <a:xfrm>
            <a:off x="6443240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E7DE824-4143-1D0E-E9C3-BC4549B40B3B}"/>
              </a:ext>
            </a:extLst>
          </p:cNvPr>
          <p:cNvSpPr/>
          <p:nvPr/>
        </p:nvSpPr>
        <p:spPr>
          <a:xfrm>
            <a:off x="7118694" y="532289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F81F07-7BF5-108B-10FC-80C3C9E50228}"/>
              </a:ext>
            </a:extLst>
          </p:cNvPr>
          <p:cNvSpPr/>
          <p:nvPr/>
        </p:nvSpPr>
        <p:spPr>
          <a:xfrm>
            <a:off x="7722083" y="52942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AA0F25-C51D-CA4F-AB2F-3681E0010260}"/>
              </a:ext>
            </a:extLst>
          </p:cNvPr>
          <p:cNvSpPr/>
          <p:nvPr/>
        </p:nvSpPr>
        <p:spPr>
          <a:xfrm>
            <a:off x="8397537" y="52942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6773EC5A-46CF-118A-609D-78F091F39E8A}"/>
              </a:ext>
            </a:extLst>
          </p:cNvPr>
          <p:cNvSpPr/>
          <p:nvPr/>
        </p:nvSpPr>
        <p:spPr>
          <a:xfrm>
            <a:off x="308113" y="6392568"/>
            <a:ext cx="11581568" cy="52149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,U,V,W,X,Y,Z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372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AB98C-6457-E86B-C585-0A978DC7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C4C32F-7728-9E82-E416-F875DA29E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AD3119-9EB0-DB5A-DA31-0BF8FBD6B701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3D8BFF-CF17-617F-62E5-49D6AE3DDC7A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4FE1A0-5728-4E36-142A-D18354A6E700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958926-DFDA-35EB-51F1-C28D91D7F222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1013E8-8C70-A980-1C6B-8EE2E4CD7E2B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2BC519-6037-08CE-F01B-8B99E3B3D809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486899-38EE-DECA-5C45-1724FE956C87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7D83D1-E6F4-0FA7-6DCA-EB2CA6D46E32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FA5F06-B26B-24B6-9021-83D6850FB513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F6F03B-5C65-BEA8-E1BE-08DDEDA9C7CA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E8B072-4796-447B-5A65-D54E18F5F970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B66DA4-0FEA-73A2-4965-69BF3E43FA14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40CB79-B7D7-A30C-D51D-5D5ED10981B9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259AB2-EE13-BD70-8115-FE9E8E3A7757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EC26E6-9231-321C-9ACE-A0BB92F576AC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E12B0-3C0A-274D-3206-5A43C6FC5EF9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EC7670-DCAC-8CE8-8C0D-004CFA6D1F6C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BBE7F8-12DC-16E3-0E52-3479B98C6DDE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4EC0AC-E038-B9C9-A0DE-480A21B58E63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7E8448-C3A3-AB7C-7F55-E85BB7E63DFB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B3CA4C-FB59-C2C2-F5A0-99DF7728F505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BE3DF6-799A-4A78-AACA-3D702DA0CB3F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0DAF40-A003-A252-158F-222F45AE517D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CC3A63-AE4D-8467-7D60-A52AA7179728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B0D39F-2679-8D37-5D3F-568D68748320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2862A5-2CBB-92F7-6267-83CC77E72B30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35E3EB-6116-6638-D1F5-79B29016DC38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ABC30B-55E0-5262-4CCC-AD955C44716E}"/>
              </a:ext>
            </a:extLst>
          </p:cNvPr>
          <p:cNvSpPr/>
          <p:nvPr/>
        </p:nvSpPr>
        <p:spPr>
          <a:xfrm>
            <a:off x="6635396" y="4688057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FE1286-831F-0A18-A7EA-B8BB3CC4712D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B4F511-449C-847D-4AA6-B5BEECAAE481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870FA1-FE76-F99B-F200-03A1B0CAA29F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25CDA6-0188-BF3F-5460-9C086EC3A334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0C4607-C579-41DA-B012-6770F14F91C2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77543F-A620-C3A5-F61B-94CCA149BC13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EE27A6-1B60-9BDE-BB9B-44D0893DAE14}"/>
              </a:ext>
            </a:extLst>
          </p:cNvPr>
          <p:cNvSpPr/>
          <p:nvPr/>
        </p:nvSpPr>
        <p:spPr>
          <a:xfrm>
            <a:off x="61477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71DDCB-6E5A-2BB6-0EFC-4926EFBCD71A}"/>
              </a:ext>
            </a:extLst>
          </p:cNvPr>
          <p:cNvSpPr/>
          <p:nvPr/>
        </p:nvSpPr>
        <p:spPr>
          <a:xfrm>
            <a:off x="1525450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D6386-8889-039E-8A95-2B6CD165B2E1}"/>
              </a:ext>
            </a:extLst>
          </p:cNvPr>
          <p:cNvSpPr/>
          <p:nvPr/>
        </p:nvSpPr>
        <p:spPr>
          <a:xfrm>
            <a:off x="2176582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DBDB0A-32A9-FB4A-7259-78465E258E7E}"/>
              </a:ext>
            </a:extLst>
          </p:cNvPr>
          <p:cNvSpPr/>
          <p:nvPr/>
        </p:nvSpPr>
        <p:spPr>
          <a:xfrm>
            <a:off x="2777681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E5D5EB-A8BA-BF48-5D86-EA10C71C1E48}"/>
              </a:ext>
            </a:extLst>
          </p:cNvPr>
          <p:cNvSpPr/>
          <p:nvPr/>
        </p:nvSpPr>
        <p:spPr>
          <a:xfrm>
            <a:off x="345100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BD63D7B-A301-BC71-1E89-389644BB3080}"/>
              </a:ext>
            </a:extLst>
          </p:cNvPr>
          <p:cNvSpPr/>
          <p:nvPr/>
        </p:nvSpPr>
        <p:spPr>
          <a:xfrm>
            <a:off x="403143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022BE8-118D-2E69-C3D9-C59A615C6FD4}"/>
              </a:ext>
            </a:extLst>
          </p:cNvPr>
          <p:cNvSpPr/>
          <p:nvPr/>
        </p:nvSpPr>
        <p:spPr>
          <a:xfrm>
            <a:off x="471511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F296A1-E26D-3D5E-0C68-0A683A6DE1D2}"/>
              </a:ext>
            </a:extLst>
          </p:cNvPr>
          <p:cNvSpPr/>
          <p:nvPr/>
        </p:nvSpPr>
        <p:spPr>
          <a:xfrm>
            <a:off x="5277484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03229B3-534E-5EAC-1557-6A65029950EE}"/>
              </a:ext>
            </a:extLst>
          </p:cNvPr>
          <p:cNvSpPr/>
          <p:nvPr/>
        </p:nvSpPr>
        <p:spPr>
          <a:xfrm>
            <a:off x="5880873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98B96-E783-AE09-1EC9-B0FCC09FAEA9}"/>
              </a:ext>
            </a:extLst>
          </p:cNvPr>
          <p:cNvSpPr/>
          <p:nvPr/>
        </p:nvSpPr>
        <p:spPr>
          <a:xfrm>
            <a:off x="6443240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7F3A92D-24F8-E736-EDBE-042CC1EE911B}"/>
              </a:ext>
            </a:extLst>
          </p:cNvPr>
          <p:cNvSpPr/>
          <p:nvPr/>
        </p:nvSpPr>
        <p:spPr>
          <a:xfrm>
            <a:off x="7118694" y="532289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560B02-E973-F9D6-1670-C8191308ED1B}"/>
              </a:ext>
            </a:extLst>
          </p:cNvPr>
          <p:cNvSpPr/>
          <p:nvPr/>
        </p:nvSpPr>
        <p:spPr>
          <a:xfrm>
            <a:off x="7722083" y="52942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D30C4D-99AD-F7B2-026A-6D12D9F3D6EA}"/>
              </a:ext>
            </a:extLst>
          </p:cNvPr>
          <p:cNvSpPr/>
          <p:nvPr/>
        </p:nvSpPr>
        <p:spPr>
          <a:xfrm>
            <a:off x="8397537" y="52942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C8E80D-B15C-BD3D-4D0C-7CB2FBAA3B46}"/>
              </a:ext>
            </a:extLst>
          </p:cNvPr>
          <p:cNvSpPr/>
          <p:nvPr/>
        </p:nvSpPr>
        <p:spPr>
          <a:xfrm>
            <a:off x="308113" y="6392568"/>
            <a:ext cx="11581568" cy="52149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923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42CC8-4F0F-D54B-39B5-5E0E7683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3B34E4-271D-DCF0-1F9A-7C77A40CF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9CAE84-4913-9C57-0D7C-AA9FB1349A94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E995C-F485-AC8E-9F59-F6A3E42D8178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44C7F9-75DD-03DF-4942-53A0FEB31AFE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D8B084-008A-A5A3-0015-6D89FFDD1C34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B77498-DD84-680F-88A9-B194FA8ACDEC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38AAD-C2B6-4626-3132-AF96CC472A68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790BB9-35E0-805E-D5F4-8E1FC274BB92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9396CD-E45D-857A-8974-25AC428C184E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65300D-74E9-1594-2009-FE131ADBC086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96D25A-34A4-31B5-6BDF-B8B6A10A54E2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E56B71-93B6-203B-9674-18A9A444BA94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B3BEFC-F0B3-6805-7288-C636246F357F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2EE310-26D5-3A96-57FC-44DB66CE54BB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C0175F-6B54-8D92-2A9D-2C91EE5B8FE4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850010-7663-7719-3D33-2DA0D70B201A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0EB817-1449-E3D1-A4DC-64C40AF809CA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C10F99-D130-0D43-2EA1-5BB50050A835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D5E276-85D9-2F51-38FC-F076F5CD04EB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A4EEBE-6FAF-82C7-8BEA-F7B5C6773F00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1240B7-DFFC-81CB-476C-2EB2558CD285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C0BDDF-C6D8-DD24-16F4-6ECD79E460BA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B2F17B-A605-87F7-C412-849196298226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8C6C2D-75BD-2DA9-1D92-279ADFFF8503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FC1331-F283-2FEC-0D98-54CC57B14F87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F18C01-11BE-1F5B-0674-12D8F66F4C73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D79442-D93E-C185-F5A2-9BBCDC772B80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93AF37-C5F3-704A-5C01-60B888101550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1BB0C2-FB1E-8C4C-E208-C9EB34BB1858}"/>
              </a:ext>
            </a:extLst>
          </p:cNvPr>
          <p:cNvSpPr/>
          <p:nvPr/>
        </p:nvSpPr>
        <p:spPr>
          <a:xfrm>
            <a:off x="7225335" y="4680690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34C940-965C-8C36-4535-595E0D72B66B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F35BD9-2607-E66E-D091-3DFC099E05A4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447DC5-407B-5226-4483-A51844CD9FE9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51C424-D072-670D-03FB-F238D13AA7BA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BF14C2-28FB-EF33-CD19-35EC01EFF02A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2E5E9D-D7AC-10A2-0A53-3B4573DC5B00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4B6DA1-65A4-7A9B-7D2B-7C539BB0F6F6}"/>
              </a:ext>
            </a:extLst>
          </p:cNvPr>
          <p:cNvSpPr/>
          <p:nvPr/>
        </p:nvSpPr>
        <p:spPr>
          <a:xfrm>
            <a:off x="61477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A4CC9CB-BAEE-5E05-8174-1EF8BD0AAFBD}"/>
              </a:ext>
            </a:extLst>
          </p:cNvPr>
          <p:cNvSpPr/>
          <p:nvPr/>
        </p:nvSpPr>
        <p:spPr>
          <a:xfrm>
            <a:off x="1525450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6597B-2A8D-7EB6-20C7-04365F7B7063}"/>
              </a:ext>
            </a:extLst>
          </p:cNvPr>
          <p:cNvSpPr/>
          <p:nvPr/>
        </p:nvSpPr>
        <p:spPr>
          <a:xfrm>
            <a:off x="2176582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DBC539-2213-E2D7-8192-4452858273EB}"/>
              </a:ext>
            </a:extLst>
          </p:cNvPr>
          <p:cNvSpPr/>
          <p:nvPr/>
        </p:nvSpPr>
        <p:spPr>
          <a:xfrm>
            <a:off x="2777681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86D6909-FFDF-EBDA-9916-A47D0170435A}"/>
              </a:ext>
            </a:extLst>
          </p:cNvPr>
          <p:cNvSpPr/>
          <p:nvPr/>
        </p:nvSpPr>
        <p:spPr>
          <a:xfrm>
            <a:off x="345100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0C010B-0FA4-7D94-8363-7C93D2B715D9}"/>
              </a:ext>
            </a:extLst>
          </p:cNvPr>
          <p:cNvSpPr/>
          <p:nvPr/>
        </p:nvSpPr>
        <p:spPr>
          <a:xfrm>
            <a:off x="403143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6BB6AD8-8F8D-F6BB-0967-7AA1449D8042}"/>
              </a:ext>
            </a:extLst>
          </p:cNvPr>
          <p:cNvSpPr/>
          <p:nvPr/>
        </p:nvSpPr>
        <p:spPr>
          <a:xfrm>
            <a:off x="471511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A3A4B7-A7D8-DCF8-3014-7E1597147485}"/>
              </a:ext>
            </a:extLst>
          </p:cNvPr>
          <p:cNvSpPr/>
          <p:nvPr/>
        </p:nvSpPr>
        <p:spPr>
          <a:xfrm>
            <a:off x="5277484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20FB31-7A52-5346-5B3C-B829A796A5EF}"/>
              </a:ext>
            </a:extLst>
          </p:cNvPr>
          <p:cNvSpPr/>
          <p:nvPr/>
        </p:nvSpPr>
        <p:spPr>
          <a:xfrm>
            <a:off x="5880873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106B6D4-8954-2C0E-A5A8-FF8DCC2FF753}"/>
              </a:ext>
            </a:extLst>
          </p:cNvPr>
          <p:cNvSpPr/>
          <p:nvPr/>
        </p:nvSpPr>
        <p:spPr>
          <a:xfrm>
            <a:off x="6443240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1A5EE9E-794F-0EAB-0A77-EF81C81A7B05}"/>
              </a:ext>
            </a:extLst>
          </p:cNvPr>
          <p:cNvSpPr/>
          <p:nvPr/>
        </p:nvSpPr>
        <p:spPr>
          <a:xfrm>
            <a:off x="7118694" y="532289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41DD6E-5F8F-6A45-2BDA-DB1319BB87CE}"/>
              </a:ext>
            </a:extLst>
          </p:cNvPr>
          <p:cNvSpPr/>
          <p:nvPr/>
        </p:nvSpPr>
        <p:spPr>
          <a:xfrm>
            <a:off x="7722083" y="52942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660CADF-FD8D-229D-57D2-8CE98F43328B}"/>
              </a:ext>
            </a:extLst>
          </p:cNvPr>
          <p:cNvSpPr/>
          <p:nvPr/>
        </p:nvSpPr>
        <p:spPr>
          <a:xfrm>
            <a:off x="8397537" y="52942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D712832-14D3-FB34-1184-86E015B55607}"/>
              </a:ext>
            </a:extLst>
          </p:cNvPr>
          <p:cNvSpPr/>
          <p:nvPr/>
        </p:nvSpPr>
        <p:spPr>
          <a:xfrm>
            <a:off x="308113" y="6392568"/>
            <a:ext cx="11581568" cy="52149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152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83828-6025-1C99-FBD7-1E089CF4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8BA0ED-89C3-880B-B0E4-D7C983200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258412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04ABD6B-6FA2-25DC-2826-8A8EA2D65BF6}"/>
              </a:ext>
            </a:extLst>
          </p:cNvPr>
          <p:cNvSpPr/>
          <p:nvPr/>
        </p:nvSpPr>
        <p:spPr>
          <a:xfrm>
            <a:off x="5327373" y="31183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687130-5414-89C4-C530-A52CAD3B21E7}"/>
              </a:ext>
            </a:extLst>
          </p:cNvPr>
          <p:cNvSpPr/>
          <p:nvPr/>
        </p:nvSpPr>
        <p:spPr>
          <a:xfrm>
            <a:off x="2448338" y="137654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67A1A8-CB79-AB8B-66E3-45A6E988843F}"/>
              </a:ext>
            </a:extLst>
          </p:cNvPr>
          <p:cNvSpPr/>
          <p:nvPr/>
        </p:nvSpPr>
        <p:spPr>
          <a:xfrm>
            <a:off x="5308945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575AFD-5F10-8E9F-EE8F-A2E760C2C0AC}"/>
              </a:ext>
            </a:extLst>
          </p:cNvPr>
          <p:cNvSpPr/>
          <p:nvPr/>
        </p:nvSpPr>
        <p:spPr>
          <a:xfrm>
            <a:off x="8125031" y="13995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F4FD77-6230-2AB3-BF83-891305DAB3E2}"/>
              </a:ext>
            </a:extLst>
          </p:cNvPr>
          <p:cNvSpPr/>
          <p:nvPr/>
        </p:nvSpPr>
        <p:spPr>
          <a:xfrm>
            <a:off x="1267033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6692E7-8AAD-442C-1BFB-8738BEA11423}"/>
              </a:ext>
            </a:extLst>
          </p:cNvPr>
          <p:cNvSpPr/>
          <p:nvPr/>
        </p:nvSpPr>
        <p:spPr>
          <a:xfrm>
            <a:off x="3720548" y="244649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FFA13B-6A5A-FD36-C8DD-6E55BC168FA7}"/>
              </a:ext>
            </a:extLst>
          </p:cNvPr>
          <p:cNvSpPr/>
          <p:nvPr/>
        </p:nvSpPr>
        <p:spPr>
          <a:xfrm>
            <a:off x="5477911" y="243722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B587BA-8D05-77DD-BBE0-98AF54393F7D}"/>
              </a:ext>
            </a:extLst>
          </p:cNvPr>
          <p:cNvSpPr/>
          <p:nvPr/>
        </p:nvSpPr>
        <p:spPr>
          <a:xfrm>
            <a:off x="7225335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26D34D-8DCF-CF1B-9F48-66914008CDA7}"/>
              </a:ext>
            </a:extLst>
          </p:cNvPr>
          <p:cNvSpPr/>
          <p:nvPr/>
        </p:nvSpPr>
        <p:spPr>
          <a:xfrm>
            <a:off x="9171954" y="245787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6612F1-6B70-D8FF-090A-53BDCBFB9F05}"/>
              </a:ext>
            </a:extLst>
          </p:cNvPr>
          <p:cNvSpPr/>
          <p:nvPr/>
        </p:nvSpPr>
        <p:spPr>
          <a:xfrm>
            <a:off x="992464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973C30-23E3-1FAD-F7A8-AC5CAC64AB4E}"/>
              </a:ext>
            </a:extLst>
          </p:cNvPr>
          <p:cNvSpPr/>
          <p:nvPr/>
        </p:nvSpPr>
        <p:spPr>
          <a:xfrm>
            <a:off x="2742472" y="3109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32F54E-DE72-625A-DC38-6703A219A0CF}"/>
              </a:ext>
            </a:extLst>
          </p:cNvPr>
          <p:cNvSpPr/>
          <p:nvPr/>
        </p:nvSpPr>
        <p:spPr>
          <a:xfrm>
            <a:off x="3720548" y="30818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657CBC-50F7-7623-3CED-044ECE2500BF}"/>
              </a:ext>
            </a:extLst>
          </p:cNvPr>
          <p:cNvSpPr/>
          <p:nvPr/>
        </p:nvSpPr>
        <p:spPr>
          <a:xfrm>
            <a:off x="4930844" y="309989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F82F90-744D-D63B-4FB1-B46E91E2FC9E}"/>
              </a:ext>
            </a:extLst>
          </p:cNvPr>
          <p:cNvSpPr/>
          <p:nvPr/>
        </p:nvSpPr>
        <p:spPr>
          <a:xfrm>
            <a:off x="5564977" y="308503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F9FA30-DD09-19AE-1D06-FFEF27D0CE8A}"/>
              </a:ext>
            </a:extLst>
          </p:cNvPr>
          <p:cNvSpPr/>
          <p:nvPr/>
        </p:nvSpPr>
        <p:spPr>
          <a:xfrm>
            <a:off x="6775273" y="31030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1BDF6F-5D84-E93C-E61F-788FE57D98EE}"/>
              </a:ext>
            </a:extLst>
          </p:cNvPr>
          <p:cNvSpPr/>
          <p:nvPr/>
        </p:nvSpPr>
        <p:spPr>
          <a:xfrm>
            <a:off x="7418103" y="308435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16829B-2F68-498A-3194-8083C5133F15}"/>
              </a:ext>
            </a:extLst>
          </p:cNvPr>
          <p:cNvSpPr/>
          <p:nvPr/>
        </p:nvSpPr>
        <p:spPr>
          <a:xfrm>
            <a:off x="8628399" y="310240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8AC1B2-F88D-C22A-D794-8411DF49FAE1}"/>
              </a:ext>
            </a:extLst>
          </p:cNvPr>
          <p:cNvSpPr/>
          <p:nvPr/>
        </p:nvSpPr>
        <p:spPr>
          <a:xfrm>
            <a:off x="9364308" y="308000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388458-368E-D417-2904-3A88E769C95A}"/>
              </a:ext>
            </a:extLst>
          </p:cNvPr>
          <p:cNvSpPr/>
          <p:nvPr/>
        </p:nvSpPr>
        <p:spPr>
          <a:xfrm>
            <a:off x="10574604" y="309805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782925-03AC-11D5-0F18-187B058D40FA}"/>
              </a:ext>
            </a:extLst>
          </p:cNvPr>
          <p:cNvSpPr/>
          <p:nvPr/>
        </p:nvSpPr>
        <p:spPr>
          <a:xfrm>
            <a:off x="596866" y="42743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9918DE-6E52-BCEC-18C5-BBBDA606B128}"/>
              </a:ext>
            </a:extLst>
          </p:cNvPr>
          <p:cNvSpPr/>
          <p:nvPr/>
        </p:nvSpPr>
        <p:spPr>
          <a:xfrm>
            <a:off x="1926481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C79E54-45A4-6ABB-C308-9CE19770C58A}"/>
              </a:ext>
            </a:extLst>
          </p:cNvPr>
          <p:cNvSpPr/>
          <p:nvPr/>
        </p:nvSpPr>
        <p:spPr>
          <a:xfrm>
            <a:off x="288918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E20A0D-CF57-66C4-1D75-01893787E575}"/>
              </a:ext>
            </a:extLst>
          </p:cNvPr>
          <p:cNvSpPr/>
          <p:nvPr/>
        </p:nvSpPr>
        <p:spPr>
          <a:xfrm>
            <a:off x="3746740" y="424384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F483E2-D241-29E5-3B5E-EB38B65DCC47}"/>
              </a:ext>
            </a:extLst>
          </p:cNvPr>
          <p:cNvSpPr/>
          <p:nvPr/>
        </p:nvSpPr>
        <p:spPr>
          <a:xfrm>
            <a:off x="4537057" y="423740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76DE0A-2D2A-76FE-F6BD-6645521106A2}"/>
              </a:ext>
            </a:extLst>
          </p:cNvPr>
          <p:cNvSpPr/>
          <p:nvPr/>
        </p:nvSpPr>
        <p:spPr>
          <a:xfrm>
            <a:off x="5366249" y="422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E9AE29-71DA-1211-8848-098D92523005}"/>
              </a:ext>
            </a:extLst>
          </p:cNvPr>
          <p:cNvSpPr/>
          <p:nvPr/>
        </p:nvSpPr>
        <p:spPr>
          <a:xfrm>
            <a:off x="6096000" y="420358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7E21AF-517E-CC85-70C9-81EED43C8898}"/>
              </a:ext>
            </a:extLst>
          </p:cNvPr>
          <p:cNvSpPr/>
          <p:nvPr/>
        </p:nvSpPr>
        <p:spPr>
          <a:xfrm>
            <a:off x="6708500" y="419436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48D958-1FBF-49C8-A84C-5A0476F48373}"/>
              </a:ext>
            </a:extLst>
          </p:cNvPr>
          <p:cNvSpPr/>
          <p:nvPr/>
        </p:nvSpPr>
        <p:spPr>
          <a:xfrm>
            <a:off x="7866613" y="4662582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2711BA-9FE2-E3D0-ECD8-2ADB87FE3CBE}"/>
              </a:ext>
            </a:extLst>
          </p:cNvPr>
          <p:cNvSpPr/>
          <p:nvPr/>
        </p:nvSpPr>
        <p:spPr>
          <a:xfrm>
            <a:off x="7412781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115B7C-8E19-DC41-4B1D-D843A6AE6B00}"/>
              </a:ext>
            </a:extLst>
          </p:cNvPr>
          <p:cNvSpPr/>
          <p:nvPr/>
        </p:nvSpPr>
        <p:spPr>
          <a:xfrm>
            <a:off x="8011924" y="418607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D9E382-0B12-8252-2B83-441597CEF4B8}"/>
              </a:ext>
            </a:extLst>
          </p:cNvPr>
          <p:cNvSpPr/>
          <p:nvPr/>
        </p:nvSpPr>
        <p:spPr>
          <a:xfrm>
            <a:off x="8610187" y="42074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1839FAB-DE23-974B-54FB-129D36196D35}"/>
              </a:ext>
            </a:extLst>
          </p:cNvPr>
          <p:cNvSpPr/>
          <p:nvPr/>
        </p:nvSpPr>
        <p:spPr>
          <a:xfrm>
            <a:off x="9224860" y="418171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AA810B-A658-D79A-DDD8-29266456E450}"/>
              </a:ext>
            </a:extLst>
          </p:cNvPr>
          <p:cNvSpPr/>
          <p:nvPr/>
        </p:nvSpPr>
        <p:spPr>
          <a:xfrm>
            <a:off x="9861928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9E1BD8-D2CC-A445-CD5C-2280C13BFA5D}"/>
              </a:ext>
            </a:extLst>
          </p:cNvPr>
          <p:cNvSpPr/>
          <p:nvPr/>
        </p:nvSpPr>
        <p:spPr>
          <a:xfrm>
            <a:off x="10559160" y="418996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06EFD4-EED4-379B-370C-2CA8EA2EFF6C}"/>
              </a:ext>
            </a:extLst>
          </p:cNvPr>
          <p:cNvSpPr/>
          <p:nvPr/>
        </p:nvSpPr>
        <p:spPr>
          <a:xfrm>
            <a:off x="61477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A3ED27-0DDB-0884-3680-3F5BB0A1413F}"/>
              </a:ext>
            </a:extLst>
          </p:cNvPr>
          <p:cNvSpPr/>
          <p:nvPr/>
        </p:nvSpPr>
        <p:spPr>
          <a:xfrm>
            <a:off x="1525450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3D4C7-C01B-DF34-A067-D854BA6BF68E}"/>
              </a:ext>
            </a:extLst>
          </p:cNvPr>
          <p:cNvSpPr/>
          <p:nvPr/>
        </p:nvSpPr>
        <p:spPr>
          <a:xfrm>
            <a:off x="2176582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6662BB-6CB6-A324-BAC2-CAC659CF48FD}"/>
              </a:ext>
            </a:extLst>
          </p:cNvPr>
          <p:cNvSpPr/>
          <p:nvPr/>
        </p:nvSpPr>
        <p:spPr>
          <a:xfrm>
            <a:off x="2777681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43898D-8367-5F43-99AC-B865235178FA}"/>
              </a:ext>
            </a:extLst>
          </p:cNvPr>
          <p:cNvSpPr/>
          <p:nvPr/>
        </p:nvSpPr>
        <p:spPr>
          <a:xfrm>
            <a:off x="3451005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1596F1E-F6FF-1C8E-EE01-50B316A3656F}"/>
              </a:ext>
            </a:extLst>
          </p:cNvPr>
          <p:cNvSpPr/>
          <p:nvPr/>
        </p:nvSpPr>
        <p:spPr>
          <a:xfrm>
            <a:off x="403143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55E414E-C00E-CD36-2B0E-20FD4C8E064C}"/>
              </a:ext>
            </a:extLst>
          </p:cNvPr>
          <p:cNvSpPr/>
          <p:nvPr/>
        </p:nvSpPr>
        <p:spPr>
          <a:xfrm>
            <a:off x="4715117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BD217E-1C5A-EC55-E566-258DEE29FE02}"/>
              </a:ext>
            </a:extLst>
          </p:cNvPr>
          <p:cNvSpPr/>
          <p:nvPr/>
        </p:nvSpPr>
        <p:spPr>
          <a:xfrm>
            <a:off x="5277484" y="532944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68A49AE-FE4E-7A77-77C5-BCCAFC0E2C39}"/>
              </a:ext>
            </a:extLst>
          </p:cNvPr>
          <p:cNvSpPr/>
          <p:nvPr/>
        </p:nvSpPr>
        <p:spPr>
          <a:xfrm>
            <a:off x="5880873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BF9CBBD-E134-85F7-8C45-335440279D75}"/>
              </a:ext>
            </a:extLst>
          </p:cNvPr>
          <p:cNvSpPr/>
          <p:nvPr/>
        </p:nvSpPr>
        <p:spPr>
          <a:xfrm>
            <a:off x="6443240" y="530079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5B8C5D-3CE4-3A80-2678-5C12A29F6A1E}"/>
              </a:ext>
            </a:extLst>
          </p:cNvPr>
          <p:cNvSpPr/>
          <p:nvPr/>
        </p:nvSpPr>
        <p:spPr>
          <a:xfrm>
            <a:off x="7118694" y="532289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CBF6EC0-3D54-C56E-04EA-1FAE2A134FB2}"/>
              </a:ext>
            </a:extLst>
          </p:cNvPr>
          <p:cNvSpPr/>
          <p:nvPr/>
        </p:nvSpPr>
        <p:spPr>
          <a:xfrm>
            <a:off x="7722083" y="52942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6E2E409-6984-754A-929F-C02E382AFBF3}"/>
              </a:ext>
            </a:extLst>
          </p:cNvPr>
          <p:cNvSpPr/>
          <p:nvPr/>
        </p:nvSpPr>
        <p:spPr>
          <a:xfrm>
            <a:off x="8397537" y="52942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4DB6C92-0F90-C8C7-F662-632AFDA9E314}"/>
              </a:ext>
            </a:extLst>
          </p:cNvPr>
          <p:cNvSpPr/>
          <p:nvPr/>
        </p:nvSpPr>
        <p:spPr>
          <a:xfrm>
            <a:off x="308113" y="6392568"/>
            <a:ext cx="11581568" cy="521493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243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5019-7454-5452-5086-F3804D93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9C9913-A627-59E7-68FD-DABA14BE1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15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02C920-AB65-BC99-3136-7AD9AC1CA9D5}"/>
              </a:ext>
            </a:extLst>
          </p:cNvPr>
          <p:cNvSpPr/>
          <p:nvPr/>
        </p:nvSpPr>
        <p:spPr>
          <a:xfrm>
            <a:off x="5307495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833030-EAA0-C9DB-6C3A-2928A04BBF6E}"/>
              </a:ext>
            </a:extLst>
          </p:cNvPr>
          <p:cNvSpPr/>
          <p:nvPr/>
        </p:nvSpPr>
        <p:spPr>
          <a:xfrm>
            <a:off x="2428460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63120E-6923-5C8D-154E-F40290BCB420}"/>
              </a:ext>
            </a:extLst>
          </p:cNvPr>
          <p:cNvSpPr/>
          <p:nvPr/>
        </p:nvSpPr>
        <p:spPr>
          <a:xfrm>
            <a:off x="5289067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ECA7A3-FD09-82E6-CDB0-11CB52FEB727}"/>
              </a:ext>
            </a:extLst>
          </p:cNvPr>
          <p:cNvSpPr/>
          <p:nvPr/>
        </p:nvSpPr>
        <p:spPr>
          <a:xfrm>
            <a:off x="8105153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BF28F1-784A-18D5-7F93-16B0A3316D61}"/>
              </a:ext>
            </a:extLst>
          </p:cNvPr>
          <p:cNvSpPr/>
          <p:nvPr/>
        </p:nvSpPr>
        <p:spPr>
          <a:xfrm>
            <a:off x="1247155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33C595-4E1B-B8B4-1637-C6F9BAB8C9D2}"/>
              </a:ext>
            </a:extLst>
          </p:cNvPr>
          <p:cNvSpPr/>
          <p:nvPr/>
        </p:nvSpPr>
        <p:spPr>
          <a:xfrm>
            <a:off x="3700670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F35CEF-DD8D-A61D-4C03-2E2F769C34E6}"/>
              </a:ext>
            </a:extLst>
          </p:cNvPr>
          <p:cNvSpPr/>
          <p:nvPr/>
        </p:nvSpPr>
        <p:spPr>
          <a:xfrm>
            <a:off x="5458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878AA8-E70F-E13F-2E37-B76B8C32D660}"/>
              </a:ext>
            </a:extLst>
          </p:cNvPr>
          <p:cNvSpPr/>
          <p:nvPr/>
        </p:nvSpPr>
        <p:spPr>
          <a:xfrm>
            <a:off x="7205457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281E3B-B357-77F4-2827-4F0FCA6BE85F}"/>
              </a:ext>
            </a:extLst>
          </p:cNvPr>
          <p:cNvSpPr/>
          <p:nvPr/>
        </p:nvSpPr>
        <p:spPr>
          <a:xfrm>
            <a:off x="9152076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7615AB-AF71-0D78-F9BA-02B957F4E64A}"/>
              </a:ext>
            </a:extLst>
          </p:cNvPr>
          <p:cNvSpPr/>
          <p:nvPr/>
        </p:nvSpPr>
        <p:spPr>
          <a:xfrm>
            <a:off x="972586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5924F3-A3D0-7CE7-B924-1D0F090042B2}"/>
              </a:ext>
            </a:extLst>
          </p:cNvPr>
          <p:cNvSpPr/>
          <p:nvPr/>
        </p:nvSpPr>
        <p:spPr>
          <a:xfrm>
            <a:off x="272259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9579B3-7CA1-CE0B-255B-7F664EFE50FE}"/>
              </a:ext>
            </a:extLst>
          </p:cNvPr>
          <p:cNvSpPr/>
          <p:nvPr/>
        </p:nvSpPr>
        <p:spPr>
          <a:xfrm>
            <a:off x="3700670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876F38-9593-65F3-C1A7-9CAEAC11F516}"/>
              </a:ext>
            </a:extLst>
          </p:cNvPr>
          <p:cNvSpPr/>
          <p:nvPr/>
        </p:nvSpPr>
        <p:spPr>
          <a:xfrm>
            <a:off x="4910966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14FBC8-05B5-91D0-F6D1-614A3BAC85AC}"/>
              </a:ext>
            </a:extLst>
          </p:cNvPr>
          <p:cNvSpPr/>
          <p:nvPr/>
        </p:nvSpPr>
        <p:spPr>
          <a:xfrm>
            <a:off x="5545099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89177B-89ED-42D2-14A5-446DD2311D6C}"/>
              </a:ext>
            </a:extLst>
          </p:cNvPr>
          <p:cNvSpPr/>
          <p:nvPr/>
        </p:nvSpPr>
        <p:spPr>
          <a:xfrm>
            <a:off x="6755395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99F916-9156-4E18-5876-5B15E9D71847}"/>
              </a:ext>
            </a:extLst>
          </p:cNvPr>
          <p:cNvSpPr/>
          <p:nvPr/>
        </p:nvSpPr>
        <p:spPr>
          <a:xfrm>
            <a:off x="7398225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C51ED3-E431-B69D-93DD-312ECB1C1A40}"/>
              </a:ext>
            </a:extLst>
          </p:cNvPr>
          <p:cNvSpPr/>
          <p:nvPr/>
        </p:nvSpPr>
        <p:spPr>
          <a:xfrm>
            <a:off x="8608521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106BAF-254A-A7F0-9F7E-E945B45DDCAC}"/>
              </a:ext>
            </a:extLst>
          </p:cNvPr>
          <p:cNvSpPr/>
          <p:nvPr/>
        </p:nvSpPr>
        <p:spPr>
          <a:xfrm>
            <a:off x="9344430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148E90-4387-BDA8-4DD7-7A7ED5C4790B}"/>
              </a:ext>
            </a:extLst>
          </p:cNvPr>
          <p:cNvSpPr/>
          <p:nvPr/>
        </p:nvSpPr>
        <p:spPr>
          <a:xfrm>
            <a:off x="10554726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B5ADA5-AACC-E1A3-E141-4242E20CA25C}"/>
              </a:ext>
            </a:extLst>
          </p:cNvPr>
          <p:cNvSpPr/>
          <p:nvPr/>
        </p:nvSpPr>
        <p:spPr>
          <a:xfrm>
            <a:off x="576988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4A61A-FA66-28C8-539D-6FA78D2A662F}"/>
              </a:ext>
            </a:extLst>
          </p:cNvPr>
          <p:cNvSpPr/>
          <p:nvPr/>
        </p:nvSpPr>
        <p:spPr>
          <a:xfrm>
            <a:off x="1906603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1A8905-FD57-3777-0EFC-2C2431CE733A}"/>
              </a:ext>
            </a:extLst>
          </p:cNvPr>
          <p:cNvSpPr/>
          <p:nvPr/>
        </p:nvSpPr>
        <p:spPr>
          <a:xfrm>
            <a:off x="2869302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B583AB-E7F3-31BB-7DCE-4C3A46BE9AC6}"/>
              </a:ext>
            </a:extLst>
          </p:cNvPr>
          <p:cNvSpPr/>
          <p:nvPr/>
        </p:nvSpPr>
        <p:spPr>
          <a:xfrm>
            <a:off x="3726862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3A2F4B-0C30-B9F1-854B-0897E85D2710}"/>
              </a:ext>
            </a:extLst>
          </p:cNvPr>
          <p:cNvSpPr/>
          <p:nvPr/>
        </p:nvSpPr>
        <p:spPr>
          <a:xfrm>
            <a:off x="4517179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824ED0-63E2-B9EE-D6C4-25511D033C70}"/>
              </a:ext>
            </a:extLst>
          </p:cNvPr>
          <p:cNvSpPr/>
          <p:nvPr/>
        </p:nvSpPr>
        <p:spPr>
          <a:xfrm>
            <a:off x="5346371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0BB403-2327-CD3C-3E85-FB3ECF5B7885}"/>
              </a:ext>
            </a:extLst>
          </p:cNvPr>
          <p:cNvSpPr/>
          <p:nvPr/>
        </p:nvSpPr>
        <p:spPr>
          <a:xfrm>
            <a:off x="6076122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A76C48-8F59-FD30-9512-5C5CA5B81B6A}"/>
              </a:ext>
            </a:extLst>
          </p:cNvPr>
          <p:cNvSpPr/>
          <p:nvPr/>
        </p:nvSpPr>
        <p:spPr>
          <a:xfrm>
            <a:off x="6688622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4EABBC-7067-DED5-24E6-013B96E07033}"/>
              </a:ext>
            </a:extLst>
          </p:cNvPr>
          <p:cNvSpPr/>
          <p:nvPr/>
        </p:nvSpPr>
        <p:spPr>
          <a:xfrm>
            <a:off x="8454008" y="4429645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1F8823-85BF-E2D5-1373-61005B2AC1D0}"/>
              </a:ext>
            </a:extLst>
          </p:cNvPr>
          <p:cNvSpPr/>
          <p:nvPr/>
        </p:nvSpPr>
        <p:spPr>
          <a:xfrm>
            <a:off x="7392903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60604D-180E-0D55-2DE5-6DA490FD5D90}"/>
              </a:ext>
            </a:extLst>
          </p:cNvPr>
          <p:cNvSpPr/>
          <p:nvPr/>
        </p:nvSpPr>
        <p:spPr>
          <a:xfrm>
            <a:off x="7992046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02C097-AA1D-280C-3158-98A43E6AAE64}"/>
              </a:ext>
            </a:extLst>
          </p:cNvPr>
          <p:cNvSpPr/>
          <p:nvPr/>
        </p:nvSpPr>
        <p:spPr>
          <a:xfrm>
            <a:off x="8590309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99505B-025E-5602-8FB7-56712C73D0DC}"/>
              </a:ext>
            </a:extLst>
          </p:cNvPr>
          <p:cNvSpPr/>
          <p:nvPr/>
        </p:nvSpPr>
        <p:spPr>
          <a:xfrm>
            <a:off x="9204982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06094F-7280-D1DE-0D06-68CF51A990F7}"/>
              </a:ext>
            </a:extLst>
          </p:cNvPr>
          <p:cNvSpPr/>
          <p:nvPr/>
        </p:nvSpPr>
        <p:spPr>
          <a:xfrm>
            <a:off x="984205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7F6478-8371-B2C7-4239-849957AEA205}"/>
              </a:ext>
            </a:extLst>
          </p:cNvPr>
          <p:cNvSpPr/>
          <p:nvPr/>
        </p:nvSpPr>
        <p:spPr>
          <a:xfrm>
            <a:off x="10539282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CC35B1-88BA-D520-9CD6-3D56D1D3A751}"/>
              </a:ext>
            </a:extLst>
          </p:cNvPr>
          <p:cNvSpPr/>
          <p:nvPr/>
        </p:nvSpPr>
        <p:spPr>
          <a:xfrm>
            <a:off x="59489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C85FBA-5BA7-F225-45DD-0FDDA1028FE0}"/>
              </a:ext>
            </a:extLst>
          </p:cNvPr>
          <p:cNvSpPr/>
          <p:nvPr/>
        </p:nvSpPr>
        <p:spPr>
          <a:xfrm>
            <a:off x="150557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3A608-5D59-E673-4C6F-B9DBA667B02A}"/>
              </a:ext>
            </a:extLst>
          </p:cNvPr>
          <p:cNvSpPr/>
          <p:nvPr/>
        </p:nvSpPr>
        <p:spPr>
          <a:xfrm>
            <a:off x="215670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D9B329-A3A6-6F94-FD3B-08CD76506526}"/>
              </a:ext>
            </a:extLst>
          </p:cNvPr>
          <p:cNvSpPr/>
          <p:nvPr/>
        </p:nvSpPr>
        <p:spPr>
          <a:xfrm>
            <a:off x="275780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040AD6-D58B-F089-3038-38DC5F76991E}"/>
              </a:ext>
            </a:extLst>
          </p:cNvPr>
          <p:cNvSpPr/>
          <p:nvPr/>
        </p:nvSpPr>
        <p:spPr>
          <a:xfrm>
            <a:off x="343112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E947FB-4CD1-7016-DD48-98B67F393646}"/>
              </a:ext>
            </a:extLst>
          </p:cNvPr>
          <p:cNvSpPr/>
          <p:nvPr/>
        </p:nvSpPr>
        <p:spPr>
          <a:xfrm>
            <a:off x="401155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5D6EFE-F8B8-06EC-4CC9-220F55BE5013}"/>
              </a:ext>
            </a:extLst>
          </p:cNvPr>
          <p:cNvSpPr/>
          <p:nvPr/>
        </p:nvSpPr>
        <p:spPr>
          <a:xfrm>
            <a:off x="469523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D0495E-55AE-BBD0-CCA3-9FC512D79757}"/>
              </a:ext>
            </a:extLst>
          </p:cNvPr>
          <p:cNvSpPr/>
          <p:nvPr/>
        </p:nvSpPr>
        <p:spPr>
          <a:xfrm>
            <a:off x="525760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72CF69-7148-678D-962D-561FE28E9CB5}"/>
              </a:ext>
            </a:extLst>
          </p:cNvPr>
          <p:cNvSpPr/>
          <p:nvPr/>
        </p:nvSpPr>
        <p:spPr>
          <a:xfrm>
            <a:off x="5860995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0FB83D6-E6F2-66D2-0B88-6EA3E11BD7E9}"/>
              </a:ext>
            </a:extLst>
          </p:cNvPr>
          <p:cNvSpPr/>
          <p:nvPr/>
        </p:nvSpPr>
        <p:spPr>
          <a:xfrm>
            <a:off x="6423362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82982DD-BDEC-36F3-476E-ECA10BEDB048}"/>
              </a:ext>
            </a:extLst>
          </p:cNvPr>
          <p:cNvSpPr/>
          <p:nvPr/>
        </p:nvSpPr>
        <p:spPr>
          <a:xfrm>
            <a:off x="7098816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A3F373-CD1B-30DC-3FD7-37F396AF0C79}"/>
              </a:ext>
            </a:extLst>
          </p:cNvPr>
          <p:cNvSpPr/>
          <p:nvPr/>
        </p:nvSpPr>
        <p:spPr>
          <a:xfrm>
            <a:off x="7702205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1660CC-6657-6967-914F-B6346FD756FF}"/>
              </a:ext>
            </a:extLst>
          </p:cNvPr>
          <p:cNvSpPr/>
          <p:nvPr/>
        </p:nvSpPr>
        <p:spPr>
          <a:xfrm>
            <a:off x="8377659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147251F-B253-3678-4AC0-5DAD1ED76D33}"/>
              </a:ext>
            </a:extLst>
          </p:cNvPr>
          <p:cNvSpPr/>
          <p:nvPr/>
        </p:nvSpPr>
        <p:spPr>
          <a:xfrm>
            <a:off x="22895" y="6106385"/>
            <a:ext cx="11676200" cy="744067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</a:t>
            </a:r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,d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423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DF509-04FF-7743-B8BA-2EAC0486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6F976F-E25B-8F91-120F-60627812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15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95187C-39F7-BA7E-F256-3E0BF32D5D2E}"/>
              </a:ext>
            </a:extLst>
          </p:cNvPr>
          <p:cNvSpPr/>
          <p:nvPr/>
        </p:nvSpPr>
        <p:spPr>
          <a:xfrm>
            <a:off x="5307495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F4D94E-9B6F-403A-3884-0EF3CEECC906}"/>
              </a:ext>
            </a:extLst>
          </p:cNvPr>
          <p:cNvSpPr/>
          <p:nvPr/>
        </p:nvSpPr>
        <p:spPr>
          <a:xfrm>
            <a:off x="2428460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12E53-B1C3-ED0A-1624-5B678CCA0AD3}"/>
              </a:ext>
            </a:extLst>
          </p:cNvPr>
          <p:cNvSpPr/>
          <p:nvPr/>
        </p:nvSpPr>
        <p:spPr>
          <a:xfrm>
            <a:off x="5289067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AD9CBE-5BE2-12E8-C1DE-ADFC03361EC6}"/>
              </a:ext>
            </a:extLst>
          </p:cNvPr>
          <p:cNvSpPr/>
          <p:nvPr/>
        </p:nvSpPr>
        <p:spPr>
          <a:xfrm>
            <a:off x="8105153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333493-65C7-5D3F-054D-7D0A5433E9E6}"/>
              </a:ext>
            </a:extLst>
          </p:cNvPr>
          <p:cNvSpPr/>
          <p:nvPr/>
        </p:nvSpPr>
        <p:spPr>
          <a:xfrm>
            <a:off x="1247155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9B75F0-1631-B962-DDB5-C9F18CAF1622}"/>
              </a:ext>
            </a:extLst>
          </p:cNvPr>
          <p:cNvSpPr/>
          <p:nvPr/>
        </p:nvSpPr>
        <p:spPr>
          <a:xfrm>
            <a:off x="3700670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883C4-77A7-8CA0-DA0D-91D4F3843975}"/>
              </a:ext>
            </a:extLst>
          </p:cNvPr>
          <p:cNvSpPr/>
          <p:nvPr/>
        </p:nvSpPr>
        <p:spPr>
          <a:xfrm>
            <a:off x="5458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73C677-A738-81A5-D7E6-F5C0FAC7049C}"/>
              </a:ext>
            </a:extLst>
          </p:cNvPr>
          <p:cNvSpPr/>
          <p:nvPr/>
        </p:nvSpPr>
        <p:spPr>
          <a:xfrm>
            <a:off x="7205457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DD480B-2894-63EF-ABEF-D7A3643590B4}"/>
              </a:ext>
            </a:extLst>
          </p:cNvPr>
          <p:cNvSpPr/>
          <p:nvPr/>
        </p:nvSpPr>
        <p:spPr>
          <a:xfrm>
            <a:off x="9152076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1658E8-37F1-E142-9EAE-31298E11C3E5}"/>
              </a:ext>
            </a:extLst>
          </p:cNvPr>
          <p:cNvSpPr/>
          <p:nvPr/>
        </p:nvSpPr>
        <p:spPr>
          <a:xfrm>
            <a:off x="972586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E7BD59-0F8C-3B21-0A7D-BF4CBBF5EFA3}"/>
              </a:ext>
            </a:extLst>
          </p:cNvPr>
          <p:cNvSpPr/>
          <p:nvPr/>
        </p:nvSpPr>
        <p:spPr>
          <a:xfrm>
            <a:off x="272259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72416F-0522-5398-483E-FE84668DDC76}"/>
              </a:ext>
            </a:extLst>
          </p:cNvPr>
          <p:cNvSpPr/>
          <p:nvPr/>
        </p:nvSpPr>
        <p:spPr>
          <a:xfrm>
            <a:off x="3700670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E65D9E-7D16-B1A7-2371-2A32922789C9}"/>
              </a:ext>
            </a:extLst>
          </p:cNvPr>
          <p:cNvSpPr/>
          <p:nvPr/>
        </p:nvSpPr>
        <p:spPr>
          <a:xfrm>
            <a:off x="4910966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F52190-55D8-4E49-0FAB-07692F648608}"/>
              </a:ext>
            </a:extLst>
          </p:cNvPr>
          <p:cNvSpPr/>
          <p:nvPr/>
        </p:nvSpPr>
        <p:spPr>
          <a:xfrm>
            <a:off x="5545099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04B989-747B-2F00-ACE8-CF2E685659A6}"/>
              </a:ext>
            </a:extLst>
          </p:cNvPr>
          <p:cNvSpPr/>
          <p:nvPr/>
        </p:nvSpPr>
        <p:spPr>
          <a:xfrm>
            <a:off x="6755395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A4F8A9-8875-3160-DE12-2CC66949215B}"/>
              </a:ext>
            </a:extLst>
          </p:cNvPr>
          <p:cNvSpPr/>
          <p:nvPr/>
        </p:nvSpPr>
        <p:spPr>
          <a:xfrm>
            <a:off x="7398225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C7C0FE-E8DE-3394-0790-0FEA04EEA81B}"/>
              </a:ext>
            </a:extLst>
          </p:cNvPr>
          <p:cNvSpPr/>
          <p:nvPr/>
        </p:nvSpPr>
        <p:spPr>
          <a:xfrm>
            <a:off x="8608521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0E8DC6-9C2E-FD5F-1648-20FF86150AA8}"/>
              </a:ext>
            </a:extLst>
          </p:cNvPr>
          <p:cNvSpPr/>
          <p:nvPr/>
        </p:nvSpPr>
        <p:spPr>
          <a:xfrm>
            <a:off x="9344430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3E7490-8F02-581A-C444-6A1E5DCBC866}"/>
              </a:ext>
            </a:extLst>
          </p:cNvPr>
          <p:cNvSpPr/>
          <p:nvPr/>
        </p:nvSpPr>
        <p:spPr>
          <a:xfrm>
            <a:off x="10554726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D3FF6C-CBB4-57F9-9FAF-7342A9FE362C}"/>
              </a:ext>
            </a:extLst>
          </p:cNvPr>
          <p:cNvSpPr/>
          <p:nvPr/>
        </p:nvSpPr>
        <p:spPr>
          <a:xfrm>
            <a:off x="576988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7A84AF-DE01-86FB-7E51-B97A689A160A}"/>
              </a:ext>
            </a:extLst>
          </p:cNvPr>
          <p:cNvSpPr/>
          <p:nvPr/>
        </p:nvSpPr>
        <p:spPr>
          <a:xfrm>
            <a:off x="1906603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308F23-8846-C310-2D91-20F74CC4917C}"/>
              </a:ext>
            </a:extLst>
          </p:cNvPr>
          <p:cNvSpPr/>
          <p:nvPr/>
        </p:nvSpPr>
        <p:spPr>
          <a:xfrm>
            <a:off x="2869302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7ACDC-3E81-D35B-E300-7F9DF46E22BD}"/>
              </a:ext>
            </a:extLst>
          </p:cNvPr>
          <p:cNvSpPr/>
          <p:nvPr/>
        </p:nvSpPr>
        <p:spPr>
          <a:xfrm>
            <a:off x="3726862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209F59-7C09-C3F2-7491-6B9867BC7DFF}"/>
              </a:ext>
            </a:extLst>
          </p:cNvPr>
          <p:cNvSpPr/>
          <p:nvPr/>
        </p:nvSpPr>
        <p:spPr>
          <a:xfrm>
            <a:off x="4517179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836D20-4BCB-76D9-34D2-241DE57FD0EB}"/>
              </a:ext>
            </a:extLst>
          </p:cNvPr>
          <p:cNvSpPr/>
          <p:nvPr/>
        </p:nvSpPr>
        <p:spPr>
          <a:xfrm>
            <a:off x="5346371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22C4B6-9E35-B4A0-5461-04AE63BF23B8}"/>
              </a:ext>
            </a:extLst>
          </p:cNvPr>
          <p:cNvSpPr/>
          <p:nvPr/>
        </p:nvSpPr>
        <p:spPr>
          <a:xfrm>
            <a:off x="6076122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521CF9-50AD-68AD-C6C0-6273ECDCDF09}"/>
              </a:ext>
            </a:extLst>
          </p:cNvPr>
          <p:cNvSpPr/>
          <p:nvPr/>
        </p:nvSpPr>
        <p:spPr>
          <a:xfrm>
            <a:off x="6688622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5878CB-05D0-F255-1661-F13B5A281099}"/>
              </a:ext>
            </a:extLst>
          </p:cNvPr>
          <p:cNvSpPr/>
          <p:nvPr/>
        </p:nvSpPr>
        <p:spPr>
          <a:xfrm>
            <a:off x="9086012" y="4407950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C94197-6180-30AB-8363-8A5DB83E3C98}"/>
              </a:ext>
            </a:extLst>
          </p:cNvPr>
          <p:cNvSpPr/>
          <p:nvPr/>
        </p:nvSpPr>
        <p:spPr>
          <a:xfrm>
            <a:off x="7392903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77203-9D73-8110-40B3-93AA9D107DAF}"/>
              </a:ext>
            </a:extLst>
          </p:cNvPr>
          <p:cNvSpPr/>
          <p:nvPr/>
        </p:nvSpPr>
        <p:spPr>
          <a:xfrm>
            <a:off x="7992046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9472CD-9628-1C27-11AC-0D3F05B388B5}"/>
              </a:ext>
            </a:extLst>
          </p:cNvPr>
          <p:cNvSpPr/>
          <p:nvPr/>
        </p:nvSpPr>
        <p:spPr>
          <a:xfrm>
            <a:off x="8590309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0051B27-C50D-9B7A-A6D2-D1F99D6D3397}"/>
              </a:ext>
            </a:extLst>
          </p:cNvPr>
          <p:cNvSpPr/>
          <p:nvPr/>
        </p:nvSpPr>
        <p:spPr>
          <a:xfrm>
            <a:off x="9204982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781EE4-CC9F-C6DF-EEE1-67AF9B91A388}"/>
              </a:ext>
            </a:extLst>
          </p:cNvPr>
          <p:cNvSpPr/>
          <p:nvPr/>
        </p:nvSpPr>
        <p:spPr>
          <a:xfrm>
            <a:off x="984205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0713B2-2A25-7246-F54C-5FDB8A75A999}"/>
              </a:ext>
            </a:extLst>
          </p:cNvPr>
          <p:cNvSpPr/>
          <p:nvPr/>
        </p:nvSpPr>
        <p:spPr>
          <a:xfrm>
            <a:off x="10539282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BB668C8-2FD9-D9B2-29CC-6B6471742138}"/>
              </a:ext>
            </a:extLst>
          </p:cNvPr>
          <p:cNvSpPr/>
          <p:nvPr/>
        </p:nvSpPr>
        <p:spPr>
          <a:xfrm>
            <a:off x="59489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5EEA57-C721-86DD-0665-2219B284BE18}"/>
              </a:ext>
            </a:extLst>
          </p:cNvPr>
          <p:cNvSpPr/>
          <p:nvPr/>
        </p:nvSpPr>
        <p:spPr>
          <a:xfrm>
            <a:off x="150557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5BC477-E8D3-2BB8-C080-DA240CCFABBC}"/>
              </a:ext>
            </a:extLst>
          </p:cNvPr>
          <p:cNvSpPr/>
          <p:nvPr/>
        </p:nvSpPr>
        <p:spPr>
          <a:xfrm>
            <a:off x="215670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FB947B-C5DF-5661-C952-D6A48B2E85DF}"/>
              </a:ext>
            </a:extLst>
          </p:cNvPr>
          <p:cNvSpPr/>
          <p:nvPr/>
        </p:nvSpPr>
        <p:spPr>
          <a:xfrm>
            <a:off x="275780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F6494D6-6D3C-EE5E-AB4B-F0EAC72EC333}"/>
              </a:ext>
            </a:extLst>
          </p:cNvPr>
          <p:cNvSpPr/>
          <p:nvPr/>
        </p:nvSpPr>
        <p:spPr>
          <a:xfrm>
            <a:off x="343112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302C96-6D67-4FA5-166C-0260E84E3AFD}"/>
              </a:ext>
            </a:extLst>
          </p:cNvPr>
          <p:cNvSpPr/>
          <p:nvPr/>
        </p:nvSpPr>
        <p:spPr>
          <a:xfrm>
            <a:off x="401155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4C520B8-1C4C-F7E6-25AC-8899EC899CE0}"/>
              </a:ext>
            </a:extLst>
          </p:cNvPr>
          <p:cNvSpPr/>
          <p:nvPr/>
        </p:nvSpPr>
        <p:spPr>
          <a:xfrm>
            <a:off x="469523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C8ADD81-F2D7-31F0-1858-10CB2425B71D}"/>
              </a:ext>
            </a:extLst>
          </p:cNvPr>
          <p:cNvSpPr/>
          <p:nvPr/>
        </p:nvSpPr>
        <p:spPr>
          <a:xfrm>
            <a:off x="525760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318129-D0F2-87DC-D78C-4B7705FD27A5}"/>
              </a:ext>
            </a:extLst>
          </p:cNvPr>
          <p:cNvSpPr/>
          <p:nvPr/>
        </p:nvSpPr>
        <p:spPr>
          <a:xfrm>
            <a:off x="5860995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A4B023-7155-0942-3EC2-6534A7EC4132}"/>
              </a:ext>
            </a:extLst>
          </p:cNvPr>
          <p:cNvSpPr/>
          <p:nvPr/>
        </p:nvSpPr>
        <p:spPr>
          <a:xfrm>
            <a:off x="6423362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FF2E8F3-C656-7375-AB31-B26885D91BC1}"/>
              </a:ext>
            </a:extLst>
          </p:cNvPr>
          <p:cNvSpPr/>
          <p:nvPr/>
        </p:nvSpPr>
        <p:spPr>
          <a:xfrm>
            <a:off x="7098816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DD8DD4-8C96-C064-1B61-A2324E942BE2}"/>
              </a:ext>
            </a:extLst>
          </p:cNvPr>
          <p:cNvSpPr/>
          <p:nvPr/>
        </p:nvSpPr>
        <p:spPr>
          <a:xfrm>
            <a:off x="7702205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8B91B0-6CE1-A1CD-50D8-77C56C1721BA}"/>
              </a:ext>
            </a:extLst>
          </p:cNvPr>
          <p:cNvSpPr/>
          <p:nvPr/>
        </p:nvSpPr>
        <p:spPr>
          <a:xfrm>
            <a:off x="8377659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59F18C5-37BE-6E69-95BA-EB1BC9022B15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625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7BCD-0D86-3A8C-DA07-8D89D216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C1472A-4265-8908-4F2D-8C1E95F52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54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F79E7B-1480-5A6B-0269-21D47E9DB3A8}"/>
              </a:ext>
            </a:extLst>
          </p:cNvPr>
          <p:cNvSpPr/>
          <p:nvPr/>
        </p:nvSpPr>
        <p:spPr>
          <a:xfrm>
            <a:off x="5317434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ACEE2A-0E14-BDB8-3D46-7B726B7BA25F}"/>
              </a:ext>
            </a:extLst>
          </p:cNvPr>
          <p:cNvSpPr/>
          <p:nvPr/>
        </p:nvSpPr>
        <p:spPr>
          <a:xfrm>
            <a:off x="2438399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408C8C-A207-4406-C389-4A93176F12D5}"/>
              </a:ext>
            </a:extLst>
          </p:cNvPr>
          <p:cNvSpPr/>
          <p:nvPr/>
        </p:nvSpPr>
        <p:spPr>
          <a:xfrm>
            <a:off x="5299006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50D015-107D-12D3-F624-EA62587E1FF4}"/>
              </a:ext>
            </a:extLst>
          </p:cNvPr>
          <p:cNvSpPr/>
          <p:nvPr/>
        </p:nvSpPr>
        <p:spPr>
          <a:xfrm>
            <a:off x="8115092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C30AF2-C43B-2DE9-9786-6860F8085F88}"/>
              </a:ext>
            </a:extLst>
          </p:cNvPr>
          <p:cNvSpPr/>
          <p:nvPr/>
        </p:nvSpPr>
        <p:spPr>
          <a:xfrm>
            <a:off x="1257094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0CDC1F-F1EE-D11B-B4D4-F096AC31D8D4}"/>
              </a:ext>
            </a:extLst>
          </p:cNvPr>
          <p:cNvSpPr/>
          <p:nvPr/>
        </p:nvSpPr>
        <p:spPr>
          <a:xfrm>
            <a:off x="3710609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20DB81-709A-DE00-A16F-EF96F9BAC1CA}"/>
              </a:ext>
            </a:extLst>
          </p:cNvPr>
          <p:cNvSpPr/>
          <p:nvPr/>
        </p:nvSpPr>
        <p:spPr>
          <a:xfrm>
            <a:off x="5467972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1E6EF2-3E9D-0E1E-0673-28CFBBDB2A87}"/>
              </a:ext>
            </a:extLst>
          </p:cNvPr>
          <p:cNvSpPr/>
          <p:nvPr/>
        </p:nvSpPr>
        <p:spPr>
          <a:xfrm>
            <a:off x="7215396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0D14D0-4A3B-B2AC-3CC2-B654DE119F17}"/>
              </a:ext>
            </a:extLst>
          </p:cNvPr>
          <p:cNvSpPr/>
          <p:nvPr/>
        </p:nvSpPr>
        <p:spPr>
          <a:xfrm>
            <a:off x="916201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18D2DD-7761-D476-4502-C393714DB9B8}"/>
              </a:ext>
            </a:extLst>
          </p:cNvPr>
          <p:cNvSpPr/>
          <p:nvPr/>
        </p:nvSpPr>
        <p:spPr>
          <a:xfrm>
            <a:off x="982525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B43858-09A0-8CF2-3088-38775F871921}"/>
              </a:ext>
            </a:extLst>
          </p:cNvPr>
          <p:cNvSpPr/>
          <p:nvPr/>
        </p:nvSpPr>
        <p:spPr>
          <a:xfrm>
            <a:off x="2732533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80A28F-F2B8-1695-6249-AEFBE489BA3D}"/>
              </a:ext>
            </a:extLst>
          </p:cNvPr>
          <p:cNvSpPr/>
          <p:nvPr/>
        </p:nvSpPr>
        <p:spPr>
          <a:xfrm>
            <a:off x="3710609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A4C002-CBB1-1DD5-5317-094A23C7056C}"/>
              </a:ext>
            </a:extLst>
          </p:cNvPr>
          <p:cNvSpPr/>
          <p:nvPr/>
        </p:nvSpPr>
        <p:spPr>
          <a:xfrm>
            <a:off x="4920905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677389-129B-AA66-DE13-0F63C617880E}"/>
              </a:ext>
            </a:extLst>
          </p:cNvPr>
          <p:cNvSpPr/>
          <p:nvPr/>
        </p:nvSpPr>
        <p:spPr>
          <a:xfrm>
            <a:off x="5555038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C18B23-2A13-4F4A-B119-91CCBA6EED39}"/>
              </a:ext>
            </a:extLst>
          </p:cNvPr>
          <p:cNvSpPr/>
          <p:nvPr/>
        </p:nvSpPr>
        <p:spPr>
          <a:xfrm>
            <a:off x="6765334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167D51-155C-9C49-2569-8A310F35A7FB}"/>
              </a:ext>
            </a:extLst>
          </p:cNvPr>
          <p:cNvSpPr/>
          <p:nvPr/>
        </p:nvSpPr>
        <p:spPr>
          <a:xfrm>
            <a:off x="7408164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7B4467-06FC-5328-352F-8D608290F126}"/>
              </a:ext>
            </a:extLst>
          </p:cNvPr>
          <p:cNvSpPr/>
          <p:nvPr/>
        </p:nvSpPr>
        <p:spPr>
          <a:xfrm>
            <a:off x="8618460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1494F3-33ED-5597-4B36-4A70D5316887}"/>
              </a:ext>
            </a:extLst>
          </p:cNvPr>
          <p:cNvSpPr/>
          <p:nvPr/>
        </p:nvSpPr>
        <p:spPr>
          <a:xfrm>
            <a:off x="9354369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1EDC2E-C141-47B0-F861-1B63913AA304}"/>
              </a:ext>
            </a:extLst>
          </p:cNvPr>
          <p:cNvSpPr/>
          <p:nvPr/>
        </p:nvSpPr>
        <p:spPr>
          <a:xfrm>
            <a:off x="10564665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27CF21-1888-3434-9337-982433A78BB8}"/>
              </a:ext>
            </a:extLst>
          </p:cNvPr>
          <p:cNvSpPr/>
          <p:nvPr/>
        </p:nvSpPr>
        <p:spPr>
          <a:xfrm>
            <a:off x="586927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CC2BA8-E40B-6CEC-786E-299FC88CFACA}"/>
              </a:ext>
            </a:extLst>
          </p:cNvPr>
          <p:cNvSpPr/>
          <p:nvPr/>
        </p:nvSpPr>
        <p:spPr>
          <a:xfrm>
            <a:off x="1916542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768B82-76AB-0C33-9ADD-D668911FF079}"/>
              </a:ext>
            </a:extLst>
          </p:cNvPr>
          <p:cNvSpPr/>
          <p:nvPr/>
        </p:nvSpPr>
        <p:spPr>
          <a:xfrm>
            <a:off x="2879241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B99B9C-8287-86AC-0414-E7774BB30EA9}"/>
              </a:ext>
            </a:extLst>
          </p:cNvPr>
          <p:cNvSpPr/>
          <p:nvPr/>
        </p:nvSpPr>
        <p:spPr>
          <a:xfrm>
            <a:off x="3736801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A712B3-4220-F0A3-3426-095C4C50A938}"/>
              </a:ext>
            </a:extLst>
          </p:cNvPr>
          <p:cNvSpPr/>
          <p:nvPr/>
        </p:nvSpPr>
        <p:spPr>
          <a:xfrm>
            <a:off x="4527118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52C093-AA36-9BCC-D9E6-EF3F7A08ED09}"/>
              </a:ext>
            </a:extLst>
          </p:cNvPr>
          <p:cNvSpPr/>
          <p:nvPr/>
        </p:nvSpPr>
        <p:spPr>
          <a:xfrm>
            <a:off x="5356310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8872F3-4B08-9CF2-099F-D2FBC315BF7E}"/>
              </a:ext>
            </a:extLst>
          </p:cNvPr>
          <p:cNvSpPr/>
          <p:nvPr/>
        </p:nvSpPr>
        <p:spPr>
          <a:xfrm>
            <a:off x="6086061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A2EF7A-CBF3-8B55-BF19-176FC0C01F0D}"/>
              </a:ext>
            </a:extLst>
          </p:cNvPr>
          <p:cNvSpPr/>
          <p:nvPr/>
        </p:nvSpPr>
        <p:spPr>
          <a:xfrm>
            <a:off x="6698561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14B7D2-57C9-5627-1C9B-753C11A19C17}"/>
              </a:ext>
            </a:extLst>
          </p:cNvPr>
          <p:cNvSpPr/>
          <p:nvPr/>
        </p:nvSpPr>
        <p:spPr>
          <a:xfrm>
            <a:off x="9670558" y="4399157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EC3BAC-845F-89BB-B260-EB2F88CA8959}"/>
              </a:ext>
            </a:extLst>
          </p:cNvPr>
          <p:cNvSpPr/>
          <p:nvPr/>
        </p:nvSpPr>
        <p:spPr>
          <a:xfrm>
            <a:off x="7402842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11AF4E-3F02-0BD0-7FF1-EFE170F9212D}"/>
              </a:ext>
            </a:extLst>
          </p:cNvPr>
          <p:cNvSpPr/>
          <p:nvPr/>
        </p:nvSpPr>
        <p:spPr>
          <a:xfrm>
            <a:off x="8001985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BEA13-2DFC-8920-A13E-9EC929D644B1}"/>
              </a:ext>
            </a:extLst>
          </p:cNvPr>
          <p:cNvSpPr/>
          <p:nvPr/>
        </p:nvSpPr>
        <p:spPr>
          <a:xfrm>
            <a:off x="8600248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B30913-1E7C-2F9B-452E-000EC70406BB}"/>
              </a:ext>
            </a:extLst>
          </p:cNvPr>
          <p:cNvSpPr/>
          <p:nvPr/>
        </p:nvSpPr>
        <p:spPr>
          <a:xfrm>
            <a:off x="9214921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7DD3A6-8CC1-4F07-EC4D-4E395EE214A8}"/>
              </a:ext>
            </a:extLst>
          </p:cNvPr>
          <p:cNvSpPr/>
          <p:nvPr/>
        </p:nvSpPr>
        <p:spPr>
          <a:xfrm>
            <a:off x="9851989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291C71-7D02-4F11-8450-3E93BFBB7935}"/>
              </a:ext>
            </a:extLst>
          </p:cNvPr>
          <p:cNvSpPr/>
          <p:nvPr/>
        </p:nvSpPr>
        <p:spPr>
          <a:xfrm>
            <a:off x="1054922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96D2246-7472-CE68-0764-3E2AB11C7A06}"/>
              </a:ext>
            </a:extLst>
          </p:cNvPr>
          <p:cNvSpPr/>
          <p:nvPr/>
        </p:nvSpPr>
        <p:spPr>
          <a:xfrm>
            <a:off x="60483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C06A32-4109-F43B-117C-237AF9B58350}"/>
              </a:ext>
            </a:extLst>
          </p:cNvPr>
          <p:cNvSpPr/>
          <p:nvPr/>
        </p:nvSpPr>
        <p:spPr>
          <a:xfrm>
            <a:off x="151551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D5105-80F1-8A71-B1FA-6B0C5C9CBB43}"/>
              </a:ext>
            </a:extLst>
          </p:cNvPr>
          <p:cNvSpPr/>
          <p:nvPr/>
        </p:nvSpPr>
        <p:spPr>
          <a:xfrm>
            <a:off x="216664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875F4B-0025-4D53-9A99-543EE33B3069}"/>
              </a:ext>
            </a:extLst>
          </p:cNvPr>
          <p:cNvSpPr/>
          <p:nvPr/>
        </p:nvSpPr>
        <p:spPr>
          <a:xfrm>
            <a:off x="276774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6D4FAF-37EE-E81C-51A5-C6881CE577C8}"/>
              </a:ext>
            </a:extLst>
          </p:cNvPr>
          <p:cNvSpPr/>
          <p:nvPr/>
        </p:nvSpPr>
        <p:spPr>
          <a:xfrm>
            <a:off x="344106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729C2A-FD75-DECF-1A46-6F51BA2B4C6F}"/>
              </a:ext>
            </a:extLst>
          </p:cNvPr>
          <p:cNvSpPr/>
          <p:nvPr/>
        </p:nvSpPr>
        <p:spPr>
          <a:xfrm>
            <a:off x="4021498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04BBDD-8526-C50E-5878-7098233A6FBF}"/>
              </a:ext>
            </a:extLst>
          </p:cNvPr>
          <p:cNvSpPr/>
          <p:nvPr/>
        </p:nvSpPr>
        <p:spPr>
          <a:xfrm>
            <a:off x="4705178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BFBF62B-2B63-B6CB-00D4-73AA641F514B}"/>
              </a:ext>
            </a:extLst>
          </p:cNvPr>
          <p:cNvSpPr/>
          <p:nvPr/>
        </p:nvSpPr>
        <p:spPr>
          <a:xfrm>
            <a:off x="526754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550A5FB-20D7-83BF-DE68-5AFE7EE94667}"/>
              </a:ext>
            </a:extLst>
          </p:cNvPr>
          <p:cNvSpPr/>
          <p:nvPr/>
        </p:nvSpPr>
        <p:spPr>
          <a:xfrm>
            <a:off x="5870934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7C029D-D3F2-AD6F-05ED-EFE4E78393C1}"/>
              </a:ext>
            </a:extLst>
          </p:cNvPr>
          <p:cNvSpPr/>
          <p:nvPr/>
        </p:nvSpPr>
        <p:spPr>
          <a:xfrm>
            <a:off x="6433301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DFA5E0C-D60C-CA0E-1EB6-2E971E4037F7}"/>
              </a:ext>
            </a:extLst>
          </p:cNvPr>
          <p:cNvSpPr/>
          <p:nvPr/>
        </p:nvSpPr>
        <p:spPr>
          <a:xfrm>
            <a:off x="7108755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FF764E4-6277-A343-6861-B8CA1ED037EC}"/>
              </a:ext>
            </a:extLst>
          </p:cNvPr>
          <p:cNvSpPr/>
          <p:nvPr/>
        </p:nvSpPr>
        <p:spPr>
          <a:xfrm>
            <a:off x="7712144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933A70-72A7-DA6C-FE3B-7D04974439A9}"/>
              </a:ext>
            </a:extLst>
          </p:cNvPr>
          <p:cNvSpPr/>
          <p:nvPr/>
        </p:nvSpPr>
        <p:spPr>
          <a:xfrm>
            <a:off x="8387598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D65E95-E111-B6F3-9764-59905F1F21FF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436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0E106-D969-F440-40A3-9AF9AA841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BE4389-0014-3DBC-FEA4-383B3A389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54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EA11AF-8177-1D2B-D113-A0D1E77E05C7}"/>
              </a:ext>
            </a:extLst>
          </p:cNvPr>
          <p:cNvSpPr/>
          <p:nvPr/>
        </p:nvSpPr>
        <p:spPr>
          <a:xfrm>
            <a:off x="5317434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136ED8-FE99-D9AD-BFE5-D3147288EB75}"/>
              </a:ext>
            </a:extLst>
          </p:cNvPr>
          <p:cNvSpPr/>
          <p:nvPr/>
        </p:nvSpPr>
        <p:spPr>
          <a:xfrm>
            <a:off x="2438399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370386-6DF5-445C-8695-29EEA04BADC8}"/>
              </a:ext>
            </a:extLst>
          </p:cNvPr>
          <p:cNvSpPr/>
          <p:nvPr/>
        </p:nvSpPr>
        <p:spPr>
          <a:xfrm>
            <a:off x="5299006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C28DC5-A848-98AE-A65A-699693B3F011}"/>
              </a:ext>
            </a:extLst>
          </p:cNvPr>
          <p:cNvSpPr/>
          <p:nvPr/>
        </p:nvSpPr>
        <p:spPr>
          <a:xfrm>
            <a:off x="8115092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C12895-1F16-3FD4-5A06-6ED525218DC9}"/>
              </a:ext>
            </a:extLst>
          </p:cNvPr>
          <p:cNvSpPr/>
          <p:nvPr/>
        </p:nvSpPr>
        <p:spPr>
          <a:xfrm>
            <a:off x="1257094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34F82-84AF-E4BB-6F02-0E8186CC2634}"/>
              </a:ext>
            </a:extLst>
          </p:cNvPr>
          <p:cNvSpPr/>
          <p:nvPr/>
        </p:nvSpPr>
        <p:spPr>
          <a:xfrm>
            <a:off x="3710609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942097-96EB-8FDF-C419-DB8C02535A9F}"/>
              </a:ext>
            </a:extLst>
          </p:cNvPr>
          <p:cNvSpPr/>
          <p:nvPr/>
        </p:nvSpPr>
        <p:spPr>
          <a:xfrm>
            <a:off x="5467972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87BEEA-CF5A-E0EC-48B1-5E7E5CDB4EE5}"/>
              </a:ext>
            </a:extLst>
          </p:cNvPr>
          <p:cNvSpPr/>
          <p:nvPr/>
        </p:nvSpPr>
        <p:spPr>
          <a:xfrm>
            <a:off x="7215396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8F2C50-137B-B6FF-2E42-3694877A5DCA}"/>
              </a:ext>
            </a:extLst>
          </p:cNvPr>
          <p:cNvSpPr/>
          <p:nvPr/>
        </p:nvSpPr>
        <p:spPr>
          <a:xfrm>
            <a:off x="916201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5B4703-0B60-20EA-2ABE-A83AE4545609}"/>
              </a:ext>
            </a:extLst>
          </p:cNvPr>
          <p:cNvSpPr/>
          <p:nvPr/>
        </p:nvSpPr>
        <p:spPr>
          <a:xfrm>
            <a:off x="982525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49A11A-68CF-7E64-4FFF-8E0242E5E5D7}"/>
              </a:ext>
            </a:extLst>
          </p:cNvPr>
          <p:cNvSpPr/>
          <p:nvPr/>
        </p:nvSpPr>
        <p:spPr>
          <a:xfrm>
            <a:off x="2732533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1810A7-D87B-C55D-7D60-20AEE0F6F95A}"/>
              </a:ext>
            </a:extLst>
          </p:cNvPr>
          <p:cNvSpPr/>
          <p:nvPr/>
        </p:nvSpPr>
        <p:spPr>
          <a:xfrm>
            <a:off x="3710609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8276C4-1BF4-499C-6A50-C53542FA3ECD}"/>
              </a:ext>
            </a:extLst>
          </p:cNvPr>
          <p:cNvSpPr/>
          <p:nvPr/>
        </p:nvSpPr>
        <p:spPr>
          <a:xfrm>
            <a:off x="4920905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7F77BB-2C5E-2BAB-A7E9-3BE24AD39212}"/>
              </a:ext>
            </a:extLst>
          </p:cNvPr>
          <p:cNvSpPr/>
          <p:nvPr/>
        </p:nvSpPr>
        <p:spPr>
          <a:xfrm>
            <a:off x="5555038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4E38FA-37B9-F3F1-F300-E538255AC218}"/>
              </a:ext>
            </a:extLst>
          </p:cNvPr>
          <p:cNvSpPr/>
          <p:nvPr/>
        </p:nvSpPr>
        <p:spPr>
          <a:xfrm>
            <a:off x="6765334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C94DB-DAD2-0C66-2DC7-CC98E5FA9D5C}"/>
              </a:ext>
            </a:extLst>
          </p:cNvPr>
          <p:cNvSpPr/>
          <p:nvPr/>
        </p:nvSpPr>
        <p:spPr>
          <a:xfrm>
            <a:off x="7408164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09A2B4-4B23-42E2-F562-2DD89581FAD5}"/>
              </a:ext>
            </a:extLst>
          </p:cNvPr>
          <p:cNvSpPr/>
          <p:nvPr/>
        </p:nvSpPr>
        <p:spPr>
          <a:xfrm>
            <a:off x="8618460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C43DA-E0F3-B5BF-557C-48D789DB547A}"/>
              </a:ext>
            </a:extLst>
          </p:cNvPr>
          <p:cNvSpPr/>
          <p:nvPr/>
        </p:nvSpPr>
        <p:spPr>
          <a:xfrm>
            <a:off x="9354369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C357B1-850F-ABCD-3D5C-440A47FBA03B}"/>
              </a:ext>
            </a:extLst>
          </p:cNvPr>
          <p:cNvSpPr/>
          <p:nvPr/>
        </p:nvSpPr>
        <p:spPr>
          <a:xfrm>
            <a:off x="10564665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AE6A0F-DAB1-E0D2-AFAB-5E091C5F962E}"/>
              </a:ext>
            </a:extLst>
          </p:cNvPr>
          <p:cNvSpPr/>
          <p:nvPr/>
        </p:nvSpPr>
        <p:spPr>
          <a:xfrm>
            <a:off x="586927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3BFB84-21F2-39BA-1BC5-66B0EDE17870}"/>
              </a:ext>
            </a:extLst>
          </p:cNvPr>
          <p:cNvSpPr/>
          <p:nvPr/>
        </p:nvSpPr>
        <p:spPr>
          <a:xfrm>
            <a:off x="1916542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08D097-0E1F-CB9C-DD4B-80F870704E07}"/>
              </a:ext>
            </a:extLst>
          </p:cNvPr>
          <p:cNvSpPr/>
          <p:nvPr/>
        </p:nvSpPr>
        <p:spPr>
          <a:xfrm>
            <a:off x="2879241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78A888-409A-07DE-60E1-36FF40249283}"/>
              </a:ext>
            </a:extLst>
          </p:cNvPr>
          <p:cNvSpPr/>
          <p:nvPr/>
        </p:nvSpPr>
        <p:spPr>
          <a:xfrm>
            <a:off x="3736801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A32198-2B5A-06C7-1947-6ABB179F8BE4}"/>
              </a:ext>
            </a:extLst>
          </p:cNvPr>
          <p:cNvSpPr/>
          <p:nvPr/>
        </p:nvSpPr>
        <p:spPr>
          <a:xfrm>
            <a:off x="4527118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EF8880-89A3-C744-AE78-FFCDE435F150}"/>
              </a:ext>
            </a:extLst>
          </p:cNvPr>
          <p:cNvSpPr/>
          <p:nvPr/>
        </p:nvSpPr>
        <p:spPr>
          <a:xfrm>
            <a:off x="5356310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EC0E5F-A418-B19F-EC91-CA746DEC264E}"/>
              </a:ext>
            </a:extLst>
          </p:cNvPr>
          <p:cNvSpPr/>
          <p:nvPr/>
        </p:nvSpPr>
        <p:spPr>
          <a:xfrm>
            <a:off x="6086061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7BAFF3-8D88-3D48-5306-810D7FB636A2}"/>
              </a:ext>
            </a:extLst>
          </p:cNvPr>
          <p:cNvSpPr/>
          <p:nvPr/>
        </p:nvSpPr>
        <p:spPr>
          <a:xfrm>
            <a:off x="6698561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3C54C7-E7D5-EF79-358E-A443D3E614D4}"/>
              </a:ext>
            </a:extLst>
          </p:cNvPr>
          <p:cNvSpPr/>
          <p:nvPr/>
        </p:nvSpPr>
        <p:spPr>
          <a:xfrm>
            <a:off x="10293114" y="4429645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C84D3D-E2A0-59BC-57CC-9B42B57D3777}"/>
              </a:ext>
            </a:extLst>
          </p:cNvPr>
          <p:cNvSpPr/>
          <p:nvPr/>
        </p:nvSpPr>
        <p:spPr>
          <a:xfrm>
            <a:off x="7402842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5B7E21-FBC1-0845-A807-8AC08D292C96}"/>
              </a:ext>
            </a:extLst>
          </p:cNvPr>
          <p:cNvSpPr/>
          <p:nvPr/>
        </p:nvSpPr>
        <p:spPr>
          <a:xfrm>
            <a:off x="8001985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CA6203-2E1B-6DA2-6DB3-69D081A7C85F}"/>
              </a:ext>
            </a:extLst>
          </p:cNvPr>
          <p:cNvSpPr/>
          <p:nvPr/>
        </p:nvSpPr>
        <p:spPr>
          <a:xfrm>
            <a:off x="8600248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4536B5-C4B5-64D9-DD2B-0FF3A7CDD675}"/>
              </a:ext>
            </a:extLst>
          </p:cNvPr>
          <p:cNvSpPr/>
          <p:nvPr/>
        </p:nvSpPr>
        <p:spPr>
          <a:xfrm>
            <a:off x="9214921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587001-AD5A-AC3D-25FA-57E79D35F05A}"/>
              </a:ext>
            </a:extLst>
          </p:cNvPr>
          <p:cNvSpPr/>
          <p:nvPr/>
        </p:nvSpPr>
        <p:spPr>
          <a:xfrm>
            <a:off x="9851989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4A6696-BEF4-F4D7-7159-D9070CA01D3E}"/>
              </a:ext>
            </a:extLst>
          </p:cNvPr>
          <p:cNvSpPr/>
          <p:nvPr/>
        </p:nvSpPr>
        <p:spPr>
          <a:xfrm>
            <a:off x="1054922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CC3EFC-730F-3521-EEC5-B01245EF9A91}"/>
              </a:ext>
            </a:extLst>
          </p:cNvPr>
          <p:cNvSpPr/>
          <p:nvPr/>
        </p:nvSpPr>
        <p:spPr>
          <a:xfrm>
            <a:off x="60483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FDDA48-D584-6DAA-B19F-63599DF0F50A}"/>
              </a:ext>
            </a:extLst>
          </p:cNvPr>
          <p:cNvSpPr/>
          <p:nvPr/>
        </p:nvSpPr>
        <p:spPr>
          <a:xfrm>
            <a:off x="151551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2E167-46D5-503A-CB6A-EDF5AE0CD8D7}"/>
              </a:ext>
            </a:extLst>
          </p:cNvPr>
          <p:cNvSpPr/>
          <p:nvPr/>
        </p:nvSpPr>
        <p:spPr>
          <a:xfrm>
            <a:off x="216664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D9237B-B6AC-F451-B2DF-52E4071434F2}"/>
              </a:ext>
            </a:extLst>
          </p:cNvPr>
          <p:cNvSpPr/>
          <p:nvPr/>
        </p:nvSpPr>
        <p:spPr>
          <a:xfrm>
            <a:off x="276774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EC8BC7-D9AF-42B8-2FCD-4FA4E721EF82}"/>
              </a:ext>
            </a:extLst>
          </p:cNvPr>
          <p:cNvSpPr/>
          <p:nvPr/>
        </p:nvSpPr>
        <p:spPr>
          <a:xfrm>
            <a:off x="344106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B1A3EAE-CECA-6331-CEC5-51273DE8914D}"/>
              </a:ext>
            </a:extLst>
          </p:cNvPr>
          <p:cNvSpPr/>
          <p:nvPr/>
        </p:nvSpPr>
        <p:spPr>
          <a:xfrm>
            <a:off x="4021498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ADA3383-0D81-1AAD-6374-6EAC615CB761}"/>
              </a:ext>
            </a:extLst>
          </p:cNvPr>
          <p:cNvSpPr/>
          <p:nvPr/>
        </p:nvSpPr>
        <p:spPr>
          <a:xfrm>
            <a:off x="4705178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D6225C-A60F-49B1-052E-6DA90BA9225F}"/>
              </a:ext>
            </a:extLst>
          </p:cNvPr>
          <p:cNvSpPr/>
          <p:nvPr/>
        </p:nvSpPr>
        <p:spPr>
          <a:xfrm>
            <a:off x="526754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5CBA60E-B591-35B8-0E29-96FE0BD95ECE}"/>
              </a:ext>
            </a:extLst>
          </p:cNvPr>
          <p:cNvSpPr/>
          <p:nvPr/>
        </p:nvSpPr>
        <p:spPr>
          <a:xfrm>
            <a:off x="5870934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BD9238-9A94-EFA7-10BC-7ACF01FE9702}"/>
              </a:ext>
            </a:extLst>
          </p:cNvPr>
          <p:cNvSpPr/>
          <p:nvPr/>
        </p:nvSpPr>
        <p:spPr>
          <a:xfrm>
            <a:off x="6433301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FD9F5F6-0A93-434A-7B98-712F6046597F}"/>
              </a:ext>
            </a:extLst>
          </p:cNvPr>
          <p:cNvSpPr/>
          <p:nvPr/>
        </p:nvSpPr>
        <p:spPr>
          <a:xfrm>
            <a:off x="7108755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3983E37-A805-F497-3444-E62998F00968}"/>
              </a:ext>
            </a:extLst>
          </p:cNvPr>
          <p:cNvSpPr/>
          <p:nvPr/>
        </p:nvSpPr>
        <p:spPr>
          <a:xfrm>
            <a:off x="7712144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0B24D2B-C815-B906-A850-02DE3B37939D}"/>
              </a:ext>
            </a:extLst>
          </p:cNvPr>
          <p:cNvSpPr/>
          <p:nvPr/>
        </p:nvSpPr>
        <p:spPr>
          <a:xfrm>
            <a:off x="8387598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3A3584-0F7D-2601-5D01-481C1C91E190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0472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52627-3168-940A-BFC4-1BAD3D78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F2C939-3729-6A47-630B-2B83E621E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28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8F56F7-3D66-2EDA-198F-B0031EAFBA13}"/>
              </a:ext>
            </a:extLst>
          </p:cNvPr>
          <p:cNvSpPr/>
          <p:nvPr/>
        </p:nvSpPr>
        <p:spPr>
          <a:xfrm>
            <a:off x="5387008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D3D23A-579A-AA36-1316-B9581E370A4F}"/>
              </a:ext>
            </a:extLst>
          </p:cNvPr>
          <p:cNvSpPr/>
          <p:nvPr/>
        </p:nvSpPr>
        <p:spPr>
          <a:xfrm>
            <a:off x="2507973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91A66-303B-AC2F-E0C3-2FAA2DC2C270}"/>
              </a:ext>
            </a:extLst>
          </p:cNvPr>
          <p:cNvSpPr/>
          <p:nvPr/>
        </p:nvSpPr>
        <p:spPr>
          <a:xfrm>
            <a:off x="5368580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7AEC0B-7421-A075-9815-D69DB4F80C98}"/>
              </a:ext>
            </a:extLst>
          </p:cNvPr>
          <p:cNvSpPr/>
          <p:nvPr/>
        </p:nvSpPr>
        <p:spPr>
          <a:xfrm>
            <a:off x="8184666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84F394-24F2-B860-F5B4-7A0EDEB84EBC}"/>
              </a:ext>
            </a:extLst>
          </p:cNvPr>
          <p:cNvSpPr/>
          <p:nvPr/>
        </p:nvSpPr>
        <p:spPr>
          <a:xfrm>
            <a:off x="1326668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242345-2359-D55B-4780-7FA71BF170C5}"/>
              </a:ext>
            </a:extLst>
          </p:cNvPr>
          <p:cNvSpPr/>
          <p:nvPr/>
        </p:nvSpPr>
        <p:spPr>
          <a:xfrm>
            <a:off x="3780183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82686B-669E-9CE4-6F3B-9CE1442B6222}"/>
              </a:ext>
            </a:extLst>
          </p:cNvPr>
          <p:cNvSpPr/>
          <p:nvPr/>
        </p:nvSpPr>
        <p:spPr>
          <a:xfrm>
            <a:off x="5537546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EC7952-B1D8-0969-9012-B736A7D752A4}"/>
              </a:ext>
            </a:extLst>
          </p:cNvPr>
          <p:cNvSpPr/>
          <p:nvPr/>
        </p:nvSpPr>
        <p:spPr>
          <a:xfrm>
            <a:off x="7284970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046136-38B2-D3E8-68E2-1285DCEDB6B8}"/>
              </a:ext>
            </a:extLst>
          </p:cNvPr>
          <p:cNvSpPr/>
          <p:nvPr/>
        </p:nvSpPr>
        <p:spPr>
          <a:xfrm>
            <a:off x="9231589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AB73EE-C366-04A8-A764-EC2FE3294D67}"/>
              </a:ext>
            </a:extLst>
          </p:cNvPr>
          <p:cNvSpPr/>
          <p:nvPr/>
        </p:nvSpPr>
        <p:spPr>
          <a:xfrm>
            <a:off x="1052099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AE21CF-A04E-E6BD-6079-0E11D658BC99}"/>
              </a:ext>
            </a:extLst>
          </p:cNvPr>
          <p:cNvSpPr/>
          <p:nvPr/>
        </p:nvSpPr>
        <p:spPr>
          <a:xfrm>
            <a:off x="2802107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9C8AD3-B805-CFA5-0FE5-53E69BE39190}"/>
              </a:ext>
            </a:extLst>
          </p:cNvPr>
          <p:cNvSpPr/>
          <p:nvPr/>
        </p:nvSpPr>
        <p:spPr>
          <a:xfrm>
            <a:off x="3780183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235B0B-C355-CC7E-A105-CBCEFF265916}"/>
              </a:ext>
            </a:extLst>
          </p:cNvPr>
          <p:cNvSpPr/>
          <p:nvPr/>
        </p:nvSpPr>
        <p:spPr>
          <a:xfrm>
            <a:off x="4990479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3E7D55-87B9-1A9F-419C-1BC24FE16129}"/>
              </a:ext>
            </a:extLst>
          </p:cNvPr>
          <p:cNvSpPr/>
          <p:nvPr/>
        </p:nvSpPr>
        <p:spPr>
          <a:xfrm>
            <a:off x="5624612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C0ACC2-2780-E88D-452D-8EA294F15877}"/>
              </a:ext>
            </a:extLst>
          </p:cNvPr>
          <p:cNvSpPr/>
          <p:nvPr/>
        </p:nvSpPr>
        <p:spPr>
          <a:xfrm>
            <a:off x="6834908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289272-517E-B7AA-1CD5-5AD21693FD09}"/>
              </a:ext>
            </a:extLst>
          </p:cNvPr>
          <p:cNvSpPr/>
          <p:nvPr/>
        </p:nvSpPr>
        <p:spPr>
          <a:xfrm>
            <a:off x="7477738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99D388-C2F3-7968-AD8C-B2919D5D5CE9}"/>
              </a:ext>
            </a:extLst>
          </p:cNvPr>
          <p:cNvSpPr/>
          <p:nvPr/>
        </p:nvSpPr>
        <p:spPr>
          <a:xfrm>
            <a:off x="8688034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D4A06D-BE51-3954-3546-A8FCB2B0D849}"/>
              </a:ext>
            </a:extLst>
          </p:cNvPr>
          <p:cNvSpPr/>
          <p:nvPr/>
        </p:nvSpPr>
        <p:spPr>
          <a:xfrm>
            <a:off x="9423943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457727-DF26-5897-5BF1-05F15E3EE860}"/>
              </a:ext>
            </a:extLst>
          </p:cNvPr>
          <p:cNvSpPr/>
          <p:nvPr/>
        </p:nvSpPr>
        <p:spPr>
          <a:xfrm>
            <a:off x="10634239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766A12-54BC-73C3-396E-1E934958A5EF}"/>
              </a:ext>
            </a:extLst>
          </p:cNvPr>
          <p:cNvSpPr/>
          <p:nvPr/>
        </p:nvSpPr>
        <p:spPr>
          <a:xfrm>
            <a:off x="656501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BE3154-AD84-884F-8725-A0932E2E61C9}"/>
              </a:ext>
            </a:extLst>
          </p:cNvPr>
          <p:cNvSpPr/>
          <p:nvPr/>
        </p:nvSpPr>
        <p:spPr>
          <a:xfrm>
            <a:off x="1986116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FB1F9F-AC60-190F-3156-B835391A0C8C}"/>
              </a:ext>
            </a:extLst>
          </p:cNvPr>
          <p:cNvSpPr/>
          <p:nvPr/>
        </p:nvSpPr>
        <p:spPr>
          <a:xfrm>
            <a:off x="2948815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A5300D-B763-7587-2168-EDDC5E83D501}"/>
              </a:ext>
            </a:extLst>
          </p:cNvPr>
          <p:cNvSpPr/>
          <p:nvPr/>
        </p:nvSpPr>
        <p:spPr>
          <a:xfrm>
            <a:off x="3806375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19309D-1946-312A-FB39-E43455302514}"/>
              </a:ext>
            </a:extLst>
          </p:cNvPr>
          <p:cNvSpPr/>
          <p:nvPr/>
        </p:nvSpPr>
        <p:spPr>
          <a:xfrm>
            <a:off x="4596692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007113-E166-4961-8F3D-7C83121B593C}"/>
              </a:ext>
            </a:extLst>
          </p:cNvPr>
          <p:cNvSpPr/>
          <p:nvPr/>
        </p:nvSpPr>
        <p:spPr>
          <a:xfrm>
            <a:off x="5425884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C47781-7DBA-F86F-5F16-A8E5202135A2}"/>
              </a:ext>
            </a:extLst>
          </p:cNvPr>
          <p:cNvSpPr/>
          <p:nvPr/>
        </p:nvSpPr>
        <p:spPr>
          <a:xfrm>
            <a:off x="6155635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C0A330-8667-7327-833B-E395AC143235}"/>
              </a:ext>
            </a:extLst>
          </p:cNvPr>
          <p:cNvSpPr/>
          <p:nvPr/>
        </p:nvSpPr>
        <p:spPr>
          <a:xfrm>
            <a:off x="6768135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8AD90F-92B0-1A89-EA12-112FC54E08E3}"/>
              </a:ext>
            </a:extLst>
          </p:cNvPr>
          <p:cNvSpPr/>
          <p:nvPr/>
        </p:nvSpPr>
        <p:spPr>
          <a:xfrm>
            <a:off x="1173336" y="5508561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724673-FEA7-05E7-F42C-C6B97B645348}"/>
              </a:ext>
            </a:extLst>
          </p:cNvPr>
          <p:cNvSpPr/>
          <p:nvPr/>
        </p:nvSpPr>
        <p:spPr>
          <a:xfrm>
            <a:off x="7472416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C00762-9476-2FE8-FD46-628DA5B00A7E}"/>
              </a:ext>
            </a:extLst>
          </p:cNvPr>
          <p:cNvSpPr/>
          <p:nvPr/>
        </p:nvSpPr>
        <p:spPr>
          <a:xfrm>
            <a:off x="8071559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77BEA8-8406-6116-32D1-96AF877D9C78}"/>
              </a:ext>
            </a:extLst>
          </p:cNvPr>
          <p:cNvSpPr/>
          <p:nvPr/>
        </p:nvSpPr>
        <p:spPr>
          <a:xfrm>
            <a:off x="8669822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9B2EAF-95B2-14B6-C432-8849C7857654}"/>
              </a:ext>
            </a:extLst>
          </p:cNvPr>
          <p:cNvSpPr/>
          <p:nvPr/>
        </p:nvSpPr>
        <p:spPr>
          <a:xfrm>
            <a:off x="9284495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C0F89F-8B54-08DB-D180-848E67BE48FE}"/>
              </a:ext>
            </a:extLst>
          </p:cNvPr>
          <p:cNvSpPr/>
          <p:nvPr/>
        </p:nvSpPr>
        <p:spPr>
          <a:xfrm>
            <a:off x="9921563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FEB4D7-6EE7-E0FC-F3A3-0DFFC42F9985}"/>
              </a:ext>
            </a:extLst>
          </p:cNvPr>
          <p:cNvSpPr/>
          <p:nvPr/>
        </p:nvSpPr>
        <p:spPr>
          <a:xfrm>
            <a:off x="10618795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A4AD4F-9227-9D07-0AE9-9216D476FE50}"/>
              </a:ext>
            </a:extLst>
          </p:cNvPr>
          <p:cNvSpPr/>
          <p:nvPr/>
        </p:nvSpPr>
        <p:spPr>
          <a:xfrm>
            <a:off x="67441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8D2EDE-A1A6-626F-39A8-4C892B67CF60}"/>
              </a:ext>
            </a:extLst>
          </p:cNvPr>
          <p:cNvSpPr/>
          <p:nvPr/>
        </p:nvSpPr>
        <p:spPr>
          <a:xfrm>
            <a:off x="158508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67B8-BB97-5A60-6DF5-A64DC382D3DC}"/>
              </a:ext>
            </a:extLst>
          </p:cNvPr>
          <p:cNvSpPr/>
          <p:nvPr/>
        </p:nvSpPr>
        <p:spPr>
          <a:xfrm>
            <a:off x="22362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8EC822-E802-A405-B554-A7945A49976F}"/>
              </a:ext>
            </a:extLst>
          </p:cNvPr>
          <p:cNvSpPr/>
          <p:nvPr/>
        </p:nvSpPr>
        <p:spPr>
          <a:xfrm>
            <a:off x="283731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6706A0-E91E-1523-99B6-1675DCA87825}"/>
              </a:ext>
            </a:extLst>
          </p:cNvPr>
          <p:cNvSpPr/>
          <p:nvPr/>
        </p:nvSpPr>
        <p:spPr>
          <a:xfrm>
            <a:off x="351064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BAE62E-B155-BDC0-27F7-2896D165E500}"/>
              </a:ext>
            </a:extLst>
          </p:cNvPr>
          <p:cNvSpPr/>
          <p:nvPr/>
        </p:nvSpPr>
        <p:spPr>
          <a:xfrm>
            <a:off x="409107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D583AD-A50B-6443-461A-DC76FF9088EE}"/>
              </a:ext>
            </a:extLst>
          </p:cNvPr>
          <p:cNvSpPr/>
          <p:nvPr/>
        </p:nvSpPr>
        <p:spPr>
          <a:xfrm>
            <a:off x="477475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483141E-03C9-8E0F-23E3-C9DBD2ADF93D}"/>
              </a:ext>
            </a:extLst>
          </p:cNvPr>
          <p:cNvSpPr/>
          <p:nvPr/>
        </p:nvSpPr>
        <p:spPr>
          <a:xfrm>
            <a:off x="533711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070B27F-8AF6-0ED2-E69A-54C71A900013}"/>
              </a:ext>
            </a:extLst>
          </p:cNvPr>
          <p:cNvSpPr/>
          <p:nvPr/>
        </p:nvSpPr>
        <p:spPr>
          <a:xfrm>
            <a:off x="5940508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D40E01-7C95-49F4-131D-C54D2CFD9322}"/>
              </a:ext>
            </a:extLst>
          </p:cNvPr>
          <p:cNvSpPr/>
          <p:nvPr/>
        </p:nvSpPr>
        <p:spPr>
          <a:xfrm>
            <a:off x="6502875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4DF2BE-5B2A-2316-49E9-B77FC1123B0D}"/>
              </a:ext>
            </a:extLst>
          </p:cNvPr>
          <p:cNvSpPr/>
          <p:nvPr/>
        </p:nvSpPr>
        <p:spPr>
          <a:xfrm>
            <a:off x="7178329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66A404-540B-F98D-2654-FE4DAB6B1E46}"/>
              </a:ext>
            </a:extLst>
          </p:cNvPr>
          <p:cNvSpPr/>
          <p:nvPr/>
        </p:nvSpPr>
        <p:spPr>
          <a:xfrm>
            <a:off x="7781718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1038590-B04B-92EC-8439-33BA5912B34B}"/>
              </a:ext>
            </a:extLst>
          </p:cNvPr>
          <p:cNvSpPr/>
          <p:nvPr/>
        </p:nvSpPr>
        <p:spPr>
          <a:xfrm>
            <a:off x="8457172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DB3130A-C98E-CBB0-A803-F239F3117B7A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178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5298B-25D5-41BC-87BF-E3565EAE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FC32E5-FD72-93DD-4515-4B2EE2F3E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54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D8A4847-6DF3-70FB-4C22-7D96DC3FA0A8}"/>
              </a:ext>
            </a:extLst>
          </p:cNvPr>
          <p:cNvSpPr/>
          <p:nvPr/>
        </p:nvSpPr>
        <p:spPr>
          <a:xfrm>
            <a:off x="5317434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B72794-2DA9-C023-1CDF-C16160E75C15}"/>
              </a:ext>
            </a:extLst>
          </p:cNvPr>
          <p:cNvSpPr/>
          <p:nvPr/>
        </p:nvSpPr>
        <p:spPr>
          <a:xfrm>
            <a:off x="2438399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B41ED6-86EB-BA4B-0BFA-4FFB95654C6B}"/>
              </a:ext>
            </a:extLst>
          </p:cNvPr>
          <p:cNvSpPr/>
          <p:nvPr/>
        </p:nvSpPr>
        <p:spPr>
          <a:xfrm>
            <a:off x="5299006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684F53-BF5D-86AB-FB7E-CEFEB885A216}"/>
              </a:ext>
            </a:extLst>
          </p:cNvPr>
          <p:cNvSpPr/>
          <p:nvPr/>
        </p:nvSpPr>
        <p:spPr>
          <a:xfrm>
            <a:off x="8115092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CFC256-0042-86EF-A8BA-25B67ADA6D90}"/>
              </a:ext>
            </a:extLst>
          </p:cNvPr>
          <p:cNvSpPr/>
          <p:nvPr/>
        </p:nvSpPr>
        <p:spPr>
          <a:xfrm>
            <a:off x="1257094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5A06D6-B251-C516-7D39-00E89D92BD8F}"/>
              </a:ext>
            </a:extLst>
          </p:cNvPr>
          <p:cNvSpPr/>
          <p:nvPr/>
        </p:nvSpPr>
        <p:spPr>
          <a:xfrm>
            <a:off x="3710609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078292-79D0-555B-D397-07DCD2F224CF}"/>
              </a:ext>
            </a:extLst>
          </p:cNvPr>
          <p:cNvSpPr/>
          <p:nvPr/>
        </p:nvSpPr>
        <p:spPr>
          <a:xfrm>
            <a:off x="5467972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38CD60-006B-7CFC-4E97-CA12062EC0C6}"/>
              </a:ext>
            </a:extLst>
          </p:cNvPr>
          <p:cNvSpPr/>
          <p:nvPr/>
        </p:nvSpPr>
        <p:spPr>
          <a:xfrm>
            <a:off x="7215396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90EE0C-2A06-C7E6-9E93-E083422ED9D1}"/>
              </a:ext>
            </a:extLst>
          </p:cNvPr>
          <p:cNvSpPr/>
          <p:nvPr/>
        </p:nvSpPr>
        <p:spPr>
          <a:xfrm>
            <a:off x="916201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19FF0-C20F-0756-70FA-DCB2C061949E}"/>
              </a:ext>
            </a:extLst>
          </p:cNvPr>
          <p:cNvSpPr/>
          <p:nvPr/>
        </p:nvSpPr>
        <p:spPr>
          <a:xfrm>
            <a:off x="982525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A6DC3B-6FBC-73E6-830A-98365B8E36C9}"/>
              </a:ext>
            </a:extLst>
          </p:cNvPr>
          <p:cNvSpPr/>
          <p:nvPr/>
        </p:nvSpPr>
        <p:spPr>
          <a:xfrm>
            <a:off x="2732533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15ABC9-0A51-8410-D64F-13682C0A3D97}"/>
              </a:ext>
            </a:extLst>
          </p:cNvPr>
          <p:cNvSpPr/>
          <p:nvPr/>
        </p:nvSpPr>
        <p:spPr>
          <a:xfrm>
            <a:off x="3710609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9E649D-8EDA-456B-5720-6C0D04761761}"/>
              </a:ext>
            </a:extLst>
          </p:cNvPr>
          <p:cNvSpPr/>
          <p:nvPr/>
        </p:nvSpPr>
        <p:spPr>
          <a:xfrm>
            <a:off x="4920905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575D2B-2A34-AC9B-3100-B13315C3EE87}"/>
              </a:ext>
            </a:extLst>
          </p:cNvPr>
          <p:cNvSpPr/>
          <p:nvPr/>
        </p:nvSpPr>
        <p:spPr>
          <a:xfrm>
            <a:off x="5555038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D51998-AD70-4819-6AB4-4CCCA6C36CBB}"/>
              </a:ext>
            </a:extLst>
          </p:cNvPr>
          <p:cNvSpPr/>
          <p:nvPr/>
        </p:nvSpPr>
        <p:spPr>
          <a:xfrm>
            <a:off x="6765334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7C22EB-3A9A-32C2-DEE9-5F00AD9BDB0F}"/>
              </a:ext>
            </a:extLst>
          </p:cNvPr>
          <p:cNvSpPr/>
          <p:nvPr/>
        </p:nvSpPr>
        <p:spPr>
          <a:xfrm>
            <a:off x="7408164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CD8A99-E825-4E9B-AD1E-C403BDA3B601}"/>
              </a:ext>
            </a:extLst>
          </p:cNvPr>
          <p:cNvSpPr/>
          <p:nvPr/>
        </p:nvSpPr>
        <p:spPr>
          <a:xfrm>
            <a:off x="8618460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A8FE8D-74E0-DBCB-642B-ECC76969EB9F}"/>
              </a:ext>
            </a:extLst>
          </p:cNvPr>
          <p:cNvSpPr/>
          <p:nvPr/>
        </p:nvSpPr>
        <p:spPr>
          <a:xfrm>
            <a:off x="9354369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AFED88-3EEB-E050-258D-3CF9E5A077D9}"/>
              </a:ext>
            </a:extLst>
          </p:cNvPr>
          <p:cNvSpPr/>
          <p:nvPr/>
        </p:nvSpPr>
        <p:spPr>
          <a:xfrm>
            <a:off x="10564665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6839BB-24FD-71F3-D17F-01ACD559ED5E}"/>
              </a:ext>
            </a:extLst>
          </p:cNvPr>
          <p:cNvSpPr/>
          <p:nvPr/>
        </p:nvSpPr>
        <p:spPr>
          <a:xfrm>
            <a:off x="586927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58D909-FD13-A0CB-FE8C-8602B42C8D11}"/>
              </a:ext>
            </a:extLst>
          </p:cNvPr>
          <p:cNvSpPr/>
          <p:nvPr/>
        </p:nvSpPr>
        <p:spPr>
          <a:xfrm>
            <a:off x="1916542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969E1D-B050-A703-F45B-7860B77DF754}"/>
              </a:ext>
            </a:extLst>
          </p:cNvPr>
          <p:cNvSpPr/>
          <p:nvPr/>
        </p:nvSpPr>
        <p:spPr>
          <a:xfrm>
            <a:off x="2879241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957D92-ABCB-4D58-9D9F-B137E6E5C9A1}"/>
              </a:ext>
            </a:extLst>
          </p:cNvPr>
          <p:cNvSpPr/>
          <p:nvPr/>
        </p:nvSpPr>
        <p:spPr>
          <a:xfrm>
            <a:off x="3736801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195B52-8223-50E1-2E04-DA4B58F9C821}"/>
              </a:ext>
            </a:extLst>
          </p:cNvPr>
          <p:cNvSpPr/>
          <p:nvPr/>
        </p:nvSpPr>
        <p:spPr>
          <a:xfrm>
            <a:off x="4527118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D3D63B-8582-F4F7-7731-57D59C663B94}"/>
              </a:ext>
            </a:extLst>
          </p:cNvPr>
          <p:cNvSpPr/>
          <p:nvPr/>
        </p:nvSpPr>
        <p:spPr>
          <a:xfrm>
            <a:off x="5356310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970BA0-6B8A-F58E-935B-91E6028C347E}"/>
              </a:ext>
            </a:extLst>
          </p:cNvPr>
          <p:cNvSpPr/>
          <p:nvPr/>
        </p:nvSpPr>
        <p:spPr>
          <a:xfrm>
            <a:off x="6086061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26E6836-935F-70E1-FCB3-744E782913F8}"/>
              </a:ext>
            </a:extLst>
          </p:cNvPr>
          <p:cNvSpPr/>
          <p:nvPr/>
        </p:nvSpPr>
        <p:spPr>
          <a:xfrm>
            <a:off x="6698561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F8F654-BCC5-F932-7608-8E1CEE9D9B17}"/>
              </a:ext>
            </a:extLst>
          </p:cNvPr>
          <p:cNvSpPr/>
          <p:nvPr/>
        </p:nvSpPr>
        <p:spPr>
          <a:xfrm>
            <a:off x="1658124" y="553236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6B1B24-D904-444B-99F5-2A42DED4F12B}"/>
              </a:ext>
            </a:extLst>
          </p:cNvPr>
          <p:cNvSpPr/>
          <p:nvPr/>
        </p:nvSpPr>
        <p:spPr>
          <a:xfrm>
            <a:off x="7402842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0DFFA-3FCA-2410-CABB-CDEBE02428D6}"/>
              </a:ext>
            </a:extLst>
          </p:cNvPr>
          <p:cNvSpPr/>
          <p:nvPr/>
        </p:nvSpPr>
        <p:spPr>
          <a:xfrm>
            <a:off x="8001985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9AF8E2-3F9A-7042-C151-18405FA03468}"/>
              </a:ext>
            </a:extLst>
          </p:cNvPr>
          <p:cNvSpPr/>
          <p:nvPr/>
        </p:nvSpPr>
        <p:spPr>
          <a:xfrm>
            <a:off x="8600248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2FC45C-7EC2-687B-BDAF-1CFFCEC46262}"/>
              </a:ext>
            </a:extLst>
          </p:cNvPr>
          <p:cNvSpPr/>
          <p:nvPr/>
        </p:nvSpPr>
        <p:spPr>
          <a:xfrm>
            <a:off x="9214921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AACB22-F229-7DF3-A1CA-9B9AA304298D}"/>
              </a:ext>
            </a:extLst>
          </p:cNvPr>
          <p:cNvSpPr/>
          <p:nvPr/>
        </p:nvSpPr>
        <p:spPr>
          <a:xfrm>
            <a:off x="9851989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B9FCE36-2172-FDC7-373C-06967F61E143}"/>
              </a:ext>
            </a:extLst>
          </p:cNvPr>
          <p:cNvSpPr/>
          <p:nvPr/>
        </p:nvSpPr>
        <p:spPr>
          <a:xfrm>
            <a:off x="1054922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5E61AB-46EE-781B-01EB-EE6D531294BD}"/>
              </a:ext>
            </a:extLst>
          </p:cNvPr>
          <p:cNvSpPr/>
          <p:nvPr/>
        </p:nvSpPr>
        <p:spPr>
          <a:xfrm>
            <a:off x="60483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454E14-2ED9-C548-5E88-97BF014D952F}"/>
              </a:ext>
            </a:extLst>
          </p:cNvPr>
          <p:cNvSpPr/>
          <p:nvPr/>
        </p:nvSpPr>
        <p:spPr>
          <a:xfrm>
            <a:off x="151551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F61083-C0D1-FBC6-A555-78E8ECC4189A}"/>
              </a:ext>
            </a:extLst>
          </p:cNvPr>
          <p:cNvSpPr/>
          <p:nvPr/>
        </p:nvSpPr>
        <p:spPr>
          <a:xfrm>
            <a:off x="216664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3B4897-831C-2240-5F54-DAE6C302B1AE}"/>
              </a:ext>
            </a:extLst>
          </p:cNvPr>
          <p:cNvSpPr/>
          <p:nvPr/>
        </p:nvSpPr>
        <p:spPr>
          <a:xfrm>
            <a:off x="276774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CC6724-2A7B-819C-66D1-6DCF19DD5EB3}"/>
              </a:ext>
            </a:extLst>
          </p:cNvPr>
          <p:cNvSpPr/>
          <p:nvPr/>
        </p:nvSpPr>
        <p:spPr>
          <a:xfrm>
            <a:off x="344106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FEF945-5D7C-52A1-CB2F-F600D9597B21}"/>
              </a:ext>
            </a:extLst>
          </p:cNvPr>
          <p:cNvSpPr/>
          <p:nvPr/>
        </p:nvSpPr>
        <p:spPr>
          <a:xfrm>
            <a:off x="4021498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7DDF9F9-280C-EFC1-BDF0-B1B61E642A74}"/>
              </a:ext>
            </a:extLst>
          </p:cNvPr>
          <p:cNvSpPr/>
          <p:nvPr/>
        </p:nvSpPr>
        <p:spPr>
          <a:xfrm>
            <a:off x="4705178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86FB6E6-ADB0-3D65-0CB0-CDFC5D631EAC}"/>
              </a:ext>
            </a:extLst>
          </p:cNvPr>
          <p:cNvSpPr/>
          <p:nvPr/>
        </p:nvSpPr>
        <p:spPr>
          <a:xfrm>
            <a:off x="526754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FE2CA9-5539-C73F-E182-DD9F72532D43}"/>
              </a:ext>
            </a:extLst>
          </p:cNvPr>
          <p:cNvSpPr/>
          <p:nvPr/>
        </p:nvSpPr>
        <p:spPr>
          <a:xfrm>
            <a:off x="5870934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15BDCFC-CA77-4869-9E78-54368499A03F}"/>
              </a:ext>
            </a:extLst>
          </p:cNvPr>
          <p:cNvSpPr/>
          <p:nvPr/>
        </p:nvSpPr>
        <p:spPr>
          <a:xfrm>
            <a:off x="6433301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35D158-07AF-F6F5-7C42-6B5E9F8D0E1D}"/>
              </a:ext>
            </a:extLst>
          </p:cNvPr>
          <p:cNvSpPr/>
          <p:nvPr/>
        </p:nvSpPr>
        <p:spPr>
          <a:xfrm>
            <a:off x="7108755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2C54534-5295-C2B6-13D4-097948C882B8}"/>
              </a:ext>
            </a:extLst>
          </p:cNvPr>
          <p:cNvSpPr/>
          <p:nvPr/>
        </p:nvSpPr>
        <p:spPr>
          <a:xfrm>
            <a:off x="7712144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1677435-7113-EFEF-746A-FA07217D06EA}"/>
              </a:ext>
            </a:extLst>
          </p:cNvPr>
          <p:cNvSpPr/>
          <p:nvPr/>
        </p:nvSpPr>
        <p:spPr>
          <a:xfrm>
            <a:off x="8387598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16C905E-B0ED-8C32-A631-32485D6122D0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356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0AAC-BD94-1937-FF08-9FF0F58FA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F8790B-D765-20E4-2DDF-77610851F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54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FB8E06-2ED3-10DD-D2FA-71454B9BCFD5}"/>
              </a:ext>
            </a:extLst>
          </p:cNvPr>
          <p:cNvSpPr/>
          <p:nvPr/>
        </p:nvSpPr>
        <p:spPr>
          <a:xfrm>
            <a:off x="5317434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2F95DB-E2FF-4F0F-55FF-B8C581161FFD}"/>
              </a:ext>
            </a:extLst>
          </p:cNvPr>
          <p:cNvSpPr/>
          <p:nvPr/>
        </p:nvSpPr>
        <p:spPr>
          <a:xfrm>
            <a:off x="2438399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53830-3C4B-D8B6-AA42-E8CA2C65749D}"/>
              </a:ext>
            </a:extLst>
          </p:cNvPr>
          <p:cNvSpPr/>
          <p:nvPr/>
        </p:nvSpPr>
        <p:spPr>
          <a:xfrm>
            <a:off x="5299006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564A2-C385-5933-0DE0-D7D02A634630}"/>
              </a:ext>
            </a:extLst>
          </p:cNvPr>
          <p:cNvSpPr/>
          <p:nvPr/>
        </p:nvSpPr>
        <p:spPr>
          <a:xfrm>
            <a:off x="8115092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DEC4F-E20A-08BA-8EA7-57959ED02217}"/>
              </a:ext>
            </a:extLst>
          </p:cNvPr>
          <p:cNvSpPr/>
          <p:nvPr/>
        </p:nvSpPr>
        <p:spPr>
          <a:xfrm>
            <a:off x="1257094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02F6C4-213D-AA39-C662-49675E01D002}"/>
              </a:ext>
            </a:extLst>
          </p:cNvPr>
          <p:cNvSpPr/>
          <p:nvPr/>
        </p:nvSpPr>
        <p:spPr>
          <a:xfrm>
            <a:off x="3710609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E556BF-836D-4609-99D6-EB99724491CB}"/>
              </a:ext>
            </a:extLst>
          </p:cNvPr>
          <p:cNvSpPr/>
          <p:nvPr/>
        </p:nvSpPr>
        <p:spPr>
          <a:xfrm>
            <a:off x="5467972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B41911-623D-43E6-EF71-B50B43114B54}"/>
              </a:ext>
            </a:extLst>
          </p:cNvPr>
          <p:cNvSpPr/>
          <p:nvPr/>
        </p:nvSpPr>
        <p:spPr>
          <a:xfrm>
            <a:off x="7215396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55DC16-C097-7271-7CC8-C4B4A945E050}"/>
              </a:ext>
            </a:extLst>
          </p:cNvPr>
          <p:cNvSpPr/>
          <p:nvPr/>
        </p:nvSpPr>
        <p:spPr>
          <a:xfrm>
            <a:off x="916201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C3D7CE-6384-1A53-711F-BD3C82E5F0CE}"/>
              </a:ext>
            </a:extLst>
          </p:cNvPr>
          <p:cNvSpPr/>
          <p:nvPr/>
        </p:nvSpPr>
        <p:spPr>
          <a:xfrm>
            <a:off x="982525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7CBBCB-9202-AF6C-2A76-4775F4FB5BB5}"/>
              </a:ext>
            </a:extLst>
          </p:cNvPr>
          <p:cNvSpPr/>
          <p:nvPr/>
        </p:nvSpPr>
        <p:spPr>
          <a:xfrm>
            <a:off x="2732533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04E8E5-1CB0-B378-BB4A-14DDCCD782DF}"/>
              </a:ext>
            </a:extLst>
          </p:cNvPr>
          <p:cNvSpPr/>
          <p:nvPr/>
        </p:nvSpPr>
        <p:spPr>
          <a:xfrm>
            <a:off x="3710609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2D2BA4-867F-9FC2-2181-8841409A0405}"/>
              </a:ext>
            </a:extLst>
          </p:cNvPr>
          <p:cNvSpPr/>
          <p:nvPr/>
        </p:nvSpPr>
        <p:spPr>
          <a:xfrm>
            <a:off x="4920905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3DD771-E8D5-812A-0111-BFDF950F8E8A}"/>
              </a:ext>
            </a:extLst>
          </p:cNvPr>
          <p:cNvSpPr/>
          <p:nvPr/>
        </p:nvSpPr>
        <p:spPr>
          <a:xfrm>
            <a:off x="5555038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28D256-DAFA-F936-1280-E6A8C8DFFD80}"/>
              </a:ext>
            </a:extLst>
          </p:cNvPr>
          <p:cNvSpPr/>
          <p:nvPr/>
        </p:nvSpPr>
        <p:spPr>
          <a:xfrm>
            <a:off x="6765334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8E4B82-9CF0-154F-0848-EDC86BCB9A2F}"/>
              </a:ext>
            </a:extLst>
          </p:cNvPr>
          <p:cNvSpPr/>
          <p:nvPr/>
        </p:nvSpPr>
        <p:spPr>
          <a:xfrm>
            <a:off x="7408164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39CAD9-2746-FE03-45F8-DC71A13C9326}"/>
              </a:ext>
            </a:extLst>
          </p:cNvPr>
          <p:cNvSpPr/>
          <p:nvPr/>
        </p:nvSpPr>
        <p:spPr>
          <a:xfrm>
            <a:off x="8618460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F46E4B-A3C3-EEB0-FDD8-C51F9A849783}"/>
              </a:ext>
            </a:extLst>
          </p:cNvPr>
          <p:cNvSpPr/>
          <p:nvPr/>
        </p:nvSpPr>
        <p:spPr>
          <a:xfrm>
            <a:off x="9354369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F9394-2ACC-AA36-5192-A7FC4B4A4728}"/>
              </a:ext>
            </a:extLst>
          </p:cNvPr>
          <p:cNvSpPr/>
          <p:nvPr/>
        </p:nvSpPr>
        <p:spPr>
          <a:xfrm>
            <a:off x="10564665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2CF321-EE06-8463-4BB7-5979C002591A}"/>
              </a:ext>
            </a:extLst>
          </p:cNvPr>
          <p:cNvSpPr/>
          <p:nvPr/>
        </p:nvSpPr>
        <p:spPr>
          <a:xfrm>
            <a:off x="586927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2E0C1C-0E9E-7053-BB89-29902D907834}"/>
              </a:ext>
            </a:extLst>
          </p:cNvPr>
          <p:cNvSpPr/>
          <p:nvPr/>
        </p:nvSpPr>
        <p:spPr>
          <a:xfrm>
            <a:off x="1916542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699AED-C26C-661A-BAE2-FA8223EB99EA}"/>
              </a:ext>
            </a:extLst>
          </p:cNvPr>
          <p:cNvSpPr/>
          <p:nvPr/>
        </p:nvSpPr>
        <p:spPr>
          <a:xfrm>
            <a:off x="2879241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F319E3-DD0C-6624-19B5-062EC6BAC422}"/>
              </a:ext>
            </a:extLst>
          </p:cNvPr>
          <p:cNvSpPr/>
          <p:nvPr/>
        </p:nvSpPr>
        <p:spPr>
          <a:xfrm>
            <a:off x="3736801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D0DB8E-DFBB-4BA1-93A2-6A598C012C9B}"/>
              </a:ext>
            </a:extLst>
          </p:cNvPr>
          <p:cNvSpPr/>
          <p:nvPr/>
        </p:nvSpPr>
        <p:spPr>
          <a:xfrm>
            <a:off x="4527118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8F83E5-F0C7-35B0-A87C-0DD8C969CDD5}"/>
              </a:ext>
            </a:extLst>
          </p:cNvPr>
          <p:cNvSpPr/>
          <p:nvPr/>
        </p:nvSpPr>
        <p:spPr>
          <a:xfrm>
            <a:off x="5356310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603C57-82F2-039E-4693-CDD892B999A9}"/>
              </a:ext>
            </a:extLst>
          </p:cNvPr>
          <p:cNvSpPr/>
          <p:nvPr/>
        </p:nvSpPr>
        <p:spPr>
          <a:xfrm>
            <a:off x="6086061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6DA36F-A6E4-1E38-39A8-C803DE8600B2}"/>
              </a:ext>
            </a:extLst>
          </p:cNvPr>
          <p:cNvSpPr/>
          <p:nvPr/>
        </p:nvSpPr>
        <p:spPr>
          <a:xfrm>
            <a:off x="6698561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1502F6-ABA8-1C5B-0871-CBE550C7717A}"/>
              </a:ext>
            </a:extLst>
          </p:cNvPr>
          <p:cNvSpPr/>
          <p:nvPr/>
        </p:nvSpPr>
        <p:spPr>
          <a:xfrm>
            <a:off x="2265610" y="553236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DD2F27-AA8B-9ACB-AB04-4A3EF439B16F}"/>
              </a:ext>
            </a:extLst>
          </p:cNvPr>
          <p:cNvSpPr/>
          <p:nvPr/>
        </p:nvSpPr>
        <p:spPr>
          <a:xfrm>
            <a:off x="7402842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751DC2-4C3F-0F35-DE9B-C643C9087E32}"/>
              </a:ext>
            </a:extLst>
          </p:cNvPr>
          <p:cNvSpPr/>
          <p:nvPr/>
        </p:nvSpPr>
        <p:spPr>
          <a:xfrm>
            <a:off x="8001985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89C5D5-DC84-34F6-A5E7-535451DC8242}"/>
              </a:ext>
            </a:extLst>
          </p:cNvPr>
          <p:cNvSpPr/>
          <p:nvPr/>
        </p:nvSpPr>
        <p:spPr>
          <a:xfrm>
            <a:off x="8600248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E83D90-DDBB-6C23-4EDE-435935662785}"/>
              </a:ext>
            </a:extLst>
          </p:cNvPr>
          <p:cNvSpPr/>
          <p:nvPr/>
        </p:nvSpPr>
        <p:spPr>
          <a:xfrm>
            <a:off x="9214921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87C73C-B53D-9A2F-6AD3-ABC8A5DB2468}"/>
              </a:ext>
            </a:extLst>
          </p:cNvPr>
          <p:cNvSpPr/>
          <p:nvPr/>
        </p:nvSpPr>
        <p:spPr>
          <a:xfrm>
            <a:off x="9851989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3F8575-04E6-6AA0-C722-5E578D030809}"/>
              </a:ext>
            </a:extLst>
          </p:cNvPr>
          <p:cNvSpPr/>
          <p:nvPr/>
        </p:nvSpPr>
        <p:spPr>
          <a:xfrm>
            <a:off x="1054922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C00E6C-CA07-8874-8E75-64F8CF5DD2C5}"/>
              </a:ext>
            </a:extLst>
          </p:cNvPr>
          <p:cNvSpPr/>
          <p:nvPr/>
        </p:nvSpPr>
        <p:spPr>
          <a:xfrm>
            <a:off x="60483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5AD66B-A4F8-3C2E-1CED-9475BF9CA380}"/>
              </a:ext>
            </a:extLst>
          </p:cNvPr>
          <p:cNvSpPr/>
          <p:nvPr/>
        </p:nvSpPr>
        <p:spPr>
          <a:xfrm>
            <a:off x="151551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6A48E9-7269-2B2B-D19E-2425FE14E452}"/>
              </a:ext>
            </a:extLst>
          </p:cNvPr>
          <p:cNvSpPr/>
          <p:nvPr/>
        </p:nvSpPr>
        <p:spPr>
          <a:xfrm>
            <a:off x="216664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752549-158C-423F-1870-058559ABFF05}"/>
              </a:ext>
            </a:extLst>
          </p:cNvPr>
          <p:cNvSpPr/>
          <p:nvPr/>
        </p:nvSpPr>
        <p:spPr>
          <a:xfrm>
            <a:off x="276774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272AE4-7D84-8AE2-961F-ECC553C7655D}"/>
              </a:ext>
            </a:extLst>
          </p:cNvPr>
          <p:cNvSpPr/>
          <p:nvPr/>
        </p:nvSpPr>
        <p:spPr>
          <a:xfrm>
            <a:off x="344106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5DEBC85-82D1-1A51-C0D0-60258719B325}"/>
              </a:ext>
            </a:extLst>
          </p:cNvPr>
          <p:cNvSpPr/>
          <p:nvPr/>
        </p:nvSpPr>
        <p:spPr>
          <a:xfrm>
            <a:off x="4021498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1E809B-1911-9A71-3316-553A4C762945}"/>
              </a:ext>
            </a:extLst>
          </p:cNvPr>
          <p:cNvSpPr/>
          <p:nvPr/>
        </p:nvSpPr>
        <p:spPr>
          <a:xfrm>
            <a:off x="4705178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25334CA-C777-32FF-721B-E2171E075C49}"/>
              </a:ext>
            </a:extLst>
          </p:cNvPr>
          <p:cNvSpPr/>
          <p:nvPr/>
        </p:nvSpPr>
        <p:spPr>
          <a:xfrm>
            <a:off x="526754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045145C-8A61-EC0B-7402-EEF33F864A27}"/>
              </a:ext>
            </a:extLst>
          </p:cNvPr>
          <p:cNvSpPr/>
          <p:nvPr/>
        </p:nvSpPr>
        <p:spPr>
          <a:xfrm>
            <a:off x="5870934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B6F274C-617D-1DBF-6BE9-B3F8EA8C50BD}"/>
              </a:ext>
            </a:extLst>
          </p:cNvPr>
          <p:cNvSpPr/>
          <p:nvPr/>
        </p:nvSpPr>
        <p:spPr>
          <a:xfrm>
            <a:off x="6433301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1156E74-C028-6B03-FD3F-E560A1CFFAAD}"/>
              </a:ext>
            </a:extLst>
          </p:cNvPr>
          <p:cNvSpPr/>
          <p:nvPr/>
        </p:nvSpPr>
        <p:spPr>
          <a:xfrm>
            <a:off x="7108755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E130AF-24B5-A249-66D7-0DE793EBB2AF}"/>
              </a:ext>
            </a:extLst>
          </p:cNvPr>
          <p:cNvSpPr/>
          <p:nvPr/>
        </p:nvSpPr>
        <p:spPr>
          <a:xfrm>
            <a:off x="7712144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27B1A5F-2B60-54D6-EAE8-EF524A4C7710}"/>
              </a:ext>
            </a:extLst>
          </p:cNvPr>
          <p:cNvSpPr/>
          <p:nvPr/>
        </p:nvSpPr>
        <p:spPr>
          <a:xfrm>
            <a:off x="8387598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6AD749-E449-A324-616E-8BA0A0AB51F2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6896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9A21-1CEB-914F-87C4-CCD75EBD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2A3F1A-032D-E5A3-B991-A44E13685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98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D8B08-6712-6584-D9BB-889A1A520D74}"/>
              </a:ext>
            </a:extLst>
          </p:cNvPr>
          <p:cNvSpPr/>
          <p:nvPr/>
        </p:nvSpPr>
        <p:spPr>
          <a:xfrm>
            <a:off x="5277678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FEBBE3-A57A-4BBD-31DC-C7ACF6D5B0F0}"/>
              </a:ext>
            </a:extLst>
          </p:cNvPr>
          <p:cNvSpPr/>
          <p:nvPr/>
        </p:nvSpPr>
        <p:spPr>
          <a:xfrm>
            <a:off x="2398643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F902D6-BF93-7AEC-AA9B-891ABE58A2BD}"/>
              </a:ext>
            </a:extLst>
          </p:cNvPr>
          <p:cNvSpPr/>
          <p:nvPr/>
        </p:nvSpPr>
        <p:spPr>
          <a:xfrm>
            <a:off x="5259250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75A1A6-9EAA-B77F-EEC4-CB8CBD414043}"/>
              </a:ext>
            </a:extLst>
          </p:cNvPr>
          <p:cNvSpPr/>
          <p:nvPr/>
        </p:nvSpPr>
        <p:spPr>
          <a:xfrm>
            <a:off x="8075336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EAAA89-630D-4032-6766-C263EF2A316D}"/>
              </a:ext>
            </a:extLst>
          </p:cNvPr>
          <p:cNvSpPr/>
          <p:nvPr/>
        </p:nvSpPr>
        <p:spPr>
          <a:xfrm>
            <a:off x="1217338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7AEBDB-317E-A7F1-00CD-5BA10270A670}"/>
              </a:ext>
            </a:extLst>
          </p:cNvPr>
          <p:cNvSpPr/>
          <p:nvPr/>
        </p:nvSpPr>
        <p:spPr>
          <a:xfrm>
            <a:off x="3670853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CEF8F5-F073-5B64-EDA1-B5FC03DE162B}"/>
              </a:ext>
            </a:extLst>
          </p:cNvPr>
          <p:cNvSpPr/>
          <p:nvPr/>
        </p:nvSpPr>
        <p:spPr>
          <a:xfrm>
            <a:off x="5428216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77C75D-0E16-282A-34CC-0E6FC4AD58D8}"/>
              </a:ext>
            </a:extLst>
          </p:cNvPr>
          <p:cNvSpPr/>
          <p:nvPr/>
        </p:nvSpPr>
        <p:spPr>
          <a:xfrm>
            <a:off x="7175640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7ED90B-E139-65DE-7351-A90DCE79FD47}"/>
              </a:ext>
            </a:extLst>
          </p:cNvPr>
          <p:cNvSpPr/>
          <p:nvPr/>
        </p:nvSpPr>
        <p:spPr>
          <a:xfrm>
            <a:off x="9122259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01E495-8E7A-0B7D-88AD-7F71E40DA43B}"/>
              </a:ext>
            </a:extLst>
          </p:cNvPr>
          <p:cNvSpPr/>
          <p:nvPr/>
        </p:nvSpPr>
        <p:spPr>
          <a:xfrm>
            <a:off x="942769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E93C1-E5BF-08B5-6095-A2173C9C24FB}"/>
              </a:ext>
            </a:extLst>
          </p:cNvPr>
          <p:cNvSpPr/>
          <p:nvPr/>
        </p:nvSpPr>
        <p:spPr>
          <a:xfrm>
            <a:off x="2692777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7C194-0729-9450-E5C8-11489CE11DFA}"/>
              </a:ext>
            </a:extLst>
          </p:cNvPr>
          <p:cNvSpPr/>
          <p:nvPr/>
        </p:nvSpPr>
        <p:spPr>
          <a:xfrm>
            <a:off x="3670853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A4C7B3-0433-C773-D4C6-AFC8CF03596A}"/>
              </a:ext>
            </a:extLst>
          </p:cNvPr>
          <p:cNvSpPr/>
          <p:nvPr/>
        </p:nvSpPr>
        <p:spPr>
          <a:xfrm>
            <a:off x="4881149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253B07-0275-9ECB-D61D-0003462B1ACD}"/>
              </a:ext>
            </a:extLst>
          </p:cNvPr>
          <p:cNvSpPr/>
          <p:nvPr/>
        </p:nvSpPr>
        <p:spPr>
          <a:xfrm>
            <a:off x="5515282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F020B9-BC36-1FFB-D903-F3046305496A}"/>
              </a:ext>
            </a:extLst>
          </p:cNvPr>
          <p:cNvSpPr/>
          <p:nvPr/>
        </p:nvSpPr>
        <p:spPr>
          <a:xfrm>
            <a:off x="6725578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6E7B9D-9941-C0BC-9826-8C386FAEB189}"/>
              </a:ext>
            </a:extLst>
          </p:cNvPr>
          <p:cNvSpPr/>
          <p:nvPr/>
        </p:nvSpPr>
        <p:spPr>
          <a:xfrm>
            <a:off x="7368408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42EBE8-7BB7-33C6-9787-0170164ED0C8}"/>
              </a:ext>
            </a:extLst>
          </p:cNvPr>
          <p:cNvSpPr/>
          <p:nvPr/>
        </p:nvSpPr>
        <p:spPr>
          <a:xfrm>
            <a:off x="8578704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A92113-B69F-4A39-D64F-56DE2FA585D4}"/>
              </a:ext>
            </a:extLst>
          </p:cNvPr>
          <p:cNvSpPr/>
          <p:nvPr/>
        </p:nvSpPr>
        <p:spPr>
          <a:xfrm>
            <a:off x="9314613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A6EFEB-F01A-9418-2C6E-9D040141E58B}"/>
              </a:ext>
            </a:extLst>
          </p:cNvPr>
          <p:cNvSpPr/>
          <p:nvPr/>
        </p:nvSpPr>
        <p:spPr>
          <a:xfrm>
            <a:off x="10524909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B9C41A-7D14-4270-5863-CEAD0A47FFB6}"/>
              </a:ext>
            </a:extLst>
          </p:cNvPr>
          <p:cNvSpPr/>
          <p:nvPr/>
        </p:nvSpPr>
        <p:spPr>
          <a:xfrm>
            <a:off x="547171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5B2DD1-EA6E-107D-2F54-808C048A9B3C}"/>
              </a:ext>
            </a:extLst>
          </p:cNvPr>
          <p:cNvSpPr/>
          <p:nvPr/>
        </p:nvSpPr>
        <p:spPr>
          <a:xfrm>
            <a:off x="1876786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B58E43-9F3E-9A8A-CE0D-02F13F5554F3}"/>
              </a:ext>
            </a:extLst>
          </p:cNvPr>
          <p:cNvSpPr/>
          <p:nvPr/>
        </p:nvSpPr>
        <p:spPr>
          <a:xfrm>
            <a:off x="2839485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2700E2-5169-60E8-20FD-1A38BAB7735C}"/>
              </a:ext>
            </a:extLst>
          </p:cNvPr>
          <p:cNvSpPr/>
          <p:nvPr/>
        </p:nvSpPr>
        <p:spPr>
          <a:xfrm>
            <a:off x="3697045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FD3531-4CF3-4A40-96A3-40B6328C5311}"/>
              </a:ext>
            </a:extLst>
          </p:cNvPr>
          <p:cNvSpPr/>
          <p:nvPr/>
        </p:nvSpPr>
        <p:spPr>
          <a:xfrm>
            <a:off x="4487362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48383A-B161-9A77-7210-BCA2C0D9ADEB}"/>
              </a:ext>
            </a:extLst>
          </p:cNvPr>
          <p:cNvSpPr/>
          <p:nvPr/>
        </p:nvSpPr>
        <p:spPr>
          <a:xfrm>
            <a:off x="5316554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514122-5DA0-6A3C-156F-D2FB3EF3EDEB}"/>
              </a:ext>
            </a:extLst>
          </p:cNvPr>
          <p:cNvSpPr/>
          <p:nvPr/>
        </p:nvSpPr>
        <p:spPr>
          <a:xfrm>
            <a:off x="6046305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BA7524-962C-C230-0B4B-2F5B5C25F726}"/>
              </a:ext>
            </a:extLst>
          </p:cNvPr>
          <p:cNvSpPr/>
          <p:nvPr/>
        </p:nvSpPr>
        <p:spPr>
          <a:xfrm>
            <a:off x="6658805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39D257-5A78-74D6-6DCD-E9A82CBDA713}"/>
              </a:ext>
            </a:extLst>
          </p:cNvPr>
          <p:cNvSpPr/>
          <p:nvPr/>
        </p:nvSpPr>
        <p:spPr>
          <a:xfrm>
            <a:off x="2839485" y="553236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6A917D-B5E2-EACB-FAF0-711E8636939B}"/>
              </a:ext>
            </a:extLst>
          </p:cNvPr>
          <p:cNvSpPr/>
          <p:nvPr/>
        </p:nvSpPr>
        <p:spPr>
          <a:xfrm>
            <a:off x="7363086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EE7CAB-3F2B-308A-69D6-137BF2AC6156}"/>
              </a:ext>
            </a:extLst>
          </p:cNvPr>
          <p:cNvSpPr/>
          <p:nvPr/>
        </p:nvSpPr>
        <p:spPr>
          <a:xfrm>
            <a:off x="7962229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9E789F-80DB-AEC9-3640-6C627F3BDC6B}"/>
              </a:ext>
            </a:extLst>
          </p:cNvPr>
          <p:cNvSpPr/>
          <p:nvPr/>
        </p:nvSpPr>
        <p:spPr>
          <a:xfrm>
            <a:off x="8560492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902DE1-D9B1-F5FC-CC77-2793E32952E8}"/>
              </a:ext>
            </a:extLst>
          </p:cNvPr>
          <p:cNvSpPr/>
          <p:nvPr/>
        </p:nvSpPr>
        <p:spPr>
          <a:xfrm>
            <a:off x="9175165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4F6A46-87C2-EC8B-270A-2B1DDE8AD23D}"/>
              </a:ext>
            </a:extLst>
          </p:cNvPr>
          <p:cNvSpPr/>
          <p:nvPr/>
        </p:nvSpPr>
        <p:spPr>
          <a:xfrm>
            <a:off x="9812233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6C0387-A7DE-5DA6-C854-B88B9BF7AE30}"/>
              </a:ext>
            </a:extLst>
          </p:cNvPr>
          <p:cNvSpPr/>
          <p:nvPr/>
        </p:nvSpPr>
        <p:spPr>
          <a:xfrm>
            <a:off x="10509465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B6EAC8-657F-45E7-140E-2CFB6EA6B306}"/>
              </a:ext>
            </a:extLst>
          </p:cNvPr>
          <p:cNvSpPr/>
          <p:nvPr/>
        </p:nvSpPr>
        <p:spPr>
          <a:xfrm>
            <a:off x="56508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875ADA-FB8C-4FCD-6BD1-41E70C8BDBB0}"/>
              </a:ext>
            </a:extLst>
          </p:cNvPr>
          <p:cNvSpPr/>
          <p:nvPr/>
        </p:nvSpPr>
        <p:spPr>
          <a:xfrm>
            <a:off x="147575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EB538-DC95-FC3B-0377-DA0DD7819731}"/>
              </a:ext>
            </a:extLst>
          </p:cNvPr>
          <p:cNvSpPr/>
          <p:nvPr/>
        </p:nvSpPr>
        <p:spPr>
          <a:xfrm>
            <a:off x="212688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746D012-5E09-3B56-9C53-3E6378F230F4}"/>
              </a:ext>
            </a:extLst>
          </p:cNvPr>
          <p:cNvSpPr/>
          <p:nvPr/>
        </p:nvSpPr>
        <p:spPr>
          <a:xfrm>
            <a:off x="272798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9C7A016-F6DD-F262-0536-05F9AB9CD69E}"/>
              </a:ext>
            </a:extLst>
          </p:cNvPr>
          <p:cNvSpPr/>
          <p:nvPr/>
        </p:nvSpPr>
        <p:spPr>
          <a:xfrm>
            <a:off x="340131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5BFFC9-DDE2-915F-2B94-BFC700D765F4}"/>
              </a:ext>
            </a:extLst>
          </p:cNvPr>
          <p:cNvSpPr/>
          <p:nvPr/>
        </p:nvSpPr>
        <p:spPr>
          <a:xfrm>
            <a:off x="398174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8A00FB-14F0-15E2-CEA9-D446C08036C1}"/>
              </a:ext>
            </a:extLst>
          </p:cNvPr>
          <p:cNvSpPr/>
          <p:nvPr/>
        </p:nvSpPr>
        <p:spPr>
          <a:xfrm>
            <a:off x="466542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140A40-690C-BC6F-AF94-97D003230C5C}"/>
              </a:ext>
            </a:extLst>
          </p:cNvPr>
          <p:cNvSpPr/>
          <p:nvPr/>
        </p:nvSpPr>
        <p:spPr>
          <a:xfrm>
            <a:off x="522778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BB1A23-4700-B458-619F-BD359FC0B95A}"/>
              </a:ext>
            </a:extLst>
          </p:cNvPr>
          <p:cNvSpPr/>
          <p:nvPr/>
        </p:nvSpPr>
        <p:spPr>
          <a:xfrm>
            <a:off x="5831178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7C8D8D-1F2B-605D-75B1-7CB80946DD2D}"/>
              </a:ext>
            </a:extLst>
          </p:cNvPr>
          <p:cNvSpPr/>
          <p:nvPr/>
        </p:nvSpPr>
        <p:spPr>
          <a:xfrm>
            <a:off x="6393545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280220-6D2E-A9C8-DFA5-47B8F4CF4479}"/>
              </a:ext>
            </a:extLst>
          </p:cNvPr>
          <p:cNvSpPr/>
          <p:nvPr/>
        </p:nvSpPr>
        <p:spPr>
          <a:xfrm>
            <a:off x="7068999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89F5B4-D217-51AC-BD61-A312ED7C75B4}"/>
              </a:ext>
            </a:extLst>
          </p:cNvPr>
          <p:cNvSpPr/>
          <p:nvPr/>
        </p:nvSpPr>
        <p:spPr>
          <a:xfrm>
            <a:off x="7672388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2C062D-5A41-3EB2-784C-1761066CC0F0}"/>
              </a:ext>
            </a:extLst>
          </p:cNvPr>
          <p:cNvSpPr/>
          <p:nvPr/>
        </p:nvSpPr>
        <p:spPr>
          <a:xfrm>
            <a:off x="8347842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BA11E3E-89FD-D241-6650-3462D1101B0D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U,V,W,X,Y,Z,a,b,c,d,e,f,g,h,i,j,k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2209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A02E5-4BA2-6F0B-A3C2-4A7223D8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EA084C-F3DE-FAE2-8FB0-25E301966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F83B98-014C-E18D-9970-B8212860776A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42ACFB-F875-6322-0913-10066BCB4337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A84149-5C7C-5208-7C4E-D4861000AFBC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A14D1F-1AB5-EF7C-446E-3E299637C166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C16515-AEAF-45F0-88B8-F6C81D0FAEA8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F37CF9-F96E-FE1B-0645-A8ABBE2D69E1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20D268-5C72-F450-80AA-AAA8E468D258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7791E7-6E28-6DB1-F103-BE15A0C94503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5E2299-673A-983D-679B-86AC285054D2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32D74B-4768-6389-78EE-3E7D1F9DF821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E306FB-4623-7D3C-2552-1FDF0BCF30C5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E3BDD7-F0BA-3E3C-624C-7CB0655863A1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21BF01-5182-A979-7952-AA0C329931C0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2DAB67-2BAF-DABA-299F-862B49718F16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8A6776-9D27-F033-DAA7-D6C113C80D5D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44C5CB-CFF3-91A3-0B36-70B9781AC110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3CB741-A4A1-8C74-E717-FDB1ADDD0209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FBD8AC-72CA-61B5-476F-C8F8397BA4F9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BF9EED-B7F7-7A49-88B4-802E6DA0E8BA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282A15-ED06-319E-99E9-8B9A76CC7D7E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21BAF6-E370-EC7E-1EE5-C05C38EF4EF5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C2B2D9-CD45-DCB1-D43F-424FB46180BB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C25860-02B9-5E70-04BA-7F279E69C4E1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DBFBCE-657F-45B6-87EE-221713D8B3DC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A1DEC8-BF07-89C1-E3C9-5F8688FDC7D5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2AD6CF-6D10-B3E0-9411-AC13131D0FCB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6883C5-D0FF-3BF3-F629-664BF4B1290B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F17ADE-9250-DC41-4DFB-D17F43424AC8}"/>
              </a:ext>
            </a:extLst>
          </p:cNvPr>
          <p:cNvSpPr/>
          <p:nvPr/>
        </p:nvSpPr>
        <p:spPr>
          <a:xfrm>
            <a:off x="3488322" y="553236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3F2468F-6362-0824-E257-3A325E6F349F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63209-72B3-53A0-3437-1A10AB1A2D5E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1E4FEA-9060-9D98-7B56-FBA67A1ACF0E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A5C0F0-51CC-84B2-D41D-F03BE50C1B4C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CE53A5-7137-FBF6-A8FF-F99ED1F2468A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E52A9D-00DA-FB4D-4DD5-BCC46AE54CAA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51A788E-A796-0117-4859-4AEFEBED0BAC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3C5E70-D236-2B60-8B92-B9C81372164B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37C76E-4428-6383-C325-B5A0B7E75984}"/>
              </a:ext>
            </a:extLst>
          </p:cNvPr>
          <p:cNvSpPr/>
          <p:nvPr/>
        </p:nvSpPr>
        <p:spPr>
          <a:xfrm>
            <a:off x="217658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1FB9AD-D945-84F4-5E67-B34466E48172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8C7134-1F7A-4391-0523-99D10EA34A8A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8EC712D-5D1E-EE53-AC5E-5C0F6674582B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16A7FB9-2C6B-91C1-E5F7-746C62CD70AE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459287D-A7D7-38F1-E40E-0F8EEC045179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41F388-B45D-5473-45ED-21C49509DE45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895111A-21CE-A7B2-08A7-C2B1A1C8383F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E265F9-3361-8685-EDB1-4741EC85A57C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C4C5D5-6AB3-C798-B0BB-BD93E8DE9952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88D587-089B-7285-B378-3774677B8792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4C0B2BA-C65A-CE31-A886-C4E200652991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U,V,W,X,Y,Z,a,b,c,d,e,f,g,h,i,j,k,l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5085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A4C2D-D678-D66B-0C54-378C8D68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AF3D44-53AF-5E70-1FBD-597785E56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249282-3535-9E1E-86A3-06851312FF16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02A011-65C5-791D-27C4-A4CC0D210800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D1D1E-DD45-7C1F-0EE7-A2B2EC0DC38E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D49D92-8066-C0F8-6E89-7C158BA77CD9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A1615-CCF7-F0FD-9B7F-E3AB6F337EFD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872AAC-344C-D871-C4CB-109F9078EE2B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64CCBE-5BD4-D75A-81ED-6DD6FED7C244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348F5E-3EDE-7E86-9259-1F4CD538E255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4DEAFF-05A9-DF8E-0C97-55A3C3005F0D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FDFFA9-6534-0E21-3090-F5F20783A331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23477E-E229-9A9B-5314-9C0279FF04C5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9C00A-0343-6768-9ADF-54F429C2B124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4A82CF-A4DE-5162-D865-5DD1D624159F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CCD473-1C9B-D5D4-29FB-233EA9BCF81A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A2A055-E98D-0D23-B32D-978ABCBEA7D0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4C841E-6992-6456-846D-783D7B4FDBD3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14DDED-BB21-1E3D-BA92-E1288A6772FE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F7716D-4588-7643-46CA-5ECBD3392519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D66802-2E69-72E0-1ADE-FD077643B90C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4F12C4-18A6-20E2-2C67-028F32CD1453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84909A-064C-D4E2-E0B7-F4F745DC868B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A1629B-ABE2-2E4A-F690-91623EA25440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A9C3B8-1E71-7297-0231-B1B910CAEF37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70BA39-8058-8C92-2DCE-4EF5B3A75242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EE032-FD69-DAC5-BC0D-C16697161FEB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A3E5B3-1EA0-28D8-C9FA-EFAB3A1F2F90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B5C6B7-85FA-9ABE-D7C6-2A0CC1B8AAE3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69AE81-E2A4-FD7C-0C3C-7D80D3F82E73}"/>
              </a:ext>
            </a:extLst>
          </p:cNvPr>
          <p:cNvSpPr/>
          <p:nvPr/>
        </p:nvSpPr>
        <p:spPr>
          <a:xfrm>
            <a:off x="4104548" y="553236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E771E8-0BCC-E96A-8137-4B78EC9CBF30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75FF4D-1120-71B0-8DB0-110A80AB60DF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CA5306-3377-1716-FA7B-4CB94F992694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BDEAC8-30EA-CC79-2DFD-80F38258BD8E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E85267-E8CD-782C-0577-E2D895F6E718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4C72A4-124D-4BDD-E552-CE20DEEF8AFE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78CBB3-D5AA-D01D-0097-61E2B84CC902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A9D43B-5A69-E572-CCB1-680CCA7D8059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3973EB-1C95-A364-96B8-CF74B14886A5}"/>
              </a:ext>
            </a:extLst>
          </p:cNvPr>
          <p:cNvSpPr/>
          <p:nvPr/>
        </p:nvSpPr>
        <p:spPr>
          <a:xfrm>
            <a:off x="217658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FC491E-6717-A9E7-6BB3-C57366AF7E51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83ACD2-E453-D89C-B0BE-61317282ABA1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E70804-2DD5-477F-7171-C94845660711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C91742C-5428-27EE-649D-8A4893AC0F13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91C89C-0EE3-7855-5C0D-152BB3DA5AD6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1E25AD-81A4-369E-4D0C-C7C4C22F7D81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71EBC1-73C4-7867-0593-3366CA6CC09F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5ECF53-8AFB-18B1-DCAE-8D4ED708B958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017337-63D8-9A80-0E4A-4B1989EC89F7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220F02-1BC3-1B24-E5CC-4474B9FD0ABC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C935220-84FC-799B-F9C5-A528A70F11C8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U,V,W,X,Y,Z,a,b,c,d,e,f,g,h,i,j,k,l,m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635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025D6-1C65-3327-C4D1-36F60981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A070F9-6CF1-9608-5A6E-0C71B4D2CC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32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5813E3-FD57-77D4-886A-5503D0CA317F}"/>
              </a:ext>
            </a:extLst>
          </p:cNvPr>
          <p:cNvSpPr/>
          <p:nvPr/>
        </p:nvSpPr>
        <p:spPr>
          <a:xfrm>
            <a:off x="5337312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3BD57B-6738-44BE-1A8F-016D2EC75D00}"/>
              </a:ext>
            </a:extLst>
          </p:cNvPr>
          <p:cNvSpPr/>
          <p:nvPr/>
        </p:nvSpPr>
        <p:spPr>
          <a:xfrm>
            <a:off x="2458277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03E69-31C4-6A80-40E4-C848AA5F3F58}"/>
              </a:ext>
            </a:extLst>
          </p:cNvPr>
          <p:cNvSpPr/>
          <p:nvPr/>
        </p:nvSpPr>
        <p:spPr>
          <a:xfrm>
            <a:off x="5318884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7810BC-1DF5-5227-BC8C-903D3E11E469}"/>
              </a:ext>
            </a:extLst>
          </p:cNvPr>
          <p:cNvSpPr/>
          <p:nvPr/>
        </p:nvSpPr>
        <p:spPr>
          <a:xfrm>
            <a:off x="8134970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472070-E5C0-7E41-67CE-FF3F4688B477}"/>
              </a:ext>
            </a:extLst>
          </p:cNvPr>
          <p:cNvSpPr/>
          <p:nvPr/>
        </p:nvSpPr>
        <p:spPr>
          <a:xfrm>
            <a:off x="1276972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299C8C-647F-F444-A088-F0214A048B87}"/>
              </a:ext>
            </a:extLst>
          </p:cNvPr>
          <p:cNvSpPr/>
          <p:nvPr/>
        </p:nvSpPr>
        <p:spPr>
          <a:xfrm>
            <a:off x="3730487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A4F769-125C-C5DA-6C8D-588DAA64D6CA}"/>
              </a:ext>
            </a:extLst>
          </p:cNvPr>
          <p:cNvSpPr/>
          <p:nvPr/>
        </p:nvSpPr>
        <p:spPr>
          <a:xfrm>
            <a:off x="5487850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F47D93-6F7A-902B-0366-1065941B480C}"/>
              </a:ext>
            </a:extLst>
          </p:cNvPr>
          <p:cNvSpPr/>
          <p:nvPr/>
        </p:nvSpPr>
        <p:spPr>
          <a:xfrm>
            <a:off x="723527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A14316-6B61-FFB5-0FFF-C7B148DCED17}"/>
              </a:ext>
            </a:extLst>
          </p:cNvPr>
          <p:cNvSpPr/>
          <p:nvPr/>
        </p:nvSpPr>
        <p:spPr>
          <a:xfrm>
            <a:off x="9181893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E13CBD-389F-3F62-BE1A-71571B04C064}"/>
              </a:ext>
            </a:extLst>
          </p:cNvPr>
          <p:cNvSpPr/>
          <p:nvPr/>
        </p:nvSpPr>
        <p:spPr>
          <a:xfrm>
            <a:off x="1002403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DB7903-FED2-6B87-5C46-E806C8A455A7}"/>
              </a:ext>
            </a:extLst>
          </p:cNvPr>
          <p:cNvSpPr/>
          <p:nvPr/>
        </p:nvSpPr>
        <p:spPr>
          <a:xfrm>
            <a:off x="2752411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5E5268-1097-D113-CB5E-0BC9C31FE6D6}"/>
              </a:ext>
            </a:extLst>
          </p:cNvPr>
          <p:cNvSpPr/>
          <p:nvPr/>
        </p:nvSpPr>
        <p:spPr>
          <a:xfrm>
            <a:off x="3730487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B760B8-BAD3-F442-8C9C-A55B1F6B9CC4}"/>
              </a:ext>
            </a:extLst>
          </p:cNvPr>
          <p:cNvSpPr/>
          <p:nvPr/>
        </p:nvSpPr>
        <p:spPr>
          <a:xfrm>
            <a:off x="4940783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D61B13-A298-8CD8-004B-56B2D8FD14BB}"/>
              </a:ext>
            </a:extLst>
          </p:cNvPr>
          <p:cNvSpPr/>
          <p:nvPr/>
        </p:nvSpPr>
        <p:spPr>
          <a:xfrm>
            <a:off x="5574916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2E6F5-5F7A-4C96-5B23-286FD74E0656}"/>
              </a:ext>
            </a:extLst>
          </p:cNvPr>
          <p:cNvSpPr/>
          <p:nvPr/>
        </p:nvSpPr>
        <p:spPr>
          <a:xfrm>
            <a:off x="6785212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BD96E-C7C0-98CE-6A96-3F614631F9E1}"/>
              </a:ext>
            </a:extLst>
          </p:cNvPr>
          <p:cNvSpPr/>
          <p:nvPr/>
        </p:nvSpPr>
        <p:spPr>
          <a:xfrm>
            <a:off x="7428042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D3208A-6D21-10FC-D100-1815D04E5EBF}"/>
              </a:ext>
            </a:extLst>
          </p:cNvPr>
          <p:cNvSpPr/>
          <p:nvPr/>
        </p:nvSpPr>
        <p:spPr>
          <a:xfrm>
            <a:off x="8638338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E134F9-8251-8209-E070-55B39C95EEF6}"/>
              </a:ext>
            </a:extLst>
          </p:cNvPr>
          <p:cNvSpPr/>
          <p:nvPr/>
        </p:nvSpPr>
        <p:spPr>
          <a:xfrm>
            <a:off x="9374247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D5D257-3F0C-7D9B-B38B-4184ACAD0596}"/>
              </a:ext>
            </a:extLst>
          </p:cNvPr>
          <p:cNvSpPr/>
          <p:nvPr/>
        </p:nvSpPr>
        <p:spPr>
          <a:xfrm>
            <a:off x="10584543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EAF694-AF8F-2FB4-D1FD-C8CCA6153144}"/>
              </a:ext>
            </a:extLst>
          </p:cNvPr>
          <p:cNvSpPr/>
          <p:nvPr/>
        </p:nvSpPr>
        <p:spPr>
          <a:xfrm>
            <a:off x="606805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65C148-2104-1F52-0394-C5EE1B7AA188}"/>
              </a:ext>
            </a:extLst>
          </p:cNvPr>
          <p:cNvSpPr/>
          <p:nvPr/>
        </p:nvSpPr>
        <p:spPr>
          <a:xfrm>
            <a:off x="193642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EA17C7-F56B-E86D-08A2-9881AEB21342}"/>
              </a:ext>
            </a:extLst>
          </p:cNvPr>
          <p:cNvSpPr/>
          <p:nvPr/>
        </p:nvSpPr>
        <p:spPr>
          <a:xfrm>
            <a:off x="2899119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BF4185-8B29-C761-0D7C-5D3B4252D80D}"/>
              </a:ext>
            </a:extLst>
          </p:cNvPr>
          <p:cNvSpPr/>
          <p:nvPr/>
        </p:nvSpPr>
        <p:spPr>
          <a:xfrm>
            <a:off x="3756679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F00E54-B992-71AE-FD08-85005D553023}"/>
              </a:ext>
            </a:extLst>
          </p:cNvPr>
          <p:cNvSpPr/>
          <p:nvPr/>
        </p:nvSpPr>
        <p:spPr>
          <a:xfrm>
            <a:off x="4546996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04A6A9-52C9-609B-ACB7-275FFEC90A2D}"/>
              </a:ext>
            </a:extLst>
          </p:cNvPr>
          <p:cNvSpPr/>
          <p:nvPr/>
        </p:nvSpPr>
        <p:spPr>
          <a:xfrm>
            <a:off x="5376188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145AF6-AD8B-794E-9958-4A0135C7B6E6}"/>
              </a:ext>
            </a:extLst>
          </p:cNvPr>
          <p:cNvSpPr/>
          <p:nvPr/>
        </p:nvSpPr>
        <p:spPr>
          <a:xfrm>
            <a:off x="6105939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A14818-E955-8181-6619-B251119CA5B8}"/>
              </a:ext>
            </a:extLst>
          </p:cNvPr>
          <p:cNvSpPr/>
          <p:nvPr/>
        </p:nvSpPr>
        <p:spPr>
          <a:xfrm>
            <a:off x="6718439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FF60F7-9322-D3C7-6650-507497B81617}"/>
              </a:ext>
            </a:extLst>
          </p:cNvPr>
          <p:cNvSpPr/>
          <p:nvPr/>
        </p:nvSpPr>
        <p:spPr>
          <a:xfrm>
            <a:off x="4770588" y="5513994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1D8835-01E3-C78F-78E0-3575DCE5C428}"/>
              </a:ext>
            </a:extLst>
          </p:cNvPr>
          <p:cNvSpPr/>
          <p:nvPr/>
        </p:nvSpPr>
        <p:spPr>
          <a:xfrm>
            <a:off x="7422720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F064EC-9CBA-E00E-831C-28ED7DD9BB80}"/>
              </a:ext>
            </a:extLst>
          </p:cNvPr>
          <p:cNvSpPr/>
          <p:nvPr/>
        </p:nvSpPr>
        <p:spPr>
          <a:xfrm>
            <a:off x="8021863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064926-8E6F-280B-F7C2-DE11B7798ACD}"/>
              </a:ext>
            </a:extLst>
          </p:cNvPr>
          <p:cNvSpPr/>
          <p:nvPr/>
        </p:nvSpPr>
        <p:spPr>
          <a:xfrm>
            <a:off x="8620126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0007E7-D03D-6B05-F456-B4345062F616}"/>
              </a:ext>
            </a:extLst>
          </p:cNvPr>
          <p:cNvSpPr/>
          <p:nvPr/>
        </p:nvSpPr>
        <p:spPr>
          <a:xfrm>
            <a:off x="9234799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4634F5-0EE4-C0A4-DE33-DC229EF90E89}"/>
              </a:ext>
            </a:extLst>
          </p:cNvPr>
          <p:cNvSpPr/>
          <p:nvPr/>
        </p:nvSpPr>
        <p:spPr>
          <a:xfrm>
            <a:off x="9871867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8B4E6D-A933-B8CC-CAB9-AA2762277790}"/>
              </a:ext>
            </a:extLst>
          </p:cNvPr>
          <p:cNvSpPr/>
          <p:nvPr/>
        </p:nvSpPr>
        <p:spPr>
          <a:xfrm>
            <a:off x="10569099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D7F273-0D29-D683-B4EE-738B03214416}"/>
              </a:ext>
            </a:extLst>
          </p:cNvPr>
          <p:cNvSpPr/>
          <p:nvPr/>
        </p:nvSpPr>
        <p:spPr>
          <a:xfrm>
            <a:off x="62471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E283A9-5764-8721-5C91-29DB93CB9C25}"/>
              </a:ext>
            </a:extLst>
          </p:cNvPr>
          <p:cNvSpPr/>
          <p:nvPr/>
        </p:nvSpPr>
        <p:spPr>
          <a:xfrm>
            <a:off x="153538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9E121D-ACCC-3E81-79BD-2B62C56DE78C}"/>
              </a:ext>
            </a:extLst>
          </p:cNvPr>
          <p:cNvSpPr/>
          <p:nvPr/>
        </p:nvSpPr>
        <p:spPr>
          <a:xfrm>
            <a:off x="218652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84C7DE-1E37-E861-BA06-94EE019D62AF}"/>
              </a:ext>
            </a:extLst>
          </p:cNvPr>
          <p:cNvSpPr/>
          <p:nvPr/>
        </p:nvSpPr>
        <p:spPr>
          <a:xfrm>
            <a:off x="278762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3668EE-2B1A-C111-B493-774883B3F5A9}"/>
              </a:ext>
            </a:extLst>
          </p:cNvPr>
          <p:cNvSpPr/>
          <p:nvPr/>
        </p:nvSpPr>
        <p:spPr>
          <a:xfrm>
            <a:off x="346094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8CA1E4-F564-93AA-A721-FA27DB1387E0}"/>
              </a:ext>
            </a:extLst>
          </p:cNvPr>
          <p:cNvSpPr/>
          <p:nvPr/>
        </p:nvSpPr>
        <p:spPr>
          <a:xfrm>
            <a:off x="404137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8BA7EF7-C2A8-E067-CB51-1DEB23C39FA2}"/>
              </a:ext>
            </a:extLst>
          </p:cNvPr>
          <p:cNvSpPr/>
          <p:nvPr/>
        </p:nvSpPr>
        <p:spPr>
          <a:xfrm>
            <a:off x="472505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54476C7-822B-EC41-B3FE-D768ACEF907A}"/>
              </a:ext>
            </a:extLst>
          </p:cNvPr>
          <p:cNvSpPr/>
          <p:nvPr/>
        </p:nvSpPr>
        <p:spPr>
          <a:xfrm>
            <a:off x="528742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FDB19A-93CA-E0FB-1AD2-5B304BACF044}"/>
              </a:ext>
            </a:extLst>
          </p:cNvPr>
          <p:cNvSpPr/>
          <p:nvPr/>
        </p:nvSpPr>
        <p:spPr>
          <a:xfrm>
            <a:off x="5890812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8EF6353-5794-2DEF-3CA1-3620EB677DDF}"/>
              </a:ext>
            </a:extLst>
          </p:cNvPr>
          <p:cNvSpPr/>
          <p:nvPr/>
        </p:nvSpPr>
        <p:spPr>
          <a:xfrm>
            <a:off x="6453179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4170EAE-50FA-37AB-E0DD-B13C4A8C99CA}"/>
              </a:ext>
            </a:extLst>
          </p:cNvPr>
          <p:cNvSpPr/>
          <p:nvPr/>
        </p:nvSpPr>
        <p:spPr>
          <a:xfrm>
            <a:off x="7128633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08B11C6-43F8-F53D-1955-179037DE41EA}"/>
              </a:ext>
            </a:extLst>
          </p:cNvPr>
          <p:cNvSpPr/>
          <p:nvPr/>
        </p:nvSpPr>
        <p:spPr>
          <a:xfrm>
            <a:off x="7732022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0E1350B-073E-BF7F-5F74-4A2B77BE0509}"/>
              </a:ext>
            </a:extLst>
          </p:cNvPr>
          <p:cNvSpPr/>
          <p:nvPr/>
        </p:nvSpPr>
        <p:spPr>
          <a:xfrm>
            <a:off x="8407476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882F996-7206-C4BD-B5D2-3A9943BECF4B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U,V,W,X,Y,Z,a,b,c,d,e,f,g,h,i,j,k,l,m,n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4990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771D5-ACD4-12EA-1C70-DAC7BE62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850124-3E06-11BB-E5F3-D1476A122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32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7825FC-2A9B-0583-7C14-071E923CEA6F}"/>
              </a:ext>
            </a:extLst>
          </p:cNvPr>
          <p:cNvSpPr/>
          <p:nvPr/>
        </p:nvSpPr>
        <p:spPr>
          <a:xfrm>
            <a:off x="5337312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A49509-58CA-996C-14BE-5F39C4D57402}"/>
              </a:ext>
            </a:extLst>
          </p:cNvPr>
          <p:cNvSpPr/>
          <p:nvPr/>
        </p:nvSpPr>
        <p:spPr>
          <a:xfrm>
            <a:off x="2458277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060E89-1898-0268-0690-7454545D30AA}"/>
              </a:ext>
            </a:extLst>
          </p:cNvPr>
          <p:cNvSpPr/>
          <p:nvPr/>
        </p:nvSpPr>
        <p:spPr>
          <a:xfrm>
            <a:off x="5318884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638472-8304-12C4-8FD9-7E0D4B3F0AD0}"/>
              </a:ext>
            </a:extLst>
          </p:cNvPr>
          <p:cNvSpPr/>
          <p:nvPr/>
        </p:nvSpPr>
        <p:spPr>
          <a:xfrm>
            <a:off x="8134970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2150D4-079E-03B2-A6E7-332529B1D1A5}"/>
              </a:ext>
            </a:extLst>
          </p:cNvPr>
          <p:cNvSpPr/>
          <p:nvPr/>
        </p:nvSpPr>
        <p:spPr>
          <a:xfrm>
            <a:off x="1276972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A168D0-529D-3592-B7B1-630DA61051A8}"/>
              </a:ext>
            </a:extLst>
          </p:cNvPr>
          <p:cNvSpPr/>
          <p:nvPr/>
        </p:nvSpPr>
        <p:spPr>
          <a:xfrm>
            <a:off x="3730487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2103A2-37D1-6B1F-B7F7-23B73F7D0776}"/>
              </a:ext>
            </a:extLst>
          </p:cNvPr>
          <p:cNvSpPr/>
          <p:nvPr/>
        </p:nvSpPr>
        <p:spPr>
          <a:xfrm>
            <a:off x="5487850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6077B4-95FE-B5B3-C7F7-99763D98D50C}"/>
              </a:ext>
            </a:extLst>
          </p:cNvPr>
          <p:cNvSpPr/>
          <p:nvPr/>
        </p:nvSpPr>
        <p:spPr>
          <a:xfrm>
            <a:off x="723527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87CA5E-A805-D9E9-2A57-5B3BA25FA728}"/>
              </a:ext>
            </a:extLst>
          </p:cNvPr>
          <p:cNvSpPr/>
          <p:nvPr/>
        </p:nvSpPr>
        <p:spPr>
          <a:xfrm>
            <a:off x="9181893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32397E-30C2-DB32-E9F8-7FC8DCB8700F}"/>
              </a:ext>
            </a:extLst>
          </p:cNvPr>
          <p:cNvSpPr/>
          <p:nvPr/>
        </p:nvSpPr>
        <p:spPr>
          <a:xfrm>
            <a:off x="1002403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FC0F5-F3B4-5684-F054-E95BBACE3D87}"/>
              </a:ext>
            </a:extLst>
          </p:cNvPr>
          <p:cNvSpPr/>
          <p:nvPr/>
        </p:nvSpPr>
        <p:spPr>
          <a:xfrm>
            <a:off x="2752411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416CAA-E3E7-BC79-325B-CC06858EB857}"/>
              </a:ext>
            </a:extLst>
          </p:cNvPr>
          <p:cNvSpPr/>
          <p:nvPr/>
        </p:nvSpPr>
        <p:spPr>
          <a:xfrm>
            <a:off x="3730487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2EE291-06A6-36DB-8159-8D78290425FC}"/>
              </a:ext>
            </a:extLst>
          </p:cNvPr>
          <p:cNvSpPr/>
          <p:nvPr/>
        </p:nvSpPr>
        <p:spPr>
          <a:xfrm>
            <a:off x="4940783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C6BC94-1889-BDC5-F5F7-5F60C814E4F2}"/>
              </a:ext>
            </a:extLst>
          </p:cNvPr>
          <p:cNvSpPr/>
          <p:nvPr/>
        </p:nvSpPr>
        <p:spPr>
          <a:xfrm>
            <a:off x="5574916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45C378-CCC2-382B-DFB5-697A3236EEAF}"/>
              </a:ext>
            </a:extLst>
          </p:cNvPr>
          <p:cNvSpPr/>
          <p:nvPr/>
        </p:nvSpPr>
        <p:spPr>
          <a:xfrm>
            <a:off x="6785212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B805F5-EA4D-8EDA-3FAF-E03EB4BCFFDE}"/>
              </a:ext>
            </a:extLst>
          </p:cNvPr>
          <p:cNvSpPr/>
          <p:nvPr/>
        </p:nvSpPr>
        <p:spPr>
          <a:xfrm>
            <a:off x="7428042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24C500-934D-997E-B462-240124550682}"/>
              </a:ext>
            </a:extLst>
          </p:cNvPr>
          <p:cNvSpPr/>
          <p:nvPr/>
        </p:nvSpPr>
        <p:spPr>
          <a:xfrm>
            <a:off x="8638338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449DDB-4F88-ECD2-F0F5-9CDB7CBB2F6F}"/>
              </a:ext>
            </a:extLst>
          </p:cNvPr>
          <p:cNvSpPr/>
          <p:nvPr/>
        </p:nvSpPr>
        <p:spPr>
          <a:xfrm>
            <a:off x="9374247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4DCF29-FD95-DA8C-9B09-929AA1270F95}"/>
              </a:ext>
            </a:extLst>
          </p:cNvPr>
          <p:cNvSpPr/>
          <p:nvPr/>
        </p:nvSpPr>
        <p:spPr>
          <a:xfrm>
            <a:off x="10584543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6178A4-04FB-C879-6D07-995E655F153A}"/>
              </a:ext>
            </a:extLst>
          </p:cNvPr>
          <p:cNvSpPr/>
          <p:nvPr/>
        </p:nvSpPr>
        <p:spPr>
          <a:xfrm>
            <a:off x="606805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1118C3-60B3-6A94-E9C4-72F0896D1728}"/>
              </a:ext>
            </a:extLst>
          </p:cNvPr>
          <p:cNvSpPr/>
          <p:nvPr/>
        </p:nvSpPr>
        <p:spPr>
          <a:xfrm>
            <a:off x="193642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77422F-55D1-6463-278E-8788E5744D3F}"/>
              </a:ext>
            </a:extLst>
          </p:cNvPr>
          <p:cNvSpPr/>
          <p:nvPr/>
        </p:nvSpPr>
        <p:spPr>
          <a:xfrm>
            <a:off x="2899119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4171C8-2BA3-981B-2BBA-1DC531E8B7B1}"/>
              </a:ext>
            </a:extLst>
          </p:cNvPr>
          <p:cNvSpPr/>
          <p:nvPr/>
        </p:nvSpPr>
        <p:spPr>
          <a:xfrm>
            <a:off x="3756679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65D66A-67B1-CAE3-17D7-360EA93BE8D5}"/>
              </a:ext>
            </a:extLst>
          </p:cNvPr>
          <p:cNvSpPr/>
          <p:nvPr/>
        </p:nvSpPr>
        <p:spPr>
          <a:xfrm>
            <a:off x="4546996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7E3120-01E9-1B59-3867-BE6335D98828}"/>
              </a:ext>
            </a:extLst>
          </p:cNvPr>
          <p:cNvSpPr/>
          <p:nvPr/>
        </p:nvSpPr>
        <p:spPr>
          <a:xfrm>
            <a:off x="5376188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08ADC2-169C-99F3-4123-BD62A8C10B23}"/>
              </a:ext>
            </a:extLst>
          </p:cNvPr>
          <p:cNvSpPr/>
          <p:nvPr/>
        </p:nvSpPr>
        <p:spPr>
          <a:xfrm>
            <a:off x="6105939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679E23-DE4B-10EA-74D8-4FF80AB6BA0C}"/>
              </a:ext>
            </a:extLst>
          </p:cNvPr>
          <p:cNvSpPr/>
          <p:nvPr/>
        </p:nvSpPr>
        <p:spPr>
          <a:xfrm>
            <a:off x="6718439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045043-CCC7-D97A-C76B-450E5EF8F0E2}"/>
              </a:ext>
            </a:extLst>
          </p:cNvPr>
          <p:cNvSpPr/>
          <p:nvPr/>
        </p:nvSpPr>
        <p:spPr>
          <a:xfrm>
            <a:off x="5367284" y="5508561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8D8FC4-A8E9-91E4-2262-87BCDFE6C683}"/>
              </a:ext>
            </a:extLst>
          </p:cNvPr>
          <p:cNvSpPr/>
          <p:nvPr/>
        </p:nvSpPr>
        <p:spPr>
          <a:xfrm>
            <a:off x="7422720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DC3A67-0891-BCE3-392E-4E9C2723B859}"/>
              </a:ext>
            </a:extLst>
          </p:cNvPr>
          <p:cNvSpPr/>
          <p:nvPr/>
        </p:nvSpPr>
        <p:spPr>
          <a:xfrm>
            <a:off x="8021863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870203-CFF7-FBE2-4E93-7C1F170CD0AB}"/>
              </a:ext>
            </a:extLst>
          </p:cNvPr>
          <p:cNvSpPr/>
          <p:nvPr/>
        </p:nvSpPr>
        <p:spPr>
          <a:xfrm>
            <a:off x="8620126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69C2A0-5254-48BF-B286-4A5E7B16D7C4}"/>
              </a:ext>
            </a:extLst>
          </p:cNvPr>
          <p:cNvSpPr/>
          <p:nvPr/>
        </p:nvSpPr>
        <p:spPr>
          <a:xfrm>
            <a:off x="9234799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AB54F6-83DF-90A2-757C-90844E449035}"/>
              </a:ext>
            </a:extLst>
          </p:cNvPr>
          <p:cNvSpPr/>
          <p:nvPr/>
        </p:nvSpPr>
        <p:spPr>
          <a:xfrm>
            <a:off x="9871867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D8FDE8-3658-A847-E1C3-CB2B5CD408D5}"/>
              </a:ext>
            </a:extLst>
          </p:cNvPr>
          <p:cNvSpPr/>
          <p:nvPr/>
        </p:nvSpPr>
        <p:spPr>
          <a:xfrm>
            <a:off x="10569099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D1407B-5268-F55F-0886-822558B167B9}"/>
              </a:ext>
            </a:extLst>
          </p:cNvPr>
          <p:cNvSpPr/>
          <p:nvPr/>
        </p:nvSpPr>
        <p:spPr>
          <a:xfrm>
            <a:off x="62471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AE3123-1975-64F1-7DF3-4CDE413C82CB}"/>
              </a:ext>
            </a:extLst>
          </p:cNvPr>
          <p:cNvSpPr/>
          <p:nvPr/>
        </p:nvSpPr>
        <p:spPr>
          <a:xfrm>
            <a:off x="153538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7A4F86-1D40-5E71-A19A-AF7CE690A825}"/>
              </a:ext>
            </a:extLst>
          </p:cNvPr>
          <p:cNvSpPr/>
          <p:nvPr/>
        </p:nvSpPr>
        <p:spPr>
          <a:xfrm>
            <a:off x="218652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9F844B-A1AA-E624-6B82-B94E2816EA1D}"/>
              </a:ext>
            </a:extLst>
          </p:cNvPr>
          <p:cNvSpPr/>
          <p:nvPr/>
        </p:nvSpPr>
        <p:spPr>
          <a:xfrm>
            <a:off x="278762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FC1D46-07C3-AC06-C4A4-C28F5EF5638F}"/>
              </a:ext>
            </a:extLst>
          </p:cNvPr>
          <p:cNvSpPr/>
          <p:nvPr/>
        </p:nvSpPr>
        <p:spPr>
          <a:xfrm>
            <a:off x="346094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9212A0-685B-5C6A-EF8E-7792E8B8DD12}"/>
              </a:ext>
            </a:extLst>
          </p:cNvPr>
          <p:cNvSpPr/>
          <p:nvPr/>
        </p:nvSpPr>
        <p:spPr>
          <a:xfrm>
            <a:off x="404137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C2C5EF-4CEA-6EAE-E06A-D6DF8274C23D}"/>
              </a:ext>
            </a:extLst>
          </p:cNvPr>
          <p:cNvSpPr/>
          <p:nvPr/>
        </p:nvSpPr>
        <p:spPr>
          <a:xfrm>
            <a:off x="472505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0CC970-0CBC-FB8C-ABFD-152169A32579}"/>
              </a:ext>
            </a:extLst>
          </p:cNvPr>
          <p:cNvSpPr/>
          <p:nvPr/>
        </p:nvSpPr>
        <p:spPr>
          <a:xfrm>
            <a:off x="528742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62F9B13-91C3-139C-CF3D-93B74603AB01}"/>
              </a:ext>
            </a:extLst>
          </p:cNvPr>
          <p:cNvSpPr/>
          <p:nvPr/>
        </p:nvSpPr>
        <p:spPr>
          <a:xfrm>
            <a:off x="5890812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40051AB-0CBC-AA90-932C-7B05394F1278}"/>
              </a:ext>
            </a:extLst>
          </p:cNvPr>
          <p:cNvSpPr/>
          <p:nvPr/>
        </p:nvSpPr>
        <p:spPr>
          <a:xfrm>
            <a:off x="6453179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C61C38-74E1-9CE8-A603-997D9C6D8861}"/>
              </a:ext>
            </a:extLst>
          </p:cNvPr>
          <p:cNvSpPr/>
          <p:nvPr/>
        </p:nvSpPr>
        <p:spPr>
          <a:xfrm>
            <a:off x="7128633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8B89B40-E718-A31D-EC25-5FA1F6D06A8E}"/>
              </a:ext>
            </a:extLst>
          </p:cNvPr>
          <p:cNvSpPr/>
          <p:nvPr/>
        </p:nvSpPr>
        <p:spPr>
          <a:xfrm>
            <a:off x="7732022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16253C-5E0D-FC88-5A63-7DCA59F27232}"/>
              </a:ext>
            </a:extLst>
          </p:cNvPr>
          <p:cNvSpPr/>
          <p:nvPr/>
        </p:nvSpPr>
        <p:spPr>
          <a:xfrm>
            <a:off x="8407476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CA61FD-5472-AA70-F461-001A9E2A73B0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U,V,W,X,Y,Z,a,b,c,d,e,f,g,h,i,j,k,l,m,n,o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4993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0876-33BD-E674-606F-BCF309068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3B2B5C-F79E-DC5F-20BA-EAE4FFB1C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72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A4BEF0-5DAF-5B3E-CE37-DEB4E10D5B92}"/>
              </a:ext>
            </a:extLst>
          </p:cNvPr>
          <p:cNvSpPr/>
          <p:nvPr/>
        </p:nvSpPr>
        <p:spPr>
          <a:xfrm>
            <a:off x="5347252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0C2BE2-A273-D6D3-2609-0EE06EAEC381}"/>
              </a:ext>
            </a:extLst>
          </p:cNvPr>
          <p:cNvSpPr/>
          <p:nvPr/>
        </p:nvSpPr>
        <p:spPr>
          <a:xfrm>
            <a:off x="2468217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0B4D69-7D93-435B-146B-B07892D17784}"/>
              </a:ext>
            </a:extLst>
          </p:cNvPr>
          <p:cNvSpPr/>
          <p:nvPr/>
        </p:nvSpPr>
        <p:spPr>
          <a:xfrm>
            <a:off x="5328824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9CC3AE-2A25-2F0D-251E-CC80BD496AAD}"/>
              </a:ext>
            </a:extLst>
          </p:cNvPr>
          <p:cNvSpPr/>
          <p:nvPr/>
        </p:nvSpPr>
        <p:spPr>
          <a:xfrm>
            <a:off x="8144910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BDAF2C-A847-4989-5C08-1A50841D39BE}"/>
              </a:ext>
            </a:extLst>
          </p:cNvPr>
          <p:cNvSpPr/>
          <p:nvPr/>
        </p:nvSpPr>
        <p:spPr>
          <a:xfrm>
            <a:off x="1286912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1802D0-F4DC-5A2C-01DE-439108FE1601}"/>
              </a:ext>
            </a:extLst>
          </p:cNvPr>
          <p:cNvSpPr/>
          <p:nvPr/>
        </p:nvSpPr>
        <p:spPr>
          <a:xfrm>
            <a:off x="3740427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6CF86C-00E4-0378-D7F3-939EAFF44FF9}"/>
              </a:ext>
            </a:extLst>
          </p:cNvPr>
          <p:cNvSpPr/>
          <p:nvPr/>
        </p:nvSpPr>
        <p:spPr>
          <a:xfrm>
            <a:off x="5497790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679299-AC8C-C278-4897-AD091EB039B4}"/>
              </a:ext>
            </a:extLst>
          </p:cNvPr>
          <p:cNvSpPr/>
          <p:nvPr/>
        </p:nvSpPr>
        <p:spPr>
          <a:xfrm>
            <a:off x="724521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B67AF3-4C82-9922-25AF-0292B78C2523}"/>
              </a:ext>
            </a:extLst>
          </p:cNvPr>
          <p:cNvSpPr/>
          <p:nvPr/>
        </p:nvSpPr>
        <p:spPr>
          <a:xfrm>
            <a:off x="9191833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120686-B87E-C8C0-15FF-A46428E0D242}"/>
              </a:ext>
            </a:extLst>
          </p:cNvPr>
          <p:cNvSpPr/>
          <p:nvPr/>
        </p:nvSpPr>
        <p:spPr>
          <a:xfrm>
            <a:off x="1012343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AF5730-5B90-4BB4-7956-11119F541AD8}"/>
              </a:ext>
            </a:extLst>
          </p:cNvPr>
          <p:cNvSpPr/>
          <p:nvPr/>
        </p:nvSpPr>
        <p:spPr>
          <a:xfrm>
            <a:off x="2762351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E159A-A548-F2A0-E804-2F95800942F8}"/>
              </a:ext>
            </a:extLst>
          </p:cNvPr>
          <p:cNvSpPr/>
          <p:nvPr/>
        </p:nvSpPr>
        <p:spPr>
          <a:xfrm>
            <a:off x="3740427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87E0C7-774D-B96F-C2BE-B39192E2DACA}"/>
              </a:ext>
            </a:extLst>
          </p:cNvPr>
          <p:cNvSpPr/>
          <p:nvPr/>
        </p:nvSpPr>
        <p:spPr>
          <a:xfrm>
            <a:off x="4950723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E45CC5-0191-20CC-E2DA-36F450DFE0C1}"/>
              </a:ext>
            </a:extLst>
          </p:cNvPr>
          <p:cNvSpPr/>
          <p:nvPr/>
        </p:nvSpPr>
        <p:spPr>
          <a:xfrm>
            <a:off x="5584856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4C97F-1250-1B26-94E3-FEC3410AD3DB}"/>
              </a:ext>
            </a:extLst>
          </p:cNvPr>
          <p:cNvSpPr/>
          <p:nvPr/>
        </p:nvSpPr>
        <p:spPr>
          <a:xfrm>
            <a:off x="6795152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9FE92B-A694-C2B1-250A-9AFD927CB2A9}"/>
              </a:ext>
            </a:extLst>
          </p:cNvPr>
          <p:cNvSpPr/>
          <p:nvPr/>
        </p:nvSpPr>
        <p:spPr>
          <a:xfrm>
            <a:off x="7437982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642829-E7ED-AF88-23B3-30E853605E89}"/>
              </a:ext>
            </a:extLst>
          </p:cNvPr>
          <p:cNvSpPr/>
          <p:nvPr/>
        </p:nvSpPr>
        <p:spPr>
          <a:xfrm>
            <a:off x="8648278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FBA60E-6C5F-75DB-E51F-0D2916F76F9E}"/>
              </a:ext>
            </a:extLst>
          </p:cNvPr>
          <p:cNvSpPr/>
          <p:nvPr/>
        </p:nvSpPr>
        <p:spPr>
          <a:xfrm>
            <a:off x="9384187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88D6B4-5462-2EF5-BB72-22C08CFB77BF}"/>
              </a:ext>
            </a:extLst>
          </p:cNvPr>
          <p:cNvSpPr/>
          <p:nvPr/>
        </p:nvSpPr>
        <p:spPr>
          <a:xfrm>
            <a:off x="10594483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2FA7B-CD16-61C9-3CE1-2834F923E0BD}"/>
              </a:ext>
            </a:extLst>
          </p:cNvPr>
          <p:cNvSpPr/>
          <p:nvPr/>
        </p:nvSpPr>
        <p:spPr>
          <a:xfrm>
            <a:off x="616745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686BCC-2777-F5EF-0E23-60CC432BA983}"/>
              </a:ext>
            </a:extLst>
          </p:cNvPr>
          <p:cNvSpPr/>
          <p:nvPr/>
        </p:nvSpPr>
        <p:spPr>
          <a:xfrm>
            <a:off x="19463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5A2CD5-C1FA-8B90-4C18-6ACB73361CE9}"/>
              </a:ext>
            </a:extLst>
          </p:cNvPr>
          <p:cNvSpPr/>
          <p:nvPr/>
        </p:nvSpPr>
        <p:spPr>
          <a:xfrm>
            <a:off x="2909059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D7EE98-7272-C7C7-42A0-45DF8F7D8B1C}"/>
              </a:ext>
            </a:extLst>
          </p:cNvPr>
          <p:cNvSpPr/>
          <p:nvPr/>
        </p:nvSpPr>
        <p:spPr>
          <a:xfrm>
            <a:off x="3766619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52DD38-F251-0D3C-14CC-2FEFD9455110}"/>
              </a:ext>
            </a:extLst>
          </p:cNvPr>
          <p:cNvSpPr/>
          <p:nvPr/>
        </p:nvSpPr>
        <p:spPr>
          <a:xfrm>
            <a:off x="4556936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99275A-98DA-1490-39CB-6FA3F95E5B0C}"/>
              </a:ext>
            </a:extLst>
          </p:cNvPr>
          <p:cNvSpPr/>
          <p:nvPr/>
        </p:nvSpPr>
        <p:spPr>
          <a:xfrm>
            <a:off x="5386128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710AA3-9B3B-DBDC-8AE1-9095160ADC1E}"/>
              </a:ext>
            </a:extLst>
          </p:cNvPr>
          <p:cNvSpPr/>
          <p:nvPr/>
        </p:nvSpPr>
        <p:spPr>
          <a:xfrm>
            <a:off x="6115879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F788C3-E0CC-5034-A9ED-E458D93DAD6A}"/>
              </a:ext>
            </a:extLst>
          </p:cNvPr>
          <p:cNvSpPr/>
          <p:nvPr/>
        </p:nvSpPr>
        <p:spPr>
          <a:xfrm>
            <a:off x="6728379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EC43B4-3DFA-5882-46DF-AEAA15792BB5}"/>
              </a:ext>
            </a:extLst>
          </p:cNvPr>
          <p:cNvSpPr/>
          <p:nvPr/>
        </p:nvSpPr>
        <p:spPr>
          <a:xfrm>
            <a:off x="5965226" y="553236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BD1ED1-8C8F-07B2-FF2A-30EC1B26021C}"/>
              </a:ext>
            </a:extLst>
          </p:cNvPr>
          <p:cNvSpPr/>
          <p:nvPr/>
        </p:nvSpPr>
        <p:spPr>
          <a:xfrm>
            <a:off x="7432660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7BD9D-8D1F-6288-5376-5CD0BC8EBF1D}"/>
              </a:ext>
            </a:extLst>
          </p:cNvPr>
          <p:cNvSpPr/>
          <p:nvPr/>
        </p:nvSpPr>
        <p:spPr>
          <a:xfrm>
            <a:off x="8031803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1D2CFA-D2D8-481C-7A26-AD008CBF5494}"/>
              </a:ext>
            </a:extLst>
          </p:cNvPr>
          <p:cNvSpPr/>
          <p:nvPr/>
        </p:nvSpPr>
        <p:spPr>
          <a:xfrm>
            <a:off x="8630066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945F34-3DCB-365E-ABAF-1F13045C6A32}"/>
              </a:ext>
            </a:extLst>
          </p:cNvPr>
          <p:cNvSpPr/>
          <p:nvPr/>
        </p:nvSpPr>
        <p:spPr>
          <a:xfrm>
            <a:off x="9244739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43970-CE02-392B-D0FF-4A64BB543200}"/>
              </a:ext>
            </a:extLst>
          </p:cNvPr>
          <p:cNvSpPr/>
          <p:nvPr/>
        </p:nvSpPr>
        <p:spPr>
          <a:xfrm>
            <a:off x="9881807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68EA8E-C3AC-F596-2014-5FA3FA639D77}"/>
              </a:ext>
            </a:extLst>
          </p:cNvPr>
          <p:cNvSpPr/>
          <p:nvPr/>
        </p:nvSpPr>
        <p:spPr>
          <a:xfrm>
            <a:off x="10579039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E4679C-DC72-50CF-A81F-D78C506BA86A}"/>
              </a:ext>
            </a:extLst>
          </p:cNvPr>
          <p:cNvSpPr/>
          <p:nvPr/>
        </p:nvSpPr>
        <p:spPr>
          <a:xfrm>
            <a:off x="63465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595433-8483-3C8F-4615-A8560F6AE81F}"/>
              </a:ext>
            </a:extLst>
          </p:cNvPr>
          <p:cNvSpPr/>
          <p:nvPr/>
        </p:nvSpPr>
        <p:spPr>
          <a:xfrm>
            <a:off x="154532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98CAC-A0AE-43A9-C2B4-9AE218E68882}"/>
              </a:ext>
            </a:extLst>
          </p:cNvPr>
          <p:cNvSpPr/>
          <p:nvPr/>
        </p:nvSpPr>
        <p:spPr>
          <a:xfrm>
            <a:off x="219646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213DFE-B334-226B-22E8-1A3D1BC5F227}"/>
              </a:ext>
            </a:extLst>
          </p:cNvPr>
          <p:cNvSpPr/>
          <p:nvPr/>
        </p:nvSpPr>
        <p:spPr>
          <a:xfrm>
            <a:off x="279756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789444-61E6-E3E0-389A-EA9EE8E3A513}"/>
              </a:ext>
            </a:extLst>
          </p:cNvPr>
          <p:cNvSpPr/>
          <p:nvPr/>
        </p:nvSpPr>
        <p:spPr>
          <a:xfrm>
            <a:off x="34708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8DADD0F-BEFD-891D-4060-CA792A728B3B}"/>
              </a:ext>
            </a:extLst>
          </p:cNvPr>
          <p:cNvSpPr/>
          <p:nvPr/>
        </p:nvSpPr>
        <p:spPr>
          <a:xfrm>
            <a:off x="405131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603432-AE5B-6839-2774-7FC21508A4D7}"/>
              </a:ext>
            </a:extLst>
          </p:cNvPr>
          <p:cNvSpPr/>
          <p:nvPr/>
        </p:nvSpPr>
        <p:spPr>
          <a:xfrm>
            <a:off x="473499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4BC04F0-7DA8-793C-3945-60F05C84F533}"/>
              </a:ext>
            </a:extLst>
          </p:cNvPr>
          <p:cNvSpPr/>
          <p:nvPr/>
        </p:nvSpPr>
        <p:spPr>
          <a:xfrm>
            <a:off x="529736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3F6464-5612-8757-5F2E-952FE7B7ABE4}"/>
              </a:ext>
            </a:extLst>
          </p:cNvPr>
          <p:cNvSpPr/>
          <p:nvPr/>
        </p:nvSpPr>
        <p:spPr>
          <a:xfrm>
            <a:off x="5900752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8A9A3A-AFB6-B0E2-E057-6502BBBDFF74}"/>
              </a:ext>
            </a:extLst>
          </p:cNvPr>
          <p:cNvSpPr/>
          <p:nvPr/>
        </p:nvSpPr>
        <p:spPr>
          <a:xfrm>
            <a:off x="6463119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B4FE8AD-8772-FD6F-DCF6-0599F5AA1AF7}"/>
              </a:ext>
            </a:extLst>
          </p:cNvPr>
          <p:cNvSpPr/>
          <p:nvPr/>
        </p:nvSpPr>
        <p:spPr>
          <a:xfrm>
            <a:off x="7138573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65DC8E7-52AB-7701-8B46-ADB4B257051A}"/>
              </a:ext>
            </a:extLst>
          </p:cNvPr>
          <p:cNvSpPr/>
          <p:nvPr/>
        </p:nvSpPr>
        <p:spPr>
          <a:xfrm>
            <a:off x="7741962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5BF536A-A08B-30FC-8D80-9568243E412A}"/>
              </a:ext>
            </a:extLst>
          </p:cNvPr>
          <p:cNvSpPr/>
          <p:nvPr/>
        </p:nvSpPr>
        <p:spPr>
          <a:xfrm>
            <a:off x="8417416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D8D6A1F-A9E6-EC93-5355-ED7374EFF6B4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U,V,W,X,Y,Z,a,b,c,d,e,f,g,h,i,j,k,l,m,n,o,p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50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3AF8-10FB-670E-14DA-E5A9D9CC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E73447-8945-FDE7-D015-E8870AABA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67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196046-F581-A23F-6F38-011E4E592921}"/>
              </a:ext>
            </a:extLst>
          </p:cNvPr>
          <p:cNvSpPr/>
          <p:nvPr/>
        </p:nvSpPr>
        <p:spPr>
          <a:xfrm>
            <a:off x="5396947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E6F167-8256-CCC8-D769-5BC8CAE3DF97}"/>
              </a:ext>
            </a:extLst>
          </p:cNvPr>
          <p:cNvSpPr/>
          <p:nvPr/>
        </p:nvSpPr>
        <p:spPr>
          <a:xfrm>
            <a:off x="2517912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5E676B-13AB-030A-DE41-316FDF53A1AB}"/>
              </a:ext>
            </a:extLst>
          </p:cNvPr>
          <p:cNvSpPr/>
          <p:nvPr/>
        </p:nvSpPr>
        <p:spPr>
          <a:xfrm>
            <a:off x="5378519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097694-BFF2-254C-13C2-1D6F61700AC4}"/>
              </a:ext>
            </a:extLst>
          </p:cNvPr>
          <p:cNvSpPr/>
          <p:nvPr/>
        </p:nvSpPr>
        <p:spPr>
          <a:xfrm>
            <a:off x="819460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0A9060-CEBC-3DAE-3673-F7F542BFEEC8}"/>
              </a:ext>
            </a:extLst>
          </p:cNvPr>
          <p:cNvSpPr/>
          <p:nvPr/>
        </p:nvSpPr>
        <p:spPr>
          <a:xfrm>
            <a:off x="1336607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E1EE17-D95C-6DCF-81F0-95E26B00475D}"/>
              </a:ext>
            </a:extLst>
          </p:cNvPr>
          <p:cNvSpPr/>
          <p:nvPr/>
        </p:nvSpPr>
        <p:spPr>
          <a:xfrm>
            <a:off x="3790122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A49C09-F20C-4034-BC1D-CF8D532CD945}"/>
              </a:ext>
            </a:extLst>
          </p:cNvPr>
          <p:cNvSpPr/>
          <p:nvPr/>
        </p:nvSpPr>
        <p:spPr>
          <a:xfrm>
            <a:off x="5547485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EEC3DF-A2B1-6258-1181-91E37F07FED7}"/>
              </a:ext>
            </a:extLst>
          </p:cNvPr>
          <p:cNvSpPr/>
          <p:nvPr/>
        </p:nvSpPr>
        <p:spPr>
          <a:xfrm>
            <a:off x="7294909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BDD05C-97DA-3893-C3B9-9B34871812BC}"/>
              </a:ext>
            </a:extLst>
          </p:cNvPr>
          <p:cNvSpPr/>
          <p:nvPr/>
        </p:nvSpPr>
        <p:spPr>
          <a:xfrm>
            <a:off x="9241528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9B95A9-AD71-FA96-16AC-824F078E7703}"/>
              </a:ext>
            </a:extLst>
          </p:cNvPr>
          <p:cNvSpPr/>
          <p:nvPr/>
        </p:nvSpPr>
        <p:spPr>
          <a:xfrm>
            <a:off x="1062038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270EE2-42ED-5A93-581C-4BF12527FC5C}"/>
              </a:ext>
            </a:extLst>
          </p:cNvPr>
          <p:cNvSpPr/>
          <p:nvPr/>
        </p:nvSpPr>
        <p:spPr>
          <a:xfrm>
            <a:off x="2812046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C558D4-873C-D314-21A4-BDC213D3622F}"/>
              </a:ext>
            </a:extLst>
          </p:cNvPr>
          <p:cNvSpPr/>
          <p:nvPr/>
        </p:nvSpPr>
        <p:spPr>
          <a:xfrm>
            <a:off x="3790122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3E8EAC-1289-01B1-A370-F35D25F81D62}"/>
              </a:ext>
            </a:extLst>
          </p:cNvPr>
          <p:cNvSpPr/>
          <p:nvPr/>
        </p:nvSpPr>
        <p:spPr>
          <a:xfrm>
            <a:off x="5000418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CF51AA-BA62-EF42-7039-3CF802E81035}"/>
              </a:ext>
            </a:extLst>
          </p:cNvPr>
          <p:cNvSpPr/>
          <p:nvPr/>
        </p:nvSpPr>
        <p:spPr>
          <a:xfrm>
            <a:off x="5634551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8CC5A-CD16-ECBE-5248-E12DF6E0E5C4}"/>
              </a:ext>
            </a:extLst>
          </p:cNvPr>
          <p:cNvSpPr/>
          <p:nvPr/>
        </p:nvSpPr>
        <p:spPr>
          <a:xfrm>
            <a:off x="6844847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BFC4B7-13E0-1775-D63E-C9AA7607699C}"/>
              </a:ext>
            </a:extLst>
          </p:cNvPr>
          <p:cNvSpPr/>
          <p:nvPr/>
        </p:nvSpPr>
        <p:spPr>
          <a:xfrm>
            <a:off x="7487677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7A1FA1-2903-B780-2AD2-10EA7F19D4BD}"/>
              </a:ext>
            </a:extLst>
          </p:cNvPr>
          <p:cNvSpPr/>
          <p:nvPr/>
        </p:nvSpPr>
        <p:spPr>
          <a:xfrm>
            <a:off x="8697973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D2EA1B-1A02-506E-11B3-33D5D8A38653}"/>
              </a:ext>
            </a:extLst>
          </p:cNvPr>
          <p:cNvSpPr/>
          <p:nvPr/>
        </p:nvSpPr>
        <p:spPr>
          <a:xfrm>
            <a:off x="9433882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DBAAEE-521D-80FF-D37D-1C2FF287C905}"/>
              </a:ext>
            </a:extLst>
          </p:cNvPr>
          <p:cNvSpPr/>
          <p:nvPr/>
        </p:nvSpPr>
        <p:spPr>
          <a:xfrm>
            <a:off x="10644178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DBF3C0-C24F-53B6-57B4-127BAF899542}"/>
              </a:ext>
            </a:extLst>
          </p:cNvPr>
          <p:cNvSpPr/>
          <p:nvPr/>
        </p:nvSpPr>
        <p:spPr>
          <a:xfrm>
            <a:off x="666440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C38AB3-2AE9-D8D4-0779-A4D4A86052B5}"/>
              </a:ext>
            </a:extLst>
          </p:cNvPr>
          <p:cNvSpPr/>
          <p:nvPr/>
        </p:nvSpPr>
        <p:spPr>
          <a:xfrm>
            <a:off x="1996055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ACC171-E93A-4C32-06B0-0235719C511D}"/>
              </a:ext>
            </a:extLst>
          </p:cNvPr>
          <p:cNvSpPr/>
          <p:nvPr/>
        </p:nvSpPr>
        <p:spPr>
          <a:xfrm>
            <a:off x="2958754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75DF3B-34BA-23FF-7C73-58FBE52F8512}"/>
              </a:ext>
            </a:extLst>
          </p:cNvPr>
          <p:cNvSpPr/>
          <p:nvPr/>
        </p:nvSpPr>
        <p:spPr>
          <a:xfrm>
            <a:off x="3816314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258E55-A807-F700-D2E0-35450D6EF0B6}"/>
              </a:ext>
            </a:extLst>
          </p:cNvPr>
          <p:cNvSpPr/>
          <p:nvPr/>
        </p:nvSpPr>
        <p:spPr>
          <a:xfrm>
            <a:off x="4606631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891E98-4372-1440-DC86-B076DF5DE3AC}"/>
              </a:ext>
            </a:extLst>
          </p:cNvPr>
          <p:cNvSpPr/>
          <p:nvPr/>
        </p:nvSpPr>
        <p:spPr>
          <a:xfrm>
            <a:off x="5435823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0E58DE-C880-0E61-933D-0B6D0A577CE3}"/>
              </a:ext>
            </a:extLst>
          </p:cNvPr>
          <p:cNvSpPr/>
          <p:nvPr/>
        </p:nvSpPr>
        <p:spPr>
          <a:xfrm>
            <a:off x="6165574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B67B48-B0AE-6C09-A307-2E9B981F4796}"/>
              </a:ext>
            </a:extLst>
          </p:cNvPr>
          <p:cNvSpPr/>
          <p:nvPr/>
        </p:nvSpPr>
        <p:spPr>
          <a:xfrm>
            <a:off x="6778074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4D33EA-BE22-34BA-47F7-5086D1EFE1D8}"/>
              </a:ext>
            </a:extLst>
          </p:cNvPr>
          <p:cNvSpPr/>
          <p:nvPr/>
        </p:nvSpPr>
        <p:spPr>
          <a:xfrm>
            <a:off x="6671433" y="553236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38133-CFDC-3B57-B36B-24E418C84509}"/>
              </a:ext>
            </a:extLst>
          </p:cNvPr>
          <p:cNvSpPr/>
          <p:nvPr/>
        </p:nvSpPr>
        <p:spPr>
          <a:xfrm>
            <a:off x="7482355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DD43E-B285-77C6-44EE-23061D8E3FDD}"/>
              </a:ext>
            </a:extLst>
          </p:cNvPr>
          <p:cNvSpPr/>
          <p:nvPr/>
        </p:nvSpPr>
        <p:spPr>
          <a:xfrm>
            <a:off x="8081498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346C22-D094-0933-8007-669B923D3DCD}"/>
              </a:ext>
            </a:extLst>
          </p:cNvPr>
          <p:cNvSpPr/>
          <p:nvPr/>
        </p:nvSpPr>
        <p:spPr>
          <a:xfrm>
            <a:off x="867976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4FE133-7452-64DF-5F06-E4DD8D96CA66}"/>
              </a:ext>
            </a:extLst>
          </p:cNvPr>
          <p:cNvSpPr/>
          <p:nvPr/>
        </p:nvSpPr>
        <p:spPr>
          <a:xfrm>
            <a:off x="9294434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EE3626-4767-9216-D87B-81C59326E13B}"/>
              </a:ext>
            </a:extLst>
          </p:cNvPr>
          <p:cNvSpPr/>
          <p:nvPr/>
        </p:nvSpPr>
        <p:spPr>
          <a:xfrm>
            <a:off x="9931502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143B28-36D1-5E14-8140-418054340031}"/>
              </a:ext>
            </a:extLst>
          </p:cNvPr>
          <p:cNvSpPr/>
          <p:nvPr/>
        </p:nvSpPr>
        <p:spPr>
          <a:xfrm>
            <a:off x="10628734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5250B3E-3514-ECA8-4723-47947D8345FB}"/>
              </a:ext>
            </a:extLst>
          </p:cNvPr>
          <p:cNvSpPr/>
          <p:nvPr/>
        </p:nvSpPr>
        <p:spPr>
          <a:xfrm>
            <a:off x="68434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452F65-D31F-FB36-DDF9-BCC609DC8D99}"/>
              </a:ext>
            </a:extLst>
          </p:cNvPr>
          <p:cNvSpPr/>
          <p:nvPr/>
        </p:nvSpPr>
        <p:spPr>
          <a:xfrm>
            <a:off x="159502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BC8CCA-43A9-9179-DFFD-773CAF474D33}"/>
              </a:ext>
            </a:extLst>
          </p:cNvPr>
          <p:cNvSpPr/>
          <p:nvPr/>
        </p:nvSpPr>
        <p:spPr>
          <a:xfrm>
            <a:off x="2246156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090CD2-067B-2B23-90CE-F3F5D1F1F0EA}"/>
              </a:ext>
            </a:extLst>
          </p:cNvPr>
          <p:cNvSpPr/>
          <p:nvPr/>
        </p:nvSpPr>
        <p:spPr>
          <a:xfrm>
            <a:off x="284725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D7DD23-CE79-4F77-868A-778DD0A56EA1}"/>
              </a:ext>
            </a:extLst>
          </p:cNvPr>
          <p:cNvSpPr/>
          <p:nvPr/>
        </p:nvSpPr>
        <p:spPr>
          <a:xfrm>
            <a:off x="352057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26E396-F465-DF20-DD7F-A6AFCB336DF9}"/>
              </a:ext>
            </a:extLst>
          </p:cNvPr>
          <p:cNvSpPr/>
          <p:nvPr/>
        </p:nvSpPr>
        <p:spPr>
          <a:xfrm>
            <a:off x="410101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3EC4CF-174C-5709-C3C6-E300815F1BC1}"/>
              </a:ext>
            </a:extLst>
          </p:cNvPr>
          <p:cNvSpPr/>
          <p:nvPr/>
        </p:nvSpPr>
        <p:spPr>
          <a:xfrm>
            <a:off x="478469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ADFB001-2745-05A8-935B-6058E1BA7EE7}"/>
              </a:ext>
            </a:extLst>
          </p:cNvPr>
          <p:cNvSpPr/>
          <p:nvPr/>
        </p:nvSpPr>
        <p:spPr>
          <a:xfrm>
            <a:off x="5347058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598C197-13E0-3BB9-CD05-D9E7954342D2}"/>
              </a:ext>
            </a:extLst>
          </p:cNvPr>
          <p:cNvSpPr/>
          <p:nvPr/>
        </p:nvSpPr>
        <p:spPr>
          <a:xfrm>
            <a:off x="5950447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ACCFAFD-50B5-EE94-0B1D-77C97E416F16}"/>
              </a:ext>
            </a:extLst>
          </p:cNvPr>
          <p:cNvSpPr/>
          <p:nvPr/>
        </p:nvSpPr>
        <p:spPr>
          <a:xfrm>
            <a:off x="6512814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E5E656E-9A6B-5779-07B6-297806EFED36}"/>
              </a:ext>
            </a:extLst>
          </p:cNvPr>
          <p:cNvSpPr/>
          <p:nvPr/>
        </p:nvSpPr>
        <p:spPr>
          <a:xfrm>
            <a:off x="7188268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E8EB05-3376-30C8-A467-36A2F9CA021B}"/>
              </a:ext>
            </a:extLst>
          </p:cNvPr>
          <p:cNvSpPr/>
          <p:nvPr/>
        </p:nvSpPr>
        <p:spPr>
          <a:xfrm>
            <a:off x="779165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C3A73D3-A509-2084-3ED5-079F94A3A0D2}"/>
              </a:ext>
            </a:extLst>
          </p:cNvPr>
          <p:cNvSpPr/>
          <p:nvPr/>
        </p:nvSpPr>
        <p:spPr>
          <a:xfrm>
            <a:off x="8467111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DD2F57-55BF-3C30-C3D4-455A54227638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U,V,W,X,Y,Z,a,b,c,d,e,f,g,h,i,j,k,l,m,n,o,p,q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9851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6C94F-AC17-1538-2C6E-44B0B8DD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C09F63-CCDD-D623-A88E-EA2D4EEA6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B06736C-6117-661B-A852-4356D980B6AB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1B4899-D133-D0E3-25D0-C74997A6E620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4E991-D80E-7D3C-23B9-06621757F385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63C415-96DA-321F-48F0-9C44608B615D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4391B7-5FC1-7B63-972F-1F5D8D1A46DD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66EA67-CC4F-BF1B-51E7-798497984367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3E0B1B-B689-3B75-25B1-41F7E33A698E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88CAEB-7E52-7C47-A3E7-B902EC9D53EE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A4CE62-78DD-E45E-0580-4D369D7C88C4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28CD67-8E69-F59C-CACC-0C3AE538678B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FDC119-5847-68A4-3D20-1E991431D1C8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741EB3-F99B-BD6A-0F2C-36570275BD45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314CFC-40AA-CE67-99EA-E0AEA2392A23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F28C9E-8BC2-C484-55D1-AEDC024EDE40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280EEE-D84A-3B3E-5124-10F67F0103FB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ED442B-5CC4-49C0-A76A-57C8490AE287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6884D4-5E1D-2127-6DA5-AD99D1A7E8B9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287037-BC64-EB04-1D69-399886FC8E52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3D2CFB-BE21-8375-CB1A-A2C81FCC2DD5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A393C4-7519-FC94-CE98-2F58A0BD2215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584E05-67A7-0FD9-D1A1-D41E98CEC1C0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11FB8-AE53-084C-F384-D94DDDE025CD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CAEB82-8C97-B60C-4D23-0E571DE867AC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D5966A-AB93-DB8D-F02E-6A383909AF49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339964-117A-478B-0AF0-438C8C1981CC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8D35B8-5E86-03C4-2496-0A119C35655D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7C9456-9A49-9A64-E1A9-10FE7C788640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A1E59E-208B-0167-1BB1-BD37ABF8A2EE}"/>
              </a:ext>
            </a:extLst>
          </p:cNvPr>
          <p:cNvSpPr/>
          <p:nvPr/>
        </p:nvSpPr>
        <p:spPr>
          <a:xfrm>
            <a:off x="7154363" y="5520384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89A449-9B50-FB6E-7927-3F8858D0CBA3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758937-76C8-666D-5F90-3941BD3A034B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6D5701-8507-EE80-870F-53B8C33DC3C6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D46DCB-D77E-9F28-2CDE-F8C70AC8D9E0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C8AB4A-8BDE-EDCD-4881-01A61A0B1B71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FC2B7C-9635-5A92-DE25-EEB41FDAA526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F55C14-C3A4-37E2-5A86-4DD99E7990EE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2B9220-E842-0454-D7B8-0205406F94B0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2D77C3-A558-1A5B-16FD-DB8284B1281E}"/>
              </a:ext>
            </a:extLst>
          </p:cNvPr>
          <p:cNvSpPr/>
          <p:nvPr/>
        </p:nvSpPr>
        <p:spPr>
          <a:xfrm>
            <a:off x="217658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D9605F-74D5-F819-8DDD-9F30E83C6CD0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A7602-5928-0552-EE0A-F254C4A4D7EE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7E1BE4-66CF-CA10-1AEE-2B6F97BCB2C6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2A1E8D-2EE0-0C99-6A7C-B694A1113959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4576BD-AF5A-9121-E321-458C4154B0E3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5BA7754-CBF5-EF4A-0768-B94D8FE55945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4244B4-0A42-9B21-13B2-26A958C50733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ECF2729-AA4F-EBA9-2CF9-4B7EE36AC6C7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0DC47B9-E506-2001-5548-8480616AA93B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4A185F0-D236-9935-D2F3-2CACBF6C6CF6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9AA915B-B866-F46F-2FD9-6FCAD6B01C0C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U,V,W,X,Y,Z,a,b,c,d,e,f,g,h,i,j,k,l,m,n,o,p,q,r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1992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ACDC-4C51-9732-DDA9-EF8510E2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D82C63-EE67-EAD8-90CC-48844F4F7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71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7F5D9B-B19A-60D6-0EF0-4C9FAEC4761E}"/>
              </a:ext>
            </a:extLst>
          </p:cNvPr>
          <p:cNvSpPr/>
          <p:nvPr/>
        </p:nvSpPr>
        <p:spPr>
          <a:xfrm>
            <a:off x="5347251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343E7-6435-686E-B104-D38125AF2B35}"/>
              </a:ext>
            </a:extLst>
          </p:cNvPr>
          <p:cNvSpPr/>
          <p:nvPr/>
        </p:nvSpPr>
        <p:spPr>
          <a:xfrm>
            <a:off x="2468216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911358-FAD9-D2A5-E67A-4372AADECDBE}"/>
              </a:ext>
            </a:extLst>
          </p:cNvPr>
          <p:cNvSpPr/>
          <p:nvPr/>
        </p:nvSpPr>
        <p:spPr>
          <a:xfrm>
            <a:off x="5328823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BF51A4-751D-5D88-7587-5D57AF49227F}"/>
              </a:ext>
            </a:extLst>
          </p:cNvPr>
          <p:cNvSpPr/>
          <p:nvPr/>
        </p:nvSpPr>
        <p:spPr>
          <a:xfrm>
            <a:off x="8144909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34831-CFA3-0379-C129-A807FDD1E20D}"/>
              </a:ext>
            </a:extLst>
          </p:cNvPr>
          <p:cNvSpPr/>
          <p:nvPr/>
        </p:nvSpPr>
        <p:spPr>
          <a:xfrm>
            <a:off x="1286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BCB490-8CCE-183B-BD5D-A8B7F956195E}"/>
              </a:ext>
            </a:extLst>
          </p:cNvPr>
          <p:cNvSpPr/>
          <p:nvPr/>
        </p:nvSpPr>
        <p:spPr>
          <a:xfrm>
            <a:off x="3740426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5A8078-10EB-9AA9-9977-01E2D5171C46}"/>
              </a:ext>
            </a:extLst>
          </p:cNvPr>
          <p:cNvSpPr/>
          <p:nvPr/>
        </p:nvSpPr>
        <p:spPr>
          <a:xfrm>
            <a:off x="5497789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C1ED80-2E5E-0754-32C5-B1F7964979CD}"/>
              </a:ext>
            </a:extLst>
          </p:cNvPr>
          <p:cNvSpPr/>
          <p:nvPr/>
        </p:nvSpPr>
        <p:spPr>
          <a:xfrm>
            <a:off x="7245213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13C7FD-433D-05C7-3A04-1CB65DFD2883}"/>
              </a:ext>
            </a:extLst>
          </p:cNvPr>
          <p:cNvSpPr/>
          <p:nvPr/>
        </p:nvSpPr>
        <p:spPr>
          <a:xfrm>
            <a:off x="9191832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22815-EC30-F7E9-2CA1-1B9E2E24F8B9}"/>
              </a:ext>
            </a:extLst>
          </p:cNvPr>
          <p:cNvSpPr/>
          <p:nvPr/>
        </p:nvSpPr>
        <p:spPr>
          <a:xfrm>
            <a:off x="101234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5F9E1D-A9F9-58FB-A66A-E60B34DC02A0}"/>
              </a:ext>
            </a:extLst>
          </p:cNvPr>
          <p:cNvSpPr/>
          <p:nvPr/>
        </p:nvSpPr>
        <p:spPr>
          <a:xfrm>
            <a:off x="2762350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BA8679-A6AB-BB0C-0861-1F6052AC6ECB}"/>
              </a:ext>
            </a:extLst>
          </p:cNvPr>
          <p:cNvSpPr/>
          <p:nvPr/>
        </p:nvSpPr>
        <p:spPr>
          <a:xfrm>
            <a:off x="3740426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688411-3C81-FCD4-AE71-E74F314D6E85}"/>
              </a:ext>
            </a:extLst>
          </p:cNvPr>
          <p:cNvSpPr/>
          <p:nvPr/>
        </p:nvSpPr>
        <p:spPr>
          <a:xfrm>
            <a:off x="4950722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8D8F57-E141-CC83-385E-21C0654827E2}"/>
              </a:ext>
            </a:extLst>
          </p:cNvPr>
          <p:cNvSpPr/>
          <p:nvPr/>
        </p:nvSpPr>
        <p:spPr>
          <a:xfrm>
            <a:off x="5584855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496263-8029-016B-E6FE-87425D9441CD}"/>
              </a:ext>
            </a:extLst>
          </p:cNvPr>
          <p:cNvSpPr/>
          <p:nvPr/>
        </p:nvSpPr>
        <p:spPr>
          <a:xfrm>
            <a:off x="6795151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9AF135-6F0F-5144-A7E1-8FE8376EDCEA}"/>
              </a:ext>
            </a:extLst>
          </p:cNvPr>
          <p:cNvSpPr/>
          <p:nvPr/>
        </p:nvSpPr>
        <p:spPr>
          <a:xfrm>
            <a:off x="7437981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C4B56E-DD81-EE24-F3F0-861237524578}"/>
              </a:ext>
            </a:extLst>
          </p:cNvPr>
          <p:cNvSpPr/>
          <p:nvPr/>
        </p:nvSpPr>
        <p:spPr>
          <a:xfrm>
            <a:off x="8648277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87DD54-BEF4-652F-0BAE-80BAE5DC9F6E}"/>
              </a:ext>
            </a:extLst>
          </p:cNvPr>
          <p:cNvSpPr/>
          <p:nvPr/>
        </p:nvSpPr>
        <p:spPr>
          <a:xfrm>
            <a:off x="9384186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64579E-DF0C-2E3F-D488-DFE1BC1E3850}"/>
              </a:ext>
            </a:extLst>
          </p:cNvPr>
          <p:cNvSpPr/>
          <p:nvPr/>
        </p:nvSpPr>
        <p:spPr>
          <a:xfrm>
            <a:off x="10594482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F02C28-B486-9C4B-864F-E284FD88843C}"/>
              </a:ext>
            </a:extLst>
          </p:cNvPr>
          <p:cNvSpPr/>
          <p:nvPr/>
        </p:nvSpPr>
        <p:spPr>
          <a:xfrm>
            <a:off x="616744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06E311-F8F8-2096-0E38-5FB910E656D9}"/>
              </a:ext>
            </a:extLst>
          </p:cNvPr>
          <p:cNvSpPr/>
          <p:nvPr/>
        </p:nvSpPr>
        <p:spPr>
          <a:xfrm>
            <a:off x="1946359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1AD70B-CFC1-BC09-AD4B-E416E1A059BC}"/>
              </a:ext>
            </a:extLst>
          </p:cNvPr>
          <p:cNvSpPr/>
          <p:nvPr/>
        </p:nvSpPr>
        <p:spPr>
          <a:xfrm>
            <a:off x="2909058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C22ED0-5850-9ECC-539E-2EF3557D07B2}"/>
              </a:ext>
            </a:extLst>
          </p:cNvPr>
          <p:cNvSpPr/>
          <p:nvPr/>
        </p:nvSpPr>
        <p:spPr>
          <a:xfrm>
            <a:off x="3766618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3AC53D-BD8C-88B8-CB0B-24D849049B67}"/>
              </a:ext>
            </a:extLst>
          </p:cNvPr>
          <p:cNvSpPr/>
          <p:nvPr/>
        </p:nvSpPr>
        <p:spPr>
          <a:xfrm>
            <a:off x="4556935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0FC438-E99E-9940-4679-10C3D57DAB67}"/>
              </a:ext>
            </a:extLst>
          </p:cNvPr>
          <p:cNvSpPr/>
          <p:nvPr/>
        </p:nvSpPr>
        <p:spPr>
          <a:xfrm>
            <a:off x="5386127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172D6D-E537-5646-BEF1-EA0C0EE9E114}"/>
              </a:ext>
            </a:extLst>
          </p:cNvPr>
          <p:cNvSpPr/>
          <p:nvPr/>
        </p:nvSpPr>
        <p:spPr>
          <a:xfrm>
            <a:off x="6115878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BB37A2-DD8B-2769-E010-414DA26A9E03}"/>
              </a:ext>
            </a:extLst>
          </p:cNvPr>
          <p:cNvSpPr/>
          <p:nvPr/>
        </p:nvSpPr>
        <p:spPr>
          <a:xfrm>
            <a:off x="6728378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5E0814-7342-B5F3-376D-40585CAE1546}"/>
              </a:ext>
            </a:extLst>
          </p:cNvPr>
          <p:cNvSpPr/>
          <p:nvPr/>
        </p:nvSpPr>
        <p:spPr>
          <a:xfrm>
            <a:off x="7773384" y="5532366"/>
            <a:ext cx="516835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286C51-D7D2-9F83-08DC-D708CE5CAE44}"/>
              </a:ext>
            </a:extLst>
          </p:cNvPr>
          <p:cNvSpPr/>
          <p:nvPr/>
        </p:nvSpPr>
        <p:spPr>
          <a:xfrm>
            <a:off x="7432659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39DEBA-42C7-D95C-744A-136F07B08CE9}"/>
              </a:ext>
            </a:extLst>
          </p:cNvPr>
          <p:cNvSpPr/>
          <p:nvPr/>
        </p:nvSpPr>
        <p:spPr>
          <a:xfrm>
            <a:off x="8031802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F674688-39D5-EA87-52C6-1449F56486EE}"/>
              </a:ext>
            </a:extLst>
          </p:cNvPr>
          <p:cNvSpPr/>
          <p:nvPr/>
        </p:nvSpPr>
        <p:spPr>
          <a:xfrm>
            <a:off x="8630065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3E3504-F871-9616-2B07-92BCD8A101DC}"/>
              </a:ext>
            </a:extLst>
          </p:cNvPr>
          <p:cNvSpPr/>
          <p:nvPr/>
        </p:nvSpPr>
        <p:spPr>
          <a:xfrm>
            <a:off x="9244738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9A1657-CB93-D1C7-780E-274B56A4E056}"/>
              </a:ext>
            </a:extLst>
          </p:cNvPr>
          <p:cNvSpPr/>
          <p:nvPr/>
        </p:nvSpPr>
        <p:spPr>
          <a:xfrm>
            <a:off x="9881806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3F5142-1B96-0E71-621F-582E42D9C08F}"/>
              </a:ext>
            </a:extLst>
          </p:cNvPr>
          <p:cNvSpPr/>
          <p:nvPr/>
        </p:nvSpPr>
        <p:spPr>
          <a:xfrm>
            <a:off x="1057903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888089-9E53-1CF0-D8DA-E4D7C6F270D2}"/>
              </a:ext>
            </a:extLst>
          </p:cNvPr>
          <p:cNvSpPr/>
          <p:nvPr/>
        </p:nvSpPr>
        <p:spPr>
          <a:xfrm>
            <a:off x="63465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ACBD1F-4D1C-4BD8-4DC9-2D75B04B4E04}"/>
              </a:ext>
            </a:extLst>
          </p:cNvPr>
          <p:cNvSpPr/>
          <p:nvPr/>
        </p:nvSpPr>
        <p:spPr>
          <a:xfrm>
            <a:off x="1545328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BDC1CE-AE68-BE4D-3EAF-C41FAE51AE4E}"/>
              </a:ext>
            </a:extLst>
          </p:cNvPr>
          <p:cNvSpPr/>
          <p:nvPr/>
        </p:nvSpPr>
        <p:spPr>
          <a:xfrm>
            <a:off x="219646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F5C4CD-77B7-76BB-0DBF-BD1C4E8C7DD9}"/>
              </a:ext>
            </a:extLst>
          </p:cNvPr>
          <p:cNvSpPr/>
          <p:nvPr/>
        </p:nvSpPr>
        <p:spPr>
          <a:xfrm>
            <a:off x="2797559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EDB7D9-24D5-C7BD-6A29-C8B806E9EEF4}"/>
              </a:ext>
            </a:extLst>
          </p:cNvPr>
          <p:cNvSpPr/>
          <p:nvPr/>
        </p:nvSpPr>
        <p:spPr>
          <a:xfrm>
            <a:off x="3470883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E8B3E4-7FBA-8642-F4E2-279D0FE7C541}"/>
              </a:ext>
            </a:extLst>
          </p:cNvPr>
          <p:cNvSpPr/>
          <p:nvPr/>
        </p:nvSpPr>
        <p:spPr>
          <a:xfrm>
            <a:off x="405131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EB0CDF3-AEA0-B9FC-0B6C-126DC86FD97E}"/>
              </a:ext>
            </a:extLst>
          </p:cNvPr>
          <p:cNvSpPr/>
          <p:nvPr/>
        </p:nvSpPr>
        <p:spPr>
          <a:xfrm>
            <a:off x="473499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ED7A153-EF8F-540D-FF33-41657AF6F68E}"/>
              </a:ext>
            </a:extLst>
          </p:cNvPr>
          <p:cNvSpPr/>
          <p:nvPr/>
        </p:nvSpPr>
        <p:spPr>
          <a:xfrm>
            <a:off x="529736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9620B43-DF2F-8A7A-7941-C9FD6DB43B12}"/>
              </a:ext>
            </a:extLst>
          </p:cNvPr>
          <p:cNvSpPr/>
          <p:nvPr/>
        </p:nvSpPr>
        <p:spPr>
          <a:xfrm>
            <a:off x="5900751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E4FDB1-7579-DC78-01DB-3822E2E6631A}"/>
              </a:ext>
            </a:extLst>
          </p:cNvPr>
          <p:cNvSpPr/>
          <p:nvPr/>
        </p:nvSpPr>
        <p:spPr>
          <a:xfrm>
            <a:off x="6463118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B6C955-0F89-366A-7C04-01C5572F3765}"/>
              </a:ext>
            </a:extLst>
          </p:cNvPr>
          <p:cNvSpPr/>
          <p:nvPr/>
        </p:nvSpPr>
        <p:spPr>
          <a:xfrm>
            <a:off x="7138572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7D5D33-E015-D050-9D4F-3A841682B9CC}"/>
              </a:ext>
            </a:extLst>
          </p:cNvPr>
          <p:cNvSpPr/>
          <p:nvPr/>
        </p:nvSpPr>
        <p:spPr>
          <a:xfrm>
            <a:off x="7741961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77C6E8-23E8-FF4A-A71C-21CA1A936D1A}"/>
              </a:ext>
            </a:extLst>
          </p:cNvPr>
          <p:cNvSpPr/>
          <p:nvPr/>
        </p:nvSpPr>
        <p:spPr>
          <a:xfrm>
            <a:off x="8417415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0A79C79-DC1A-7FA5-A883-DCA1CB6E0532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U,V,W,X,Y,Z,a,b,c,d,e,f,g,h,i,j,k,l,m,n,o,p,q,r,s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6623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A28F-7475-FDD9-468E-161FB6CC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745BC7-1F03-8F52-CF32-6AF3B8EA5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BE88BD-5121-B8E4-285C-A2C43D137933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CCF25D-072C-F60D-ADCB-51759DBBE79B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FF0CC6-53BE-401F-1332-CCA9BD5F54B6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D5AD12-7A33-AAA1-2699-EB411A76A3DC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BE8388-1BA2-4FDE-7A27-420A2F740E60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0F200E-B581-161F-3E5D-C080BA7059E4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B38E42-A6E2-F9AD-A597-5C5E06B7451E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ADE380-0C7A-7C58-52A8-7E80A8057405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A3CC10-43D7-41C0-15F0-E24E2AC9B3B9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57BFB6-4026-6488-4D3D-C5BFE871EB69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B33707-0E90-61BB-0D5D-D350A0818278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76FD96-0DE3-234E-54A8-CE37E6B68952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4C8674-2EEF-805B-2357-C43248F90D4A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228C17-52AB-0B1C-BD51-96540AECFB91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358899-5B19-2269-2865-698BC4A6A732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24B1C1-268D-4C61-963C-9A0AB27C4842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1E46B9-38FF-EE59-CC84-AC2362911D05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254935-508A-0F80-3200-C60CAFCCE6C5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44B2C6-ADF8-34D9-CDFC-06F05F2CA9B6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F73151-4D3E-D94C-AD49-AE9BCE6581ED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5D3440-14C9-37C8-EB00-713BE8554842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020057-A962-C7E1-9219-26B0F599563F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3AF9BD-771A-49F5-6F6E-F8702D0AA916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4D1F73-3BDB-9509-54FE-90C63384454E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BF0D69-208F-94D5-1CA7-CB8CDBBCDDE4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20C0C0-6D4F-6A79-C850-F33865A41FD0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0EC2FC-556B-E8F2-20D7-B8008662BC39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E66EA1-7215-7D77-41DA-A4F8CE8C90EF}"/>
              </a:ext>
            </a:extLst>
          </p:cNvPr>
          <p:cNvSpPr/>
          <p:nvPr/>
        </p:nvSpPr>
        <p:spPr>
          <a:xfrm>
            <a:off x="8397537" y="5519030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9CB5086-3CFB-D7D5-47F4-CBB8D90D6313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A29015-32BB-849E-89CB-F598487C3961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7AB88-1008-9CD8-E80F-BCE1DF7C999A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E19D9C-237B-2279-66B6-C255BC3D686B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886761-BB6B-A8B3-F001-A75A8E55C355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9CF43A-547E-6865-D8EB-5967D68FF2B3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D7C484-EEB0-718C-329E-2188A37B076D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655B63-FE8D-8C0A-5AA2-483A01780D8B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B0C2E8-0DF8-D163-D33E-81323685E509}"/>
              </a:ext>
            </a:extLst>
          </p:cNvPr>
          <p:cNvSpPr/>
          <p:nvPr/>
        </p:nvSpPr>
        <p:spPr>
          <a:xfrm>
            <a:off x="217658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E46419-74A0-896D-240C-0A704E298FF8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6C7F83-4DE1-D5D9-19DD-41B0DF78BFEB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0C9C3D-A29B-2E8C-5E0D-147706C351E6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A85C57-FF3C-C73C-6EB4-B414F4FD5AE4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4D04BD-CC68-56EB-EEEC-66CD3102AE3B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EB8A469-47A3-ABCA-6B06-6E9E2C9B3F88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1ECF7C7-CACB-0EBE-6A8D-3D5982F6AF56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4A9D15-1776-E8F3-FECB-F0A669A593C4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CB2C1F2-5EF7-C1E7-8EC3-C9ED5E7A9F00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265A13-899F-7F6A-24B2-03B4F701228C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8BC339-A58D-BEE8-BBF4-3D60ECA726AC}"/>
              </a:ext>
            </a:extLst>
          </p:cNvPr>
          <p:cNvSpPr/>
          <p:nvPr/>
        </p:nvSpPr>
        <p:spPr>
          <a:xfrm>
            <a:off x="9108887" y="5544769"/>
            <a:ext cx="1310318" cy="4137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GOAL 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08F3DF00-12E4-AE0E-1A96-D697F54C6216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C ,D , E , F ,G , H, I, J, K ,L, M,N,O,P,Q,R,S ,</a:t>
            </a:r>
            <a:r>
              <a:rPr lang="en-US" sz="2400" b="1" dirty="0" err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U,V,W,X,Y,Z,a,b,c,d,e,f,g,h,i,j,k,l,m,n,o,p,q,r,s,t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7332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3B4CC-2D1A-F037-1749-3677B088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01E8ECD-12B1-DD1A-CD91-7DFCFC2E8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C300C3-BB56-1C75-3844-C2E5D84D7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1B9909-5584-9CEF-094F-4CE99885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1-Depth-first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0081-029E-848D-F570-718E1439F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1"/>
                </a:solidFill>
              </a:rPr>
              <a:t>The Depth First Search is also Blind , Moving from top to bottom , branch by branch until reaching the Goal</a:t>
            </a:r>
          </a:p>
          <a:p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6F2DCB-1552-86DB-902E-83CD358F4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815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BCB2-05B6-CA10-5438-2A7897D2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F74168-E174-04A2-F14A-78837B7AA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6F2EA1-31B7-A0CB-472C-F532234577B0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994D29-7EEB-05D6-8738-425441C7570A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DD9DEB-3A4B-0D33-02EB-12E7B0F104E0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D81379-F6D0-2A9C-2BAF-67640B8BF3B6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F382F-B632-A3A8-44DB-3D15317ADC3C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79E9AF-B3AF-7648-237C-84952544B3DF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5F3423-1E59-F99B-2BF6-82E3617A3EA3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D2BD83-DBDB-5D5F-0B77-973D5ED65356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A88F0D-ACF5-1321-E62C-1C67EE28DD48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B2E677-0B99-388C-EB61-3E54C5E413D7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5DDE43-EF65-9145-8479-6D8F64E00821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9D0178-48A1-1BBB-2DE0-02259E2715A6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204A3F-1584-64D0-A11C-E5A5CB674F85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030B98-385D-39D1-7460-4042A35B58CB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AA7869-7FF4-8DF5-730B-D3F57D428BFA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F8767A-3F85-F797-EE71-BE8A8123F294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DDE40-DE34-3345-8AEA-0CE6152FDAF1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AC52AB-8A02-ACEF-99C3-82BBA7577999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F76083-FF1A-8178-F888-B14646313713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9737AB-1B6F-75A1-E774-E0476C690291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19181D-3B7C-F070-4647-8A076B0A794F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0ECC64-3E48-52F2-AA7B-D1BF22406371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BC5968-8BF1-EA44-BA0C-D504C27351CA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760611-DC1F-89BC-BD44-F532F94C1164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5D325E-D315-D688-C184-DC38D93C0023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FB3ABA-79B4-8EC9-B8D7-5E97FCFA8CE8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C8692A-E43E-5FF2-1B4A-02F2751D5889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D53D6F-8E25-451A-8A9A-6C983D6E0BE7}"/>
              </a:ext>
            </a:extLst>
          </p:cNvPr>
          <p:cNvSpPr/>
          <p:nvPr/>
        </p:nvSpPr>
        <p:spPr>
          <a:xfrm>
            <a:off x="6034197" y="5342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B5DB45-1BC7-39FB-8A01-B39DD69EF2BD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FE85E-CC4F-C760-4829-7487893965FB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455569-35AB-07DC-0FFB-54D1744F1FEC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D9E3A4-2073-2399-208B-2599100FC939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E08B31-9117-4793-1E54-ABA6EFAA65BD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8EE9E69-1D40-0828-2E7A-7C310D38D3C0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8BACD4-318E-701D-F8AE-454F67D69678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336331-865F-3C5D-B182-D3C94A6CD69E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53C1EA-C443-7325-CBC4-9C8908D62A76}"/>
              </a:ext>
            </a:extLst>
          </p:cNvPr>
          <p:cNvSpPr/>
          <p:nvPr/>
        </p:nvSpPr>
        <p:spPr>
          <a:xfrm>
            <a:off x="217658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897C9B-1260-ADA9-9FDC-06A173745CEF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464783-F564-8551-C8F0-833FFCB4DEF3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8A364A-4B96-DF32-6774-70B444E5BA0D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790617-942D-74AB-615F-6CE507DB5776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887203-DD7E-149D-F8F5-8A9BC0BD3D72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772F97-3980-93F1-6641-D35C1BA19806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6DD77AB-B0EC-BF0D-11BD-0C12DE7310B5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69E6E8E-4E38-95E9-39DE-78AADD54BF00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2117661-9B62-DE0D-B019-E5D8A5FC44E6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A3A6C5D-CA64-09BB-6327-88A5BB227BA1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705CA99E-042E-BD76-B7F9-8516B147041D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6C5D4D0-7832-ABAB-D14B-7A398CEF91E3}"/>
              </a:ext>
            </a:extLst>
          </p:cNvPr>
          <p:cNvSpPr/>
          <p:nvPr/>
        </p:nvSpPr>
        <p:spPr>
          <a:xfrm>
            <a:off x="447382" y="1763307"/>
            <a:ext cx="10693874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E20EDD-8574-231F-9CEA-AF9728F2D033}"/>
              </a:ext>
            </a:extLst>
          </p:cNvPr>
          <p:cNvSpPr/>
          <p:nvPr/>
        </p:nvSpPr>
        <p:spPr>
          <a:xfrm>
            <a:off x="992464" y="4630614"/>
            <a:ext cx="9431092" cy="1493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8F4CEE-23DD-F9E4-8580-ADC8E9246412}"/>
              </a:ext>
            </a:extLst>
          </p:cNvPr>
          <p:cNvSpPr/>
          <p:nvPr/>
        </p:nvSpPr>
        <p:spPr>
          <a:xfrm>
            <a:off x="5183372" y="1020933"/>
            <a:ext cx="6194774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9843650-98CF-EAEE-A85F-E0CE771A3F20}"/>
              </a:ext>
            </a:extLst>
          </p:cNvPr>
          <p:cNvSpPr/>
          <p:nvPr/>
        </p:nvSpPr>
        <p:spPr>
          <a:xfrm>
            <a:off x="6027766" y="676607"/>
            <a:ext cx="2495755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126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5F573-B3B5-771F-102C-5FB82D1D6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4FA8D2-BB6D-81AA-4F21-011D87EF1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0C7355-01AF-3D71-694E-EB82C324D027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3031D-B2FF-F068-041B-4C23EDAB3B85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E3B393-85FA-B3B0-B390-4D70BF2D99DE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D12F3F-0F01-A624-D1BF-E5A18B5E2874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6E2095-5E8B-7BB7-C364-12122D3C4AF4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018018-11B8-1CEA-A1E8-FB3640F968FF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85914-E665-90FF-FADF-9292CD09273E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9EB1E5-80DB-0835-EC9B-8B041B7994C8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608987-0EC6-5D26-A71B-281851502D26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098B6C-0FBE-D124-08CC-7933D24CD89A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920D49-865C-43CD-98C5-4E1E0133F39B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BA1007-365F-AD1A-5121-67E321153908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A18205-BC8C-15F3-CBC9-967CAB6FCC94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39148A-CB38-532C-DAA0-58A1378B5D6C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F3BB12-1475-44A5-8388-769E7AE53A05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0DCA64-5530-259D-87AD-928E8BA07EAC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2C8BA6-C44E-3265-B137-68A9C3DD1EEB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D13D7F-BE1F-40CA-69DE-A0813234160F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59432D-11BA-1487-35E4-9CECDF42CF01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E20284-1383-6C10-6020-DBDDE3D85A22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2020DB-E6BF-3A11-B884-76602314E3D6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2C4ACF-C513-4FF1-B9C1-ED11C9956935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FF015A-8247-E79B-41AD-471D97758A35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A28D49-B62B-CEBE-EE1D-01129DC69CCA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39F7E8-2219-EE56-B235-60F9F7A67733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B76C7B-8A95-C260-BFD9-2D904CC98052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F60752-37CE-DE00-E1AA-1FBC333646EB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D4D31C-5EE1-AE7D-9DDD-82BCA4B18A55}"/>
              </a:ext>
            </a:extLst>
          </p:cNvPr>
          <p:cNvSpPr/>
          <p:nvPr/>
        </p:nvSpPr>
        <p:spPr>
          <a:xfrm>
            <a:off x="3196269" y="115779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46F5F8-C541-83B5-6E12-010E1594B5BD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EC8A1C-87A6-6A4D-2F48-6420E1AF0E54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3FC0ED5-8B48-31FC-8E29-2EC2C239F305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BF1DD0-8C34-1AA4-C7E9-CC5E0175EA71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A53AA85-DCD1-02F6-D04A-4428D68FD9F8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C254B98-EEB8-2269-9553-A8972915935F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F2654C-BEB2-DB55-407A-F9C73B93D54A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17B250-EBB2-9FBC-F0A0-045786F36AF9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16D9D4-4D68-0A85-9A4B-E08946DF2A22}"/>
              </a:ext>
            </a:extLst>
          </p:cNvPr>
          <p:cNvSpPr/>
          <p:nvPr/>
        </p:nvSpPr>
        <p:spPr>
          <a:xfrm>
            <a:off x="217658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9685D6-592F-34F3-55E9-9573A2FF60A9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498884A-1E28-F986-43D5-1B253243BE0E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D0A0DC-768D-75A3-C08C-B4F86F048712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809178B-A846-1857-1BAC-A31D2F912B4E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3000F0-65E0-7334-9BF4-515C5972B1FA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D14CB8-7F63-2532-1470-DFB2D1BA66E4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B94A3E3-CCD8-7C07-5FFB-A8E7B9B5A696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444B27B-6726-B359-F360-C2E2D0E30E01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AE74ADB-AA52-B477-1F20-1D9FBE397FE3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A026E5D-30C6-9105-D364-30A384AF0147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5F27DF3B-48AC-32B6-E9E3-94F70A97D819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3F97F5E-AD62-CB57-BB74-27FD0879539B}"/>
              </a:ext>
            </a:extLst>
          </p:cNvPr>
          <p:cNvSpPr/>
          <p:nvPr/>
        </p:nvSpPr>
        <p:spPr>
          <a:xfrm>
            <a:off x="3676490" y="1763307"/>
            <a:ext cx="7464766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6A5DE14-5B0A-5E1F-E2FC-EE917D0F2503}"/>
              </a:ext>
            </a:extLst>
          </p:cNvPr>
          <p:cNvSpPr/>
          <p:nvPr/>
        </p:nvSpPr>
        <p:spPr>
          <a:xfrm>
            <a:off x="355631" y="2850666"/>
            <a:ext cx="10067925" cy="3273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2FD95D-F64F-4771-09C0-355B44588901}"/>
              </a:ext>
            </a:extLst>
          </p:cNvPr>
          <p:cNvSpPr/>
          <p:nvPr/>
        </p:nvSpPr>
        <p:spPr>
          <a:xfrm>
            <a:off x="5006105" y="963997"/>
            <a:ext cx="6230231" cy="40028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B25E320-BC4B-8ABB-858A-77DC41431CB5}"/>
              </a:ext>
            </a:extLst>
          </p:cNvPr>
          <p:cNvSpPr/>
          <p:nvPr/>
        </p:nvSpPr>
        <p:spPr>
          <a:xfrm>
            <a:off x="5943078" y="662022"/>
            <a:ext cx="3877845" cy="40028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728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5CC9-6644-F8B8-4DF1-26D57039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7BD093-BA48-883C-BBB3-744FEF137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17160F-C5F7-EC3D-0363-649AA26F62D9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D88EB-F7E1-F4EA-AE76-68CE99AAC8CE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3F6C84-3A1C-B07E-1607-7B030EC70600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3F1E94-0AC7-B3E2-970E-604AF594AD0A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6CE0D-1761-43C5-303F-4E03A51E94C9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9FF70-75AB-B800-56DD-7F7FB1E88CD3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30583F-6975-4455-B658-4E1F643CB5B8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F1C6BB-8F29-D5C5-3573-B0DC25F5ACF2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B14283-1B92-628D-4C71-80A21987B40A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A0F91A-2A16-7174-D3E0-5902AE45DCDB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C30D53-C14D-8C7F-9F70-C58915AD65DC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E53DE4-D4C7-A39B-E8DC-FD2514191E78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C3955E-1D05-D975-68F5-12E8ABAE0C85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B3797D-DC6C-15FE-8940-CC0BE70D5098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2ABD7C-634E-1D4F-4E2E-336D735AEB7D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CB0B46-3421-ACCB-D2F7-F5754B9B6B2C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ACA2B2-7151-1EF2-4BC2-F2CDEF3399EE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918988-4E96-E3F4-A37C-75D32437D4F0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A9BDA0-0492-4064-A209-9269F74BBDDD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61A9DB-673A-234E-A888-E960DF22236E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7E06D3-647B-F775-3C56-87AD3FDD28DF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0B3DB3-4BC6-AF53-5DC1-07F8D14F33F1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68802B-95A6-9251-A53C-0EB415E0A756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4FE654-222E-6254-D337-FC312997E3DB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C73B2D-A558-1095-F4C2-583CA398FF90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D16F6B-7622-F4FD-90AA-1F746F88EA3F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A263B2-9D9A-9644-FD4A-E6165987C4C9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3EA9E6-D4C4-F3EC-DA18-3CEA6BD84F0E}"/>
              </a:ext>
            </a:extLst>
          </p:cNvPr>
          <p:cNvSpPr/>
          <p:nvPr/>
        </p:nvSpPr>
        <p:spPr>
          <a:xfrm>
            <a:off x="1932938" y="2239389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974738-5560-3513-7C33-600F3073773F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8723E-2F59-E06E-266A-1D1698500568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FD23DF-AB04-B1BE-EEE2-2E9D7D22BEAC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77B8D4-23D8-147D-1535-A42B5CF67E05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407DFA-7D7D-FFD2-482F-D42EAAB3AC30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B7C171-6A2E-9118-ADED-C420D7C195F8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F789E7-B7E6-D868-B5FB-044C3E7773C1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AE10C2-5119-654C-9430-E46F40AE5A98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B91F5C-62CC-8538-E666-C1588EADB590}"/>
              </a:ext>
            </a:extLst>
          </p:cNvPr>
          <p:cNvSpPr/>
          <p:nvPr/>
        </p:nvSpPr>
        <p:spPr>
          <a:xfrm>
            <a:off x="217658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3CFE7D-6348-3479-E51A-6166584F8C6D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4C3F5B-116F-4AA7-6243-8B15DDD2FC24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C05C60E-BA6E-3E4F-2625-4B45CFB85852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27A16E7-BDE0-8B47-ACB0-A8E5F2E04B02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6CC4A7-A70A-9E0C-3593-5DF8CEF88985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FB91295-1A96-61DD-1DCE-5288EC0D048A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61D6C11-9749-CFCE-52DB-3CEE9AAF58C5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D3A537-B97F-A93F-786E-449019C0D5C3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9CE426A-9E46-1B51-BDD2-154A8F53FA8C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E9567D-AC40-8F95-F559-B19C040625A9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B5DF0C39-F2A9-F103-A1E8-2CAB8B2A41E8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788B656-0C17-638D-A370-98DA824BFBC2}"/>
              </a:ext>
            </a:extLst>
          </p:cNvPr>
          <p:cNvSpPr/>
          <p:nvPr/>
        </p:nvSpPr>
        <p:spPr>
          <a:xfrm>
            <a:off x="3705170" y="1763307"/>
            <a:ext cx="7436085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970C480-24FB-75D7-7025-FEE91F2B1BC5}"/>
              </a:ext>
            </a:extLst>
          </p:cNvPr>
          <p:cNvSpPr/>
          <p:nvPr/>
        </p:nvSpPr>
        <p:spPr>
          <a:xfrm>
            <a:off x="355631" y="3952376"/>
            <a:ext cx="10067925" cy="2172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3B6BFD-62B9-C6D6-F47B-01796B4FC217}"/>
              </a:ext>
            </a:extLst>
          </p:cNvPr>
          <p:cNvSpPr/>
          <p:nvPr/>
        </p:nvSpPr>
        <p:spPr>
          <a:xfrm>
            <a:off x="5249136" y="867746"/>
            <a:ext cx="5416719" cy="3838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6AFB483-D09D-1EDE-F49F-F68E2E044875}"/>
              </a:ext>
            </a:extLst>
          </p:cNvPr>
          <p:cNvSpPr/>
          <p:nvPr/>
        </p:nvSpPr>
        <p:spPr>
          <a:xfrm>
            <a:off x="5907000" y="694085"/>
            <a:ext cx="3158835" cy="3838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B827258-1C89-CCB5-349C-48B321B38602}"/>
              </a:ext>
            </a:extLst>
          </p:cNvPr>
          <p:cNvSpPr/>
          <p:nvPr/>
        </p:nvSpPr>
        <p:spPr>
          <a:xfrm>
            <a:off x="2155389" y="2863765"/>
            <a:ext cx="4166719" cy="2277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6134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A0608-195E-ABC2-0AB4-4868DB41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CAD7A2-6A6C-353C-6310-8BA4F2A52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07D502-0A4C-02EE-0546-6482E8E6D82C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7EFF39-E091-FBE0-E623-6E3D474191C0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34E5B5-5790-D1B3-9082-A5A70B556791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6464AF-5F10-756B-7298-F8F940849B64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FB518A-2045-E7ED-3D9F-197396158D7E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67ADAE-792D-D380-F576-E68A905F5817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99A07E-DA82-FC1E-DB4A-3C085C619608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CD06C1-2FD9-338F-758B-8AFD1D10DBA2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F49E5B-43F3-2CD4-D00D-805517292408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787A50-8EA8-5533-6E31-DF073CDEB209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158EC2-328C-B797-3F00-2DEC6CE402F5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D14295-1CED-769C-E3F6-DF98520C4491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1AE9EF-5FE2-7065-46DE-B5E8302FBA37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D3123-13E4-8D42-5D31-FACA1BA00BB0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F4592D-2944-2777-CE6C-764699603EA0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3B1585-6544-C52D-F5E5-F6A9EDDF1770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336993-1C61-D302-B2A3-A67DC9544D45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5F8DE0-2E24-EA5C-046A-7E00A0184D27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E70002-8D54-1265-6BE8-317510FA226A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2D1F96-BCE6-D718-C7AB-9BD506E5373F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41850A-CD11-5CAF-3B9C-460F9350B04B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31A0DE-A59E-1313-EE23-6D5218AA8E7D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A4F8A5-D641-FC1E-AFEB-53BC4559A4C9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DEFDED-B64D-C806-6BF2-5529F893D34B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54BC59-C974-7604-E28A-F086A156519A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A29C39-149A-D3DE-9C76-8BCB4ADC876F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2D7BB0-7CEF-D9C3-3A48-A2F0201A7E2D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053664-966A-2EC1-1D15-067D17B1210B}"/>
              </a:ext>
            </a:extLst>
          </p:cNvPr>
          <p:cNvSpPr/>
          <p:nvPr/>
        </p:nvSpPr>
        <p:spPr>
          <a:xfrm>
            <a:off x="1040507" y="3355155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8EAE76-C333-4EDE-5CF9-879A450C6535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05754-421C-ADA5-A648-3E312ED0E583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A73A3E-8295-D24A-02D1-B24E99127720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9441C7-879E-7ABE-AA05-254DE0D47D76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DD17D8B-C9BB-92DF-8A43-82D9C7249517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707BA8-27E2-9A61-1D3F-1680D74686BD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A7D102-901A-5AFC-56D2-7624B3CDC433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C16ADB-1CCA-4457-BFDE-4CBFCE354402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16701E-5A94-537D-7C7D-B4999EED75ED}"/>
              </a:ext>
            </a:extLst>
          </p:cNvPr>
          <p:cNvSpPr/>
          <p:nvPr/>
        </p:nvSpPr>
        <p:spPr>
          <a:xfrm>
            <a:off x="2176582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A3D9CA-3094-9AC2-3173-3CB2313F4B06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EE3D09A-6D44-5EEC-912F-650BBD939809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4836F2-D217-2A70-1E20-74B7BD520030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9D32D6-78C2-655E-4698-D356DA415CEF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468B9E7-1FE5-8350-29AD-DEABAE3AFA62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0AE8FB-A04C-DFED-E55D-7F357A69F1BA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2ECC58-75E4-7DFA-ECE8-3CF76DB15C2D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13FFB03-AD4A-DD5B-39A4-E65DC6E73456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8C4974-DFCB-8151-1206-18A3BE3DF222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18EB90-A0F9-8892-F378-E44EC574EE7D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F16331BA-095C-206E-06A0-154D9D148F6D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321622B-12F1-887D-FDE4-79AD9D46FCAA}"/>
              </a:ext>
            </a:extLst>
          </p:cNvPr>
          <p:cNvSpPr/>
          <p:nvPr/>
        </p:nvSpPr>
        <p:spPr>
          <a:xfrm>
            <a:off x="3705170" y="1763307"/>
            <a:ext cx="7436085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8ADC2F2-4A48-390E-7B15-42875DA9A87F}"/>
              </a:ext>
            </a:extLst>
          </p:cNvPr>
          <p:cNvSpPr/>
          <p:nvPr/>
        </p:nvSpPr>
        <p:spPr>
          <a:xfrm>
            <a:off x="1813237" y="3920618"/>
            <a:ext cx="8610320" cy="220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C318C9-E6B5-C54F-C7D0-5A0146A98E2A}"/>
              </a:ext>
            </a:extLst>
          </p:cNvPr>
          <p:cNvSpPr/>
          <p:nvPr/>
        </p:nvSpPr>
        <p:spPr>
          <a:xfrm>
            <a:off x="418764" y="5021794"/>
            <a:ext cx="3280782" cy="11123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8E18E4-D73A-CDA4-53E1-B7EF653DBD2D}"/>
              </a:ext>
            </a:extLst>
          </p:cNvPr>
          <p:cNvSpPr/>
          <p:nvPr/>
        </p:nvSpPr>
        <p:spPr>
          <a:xfrm>
            <a:off x="2267666" y="2840073"/>
            <a:ext cx="8610320" cy="220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F1571E-9ACB-32B4-137D-DB0F685C28E3}"/>
              </a:ext>
            </a:extLst>
          </p:cNvPr>
          <p:cNvSpPr/>
          <p:nvPr/>
        </p:nvSpPr>
        <p:spPr>
          <a:xfrm>
            <a:off x="5962695" y="690725"/>
            <a:ext cx="5855335" cy="42447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730518F-75B5-486A-5F04-1C79BBA7F553}"/>
              </a:ext>
            </a:extLst>
          </p:cNvPr>
          <p:cNvSpPr/>
          <p:nvPr/>
        </p:nvSpPr>
        <p:spPr>
          <a:xfrm>
            <a:off x="5229694" y="1004769"/>
            <a:ext cx="3680185" cy="33500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305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5920B-5B1F-446A-2AE7-89D80A83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5D8FD9-3C27-9B7B-2DDE-9312B67CC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0554D0-1048-CC7D-1516-9CDC018B7E29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A4A693-0FDD-C637-8E0F-3C086D81E827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983656-9025-271D-EB1E-91D99814AA0A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4C1E19-DAA1-67B5-E39F-EB60728928E3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768C6E-6B84-185A-8877-9978AD46BDB0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976537-6292-122C-72CF-5D1F7DD82101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210996-AD4D-EC3D-E927-6FC9552206B3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D1D76D-AF10-C15E-4581-37CE803559B6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F8D0DD-3CEB-2E40-5D25-C6B6AE325CED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A2195-13A0-C8EE-154E-D2CA5060C21E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7A3343-3D13-B689-5418-19C74AA5FF31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9CB65E-8792-0EAC-61CD-FA5EA3DF8F2D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BBBC8-B364-FBDE-0A83-C0FC3C10C6A1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7C2061-1110-5228-962D-020D0651C262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885CDE-2D97-2772-8E94-D41BC05735B7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730CA6-731A-AE25-609B-5154F1CF84BF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838C11-C1E6-617B-4CED-807CC98BD099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B5E673-8749-88DA-4F84-C9185170BFD8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21E209-FFDF-23F4-81F0-1AA98B23AAC7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041D27-635E-4C7A-FFB2-26464C685C58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6B08F2-8924-54C9-7CB7-551F133AA914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8725EB-27D7-67C2-B5D5-37BF51977F8F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47A3EC-BA43-D3DA-F271-4D6B89031289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F5E892-1A6E-6E3B-4FCE-DED8FF293F27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A051CD-ED0C-F996-8991-057D06F8C342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E001F3-400D-1108-496A-398085AE7111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BF9784-771F-A462-28C3-C6BB3EDC8552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844FA7-2732-FE30-7B44-76095025389E}"/>
              </a:ext>
            </a:extLst>
          </p:cNvPr>
          <p:cNvSpPr/>
          <p:nvPr/>
        </p:nvSpPr>
        <p:spPr>
          <a:xfrm>
            <a:off x="1036466" y="4409707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9F5BC0-01B2-6548-9DB5-1E2A1A28B2E5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9A3E3E-D340-39D3-B169-5BBC06617E24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0D83D9-8879-2C97-36B0-75C7245C468F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1087DC-C8E1-A705-00FD-C61688D36099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4071173-CC78-5CF9-1B03-C67D07FE8DE0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1BE6B5-7951-ECEB-D745-58EB172A81C6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809E15B-C117-6CD2-21E0-824C2603F951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C8C190-C007-82E1-FB13-2157F36831B0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02582C-C606-C0F9-CEA5-3E2F64E85B34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BF338D-E29F-CCF7-1625-8DF2C1713E31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9246F27-5B5D-A06F-12DB-6AD51ABD1C20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6B7403-8B5F-12D5-43F2-FE2F41C80F9B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D4D2B8-A231-8D15-B3AB-E6597EF77477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CA9BC8-1C50-8EEB-323C-2A04DA3E9ACE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AE95B6-8175-B83A-C691-4CAA78F20F87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711A91-CCDF-F485-A467-D7CC0F64066D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32E78C-14F5-40EF-01A1-80D461D21CE4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2D5CB24-4D45-A9F9-8054-577D80ECB0C4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18882B94-1791-813F-D083-F5C2C510B15E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0AA06A3-826E-4B8F-0B12-6FBCB214A6BC}"/>
              </a:ext>
            </a:extLst>
          </p:cNvPr>
          <p:cNvSpPr/>
          <p:nvPr/>
        </p:nvSpPr>
        <p:spPr>
          <a:xfrm>
            <a:off x="3705170" y="1763307"/>
            <a:ext cx="7436085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90E2043-B2BA-C4B6-7B4E-A084D347F83D}"/>
              </a:ext>
            </a:extLst>
          </p:cNvPr>
          <p:cNvSpPr/>
          <p:nvPr/>
        </p:nvSpPr>
        <p:spPr>
          <a:xfrm>
            <a:off x="2209130" y="3923301"/>
            <a:ext cx="8192208" cy="220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9A464F-3374-F9C9-40CD-1A3E7EF1271A}"/>
              </a:ext>
            </a:extLst>
          </p:cNvPr>
          <p:cNvSpPr/>
          <p:nvPr/>
        </p:nvSpPr>
        <p:spPr>
          <a:xfrm>
            <a:off x="1876575" y="3840965"/>
            <a:ext cx="3280782" cy="11123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36A890F-C79E-1C96-1006-2592DC061D49}"/>
              </a:ext>
            </a:extLst>
          </p:cNvPr>
          <p:cNvSpPr/>
          <p:nvPr/>
        </p:nvSpPr>
        <p:spPr>
          <a:xfrm>
            <a:off x="5275293" y="914819"/>
            <a:ext cx="5645123" cy="3477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AC0CEAC-F06B-DF65-5CB1-15D858F5CECE}"/>
              </a:ext>
            </a:extLst>
          </p:cNvPr>
          <p:cNvSpPr/>
          <p:nvPr/>
        </p:nvSpPr>
        <p:spPr>
          <a:xfrm>
            <a:off x="2225476" y="2826299"/>
            <a:ext cx="5645123" cy="1849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E80AB75-2C30-19C0-E009-2E274CCD0D54}"/>
              </a:ext>
            </a:extLst>
          </p:cNvPr>
          <p:cNvSpPr/>
          <p:nvPr/>
        </p:nvSpPr>
        <p:spPr>
          <a:xfrm>
            <a:off x="1666854" y="4945300"/>
            <a:ext cx="5564730" cy="11868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27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01E42-B665-0E52-40E4-7FD96E778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88EF6F-A931-8A70-18FE-3C713C1CD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584C55-CAC3-BDA9-F445-20D71F0907C5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92CCBB-3903-D6AF-FF9A-97DDCAF9D8BB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901CBE-C30C-93B5-4F0F-855551F360AA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17CF11-CEF9-403C-F97B-DB6D14D20988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1384FE-8552-9D78-B4C6-DEB983654965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63AC9-4162-DA3D-25D7-2C3EB5FD4606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B93E9F-51CF-F78E-B531-3C4CB57AF12E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33B953-A0C6-7059-F862-BDA4BB8CB7C1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CA082D-B5E4-EDE4-B0FB-157F92738996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147FC2-18B6-7104-DA3C-934FB14B5030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3D293B-2006-11D0-EB8D-FC3E82F9D61A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C2310A-568D-1A07-57CE-00616BD231C4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F8BAD5-97C0-F236-872F-D6A32ABC9F3B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C71DA4-8F45-ECFA-7399-B209D46D489D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5E22CB-21D8-056F-3C37-D03CB704BD9A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215901-1895-178E-7314-3F3EE767D0D1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818B66-674D-A8FA-8B87-C13F6A322790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8442C2-B014-6F53-2ECD-EF90DDA7CAAA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570B8C-9202-E3D2-4AC8-61D3A8334F90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BFBC36-31C4-9D59-E404-4944413A9F7E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32C5B4-7DBE-56AF-6582-E13353017200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8D76DB-E846-2A17-EB33-DC340C5B4656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270502-704A-30CE-85B6-EB649A7BEEB1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BBD938-6B9B-4508-1C86-8896136DBF28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21198F-023E-8FB1-F7D6-518A79683DB6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F09869-7CDF-EFB6-0CEF-8050CDC4513C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99303A-587E-15D2-6479-6E4CEB55BDDA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7B05B1-7D49-EEFF-FB25-EF4CAB6DDC03}"/>
              </a:ext>
            </a:extLst>
          </p:cNvPr>
          <p:cNvSpPr/>
          <p:nvPr/>
        </p:nvSpPr>
        <p:spPr>
          <a:xfrm>
            <a:off x="1046920" y="5518114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8388B0-0255-3C07-3ED0-96D7A7373B03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FE8EC2-7338-CCB5-BA85-0A0F0E7F449C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9DC446-65C2-3482-9440-2C8D42ED5FC1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67AA19-B534-6BDA-8A12-ACAB14B66A4F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69CE28-D557-EAA0-9621-B6FC028305D8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31404E-1B45-4877-C774-EBE427AF63B9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65D848-C9EC-8C0D-29BA-FC400964CD88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0E2235-E502-8812-7C56-1CE3B9D525AC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5BA897-CD92-1B9E-CD47-37923F132CEF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733B10-CC30-E2D5-D6D2-1CCAF405EFF7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7A7924-9CAC-6DE6-126E-BA84DC9AB5AC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9143704-FEE6-31FB-6C0A-BC51CD4F4B49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AE45C3-321A-BFE4-468C-B01C15F7989D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078F2F-995F-DC46-30E1-28A7DA76BBCB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90728F-D10C-981D-51B3-4EA28EC71331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1D7E98F-54B1-669A-7DA9-269AFDFE85D5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E0BAC56-A442-6308-3AA7-E4A551035D37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75068D7-F8A3-E6C8-3441-2CAC4CF18FA1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1EC878E6-E31B-9359-589D-B724E1221401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0A8A536-8C2A-C7BE-C902-453195D38B63}"/>
              </a:ext>
            </a:extLst>
          </p:cNvPr>
          <p:cNvSpPr/>
          <p:nvPr/>
        </p:nvSpPr>
        <p:spPr>
          <a:xfrm>
            <a:off x="3705170" y="1763307"/>
            <a:ext cx="7436085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19396F2-5D11-6599-F862-2EF3A3E5693C}"/>
              </a:ext>
            </a:extLst>
          </p:cNvPr>
          <p:cNvSpPr/>
          <p:nvPr/>
        </p:nvSpPr>
        <p:spPr>
          <a:xfrm>
            <a:off x="2209130" y="3923301"/>
            <a:ext cx="8192208" cy="220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2F63B3-9B86-E668-FC08-98C2945653D3}"/>
              </a:ext>
            </a:extLst>
          </p:cNvPr>
          <p:cNvSpPr/>
          <p:nvPr/>
        </p:nvSpPr>
        <p:spPr>
          <a:xfrm>
            <a:off x="1876575" y="3840965"/>
            <a:ext cx="3280782" cy="11123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FA40111-EC1E-6C23-6F53-E5973C15E05E}"/>
              </a:ext>
            </a:extLst>
          </p:cNvPr>
          <p:cNvSpPr/>
          <p:nvPr/>
        </p:nvSpPr>
        <p:spPr>
          <a:xfrm>
            <a:off x="5090865" y="887854"/>
            <a:ext cx="4804458" cy="32303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400DE71-CEEA-A5F1-196D-C3531D8D6201}"/>
              </a:ext>
            </a:extLst>
          </p:cNvPr>
          <p:cNvSpPr/>
          <p:nvPr/>
        </p:nvSpPr>
        <p:spPr>
          <a:xfrm>
            <a:off x="2295366" y="2841478"/>
            <a:ext cx="4287139" cy="32182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EBA17E8-1C9A-9C1F-CAD5-E4815C0FB50C}"/>
              </a:ext>
            </a:extLst>
          </p:cNvPr>
          <p:cNvSpPr/>
          <p:nvPr/>
        </p:nvSpPr>
        <p:spPr>
          <a:xfrm>
            <a:off x="1657315" y="4941927"/>
            <a:ext cx="4287139" cy="1185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549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DABA3-C62C-E10F-BD0D-E9654E2C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DE6F68-B0D6-9FA1-8443-1B923DB85D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829893-0C5B-8B2B-B1A2-C8A4434808CE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FA7D72-0A75-7C41-5BDE-FD769E076D75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29393E-6ED1-01E3-F62E-BEE8CF9D2146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B82335-91BA-E41D-499F-E5BA321C0822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8CA85-0728-6B8A-451B-BCEB1F933B5B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7F877C-BA62-17D1-E3F3-2932BAB16926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3A825A-CAB0-6CBA-F476-0D45C5D3070C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BC5940-11E8-51C4-654C-C1D69E8AA0C8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37FB46-FD42-D10E-E48F-5A3DD55BBF5D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621D3C-F2BD-598D-6BFE-5AE4BE687B67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20EDDD-7926-1179-6D51-6C3937CD8AFA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91D345-3CC1-739E-F8DB-1AE255A71F6A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39B2A1-16A1-1EE8-2467-B76731E7D12C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F145BE-1210-28C7-9132-E37800E20A27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1034AB-B3DE-8F2E-2A4F-B27E97965B56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01B915-C023-2E33-2AD1-C6088A373BDE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3E93DC-F2D2-0AF6-03FC-1714C4F23969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203F21-8D11-102A-B516-41739870A5A9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A2A3E2-D009-AA13-3C22-9D3F3912811C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B23254-C537-459A-567D-A0FF683CA3D1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DAD960-9059-BC41-E025-469F5745BE21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AE5DFB-0D92-41BA-0F11-5F16E9F7DCB8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E0A646-37A4-F1A6-D107-E7712DCB54BB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C5D662-64B4-E0A6-D413-735B0F1C7ADB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D5E159-5C0F-4C47-09F5-847DE5C465E8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A9A46B-7A63-615D-CA72-0DFAD0BB12BC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8FDCA3-1C8F-705F-81DB-1A17CC1B8533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E4518A-11B6-046C-8557-79F5E0A40474}"/>
              </a:ext>
            </a:extLst>
          </p:cNvPr>
          <p:cNvSpPr/>
          <p:nvPr/>
        </p:nvSpPr>
        <p:spPr>
          <a:xfrm>
            <a:off x="1661988" y="5510071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9F2AB4-1B9E-EEF5-ECE3-568017FC7F24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1C300C-B246-1B3E-00B7-9C98096638D7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2C63AF-2F67-4CF3-F827-4798B33A2518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0786C3-5FA5-F6E3-1654-FE796522FB1B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7AA5B7-F74B-EDF8-C060-4246719B1213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A68421-7147-B8EF-DFF7-76A6BAFE56DE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8B617E-7E9D-8A01-C644-852AA4332F47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685FE4-9DF1-68DF-5E5C-53927B452238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0330D1-5452-B1FA-13C0-43400D649AB1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3F26CD-1511-7484-5D2B-CB15F6A1D5D2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8BD080-E3F4-1C39-0029-CDFDD31DAE3E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FA335D-BEBF-F0A9-5060-FB5ED3136339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470403-D2DA-FA5E-4770-7E32ECDF57C5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45B8AE-0C10-86D4-1749-DD2FDAD4CDF9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665FAC-3159-9957-4962-BD430E8D1070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F52309-1C78-A5D0-895B-2A6E918FA5A9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E1AE448-14E2-32DA-A52C-94B5CBA1CF93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D9BF6FA-F157-379B-F412-1EAD4238F3D8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6034C8-08D7-E297-A8A0-F057FE7DCD36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2AB14C51-9347-60A7-C316-7A0E1571E746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CE4E7F-61B1-CA0E-7445-C708AB3B9D6E}"/>
              </a:ext>
            </a:extLst>
          </p:cNvPr>
          <p:cNvSpPr/>
          <p:nvPr/>
        </p:nvSpPr>
        <p:spPr>
          <a:xfrm>
            <a:off x="3705170" y="1763307"/>
            <a:ext cx="7436085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5CB3220-0F84-A705-3378-A79CE7C7FCFD}"/>
              </a:ext>
            </a:extLst>
          </p:cNvPr>
          <p:cNvSpPr/>
          <p:nvPr/>
        </p:nvSpPr>
        <p:spPr>
          <a:xfrm>
            <a:off x="2209130" y="3923301"/>
            <a:ext cx="8192208" cy="220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2036E8-D888-835E-D6C6-C9CAF68EC9D0}"/>
              </a:ext>
            </a:extLst>
          </p:cNvPr>
          <p:cNvSpPr/>
          <p:nvPr/>
        </p:nvSpPr>
        <p:spPr>
          <a:xfrm>
            <a:off x="1876575" y="3840965"/>
            <a:ext cx="3280782" cy="11123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335926-5974-98FF-E3A0-6EB6FEEE41C9}"/>
              </a:ext>
            </a:extLst>
          </p:cNvPr>
          <p:cNvSpPr/>
          <p:nvPr/>
        </p:nvSpPr>
        <p:spPr>
          <a:xfrm>
            <a:off x="2302886" y="2841479"/>
            <a:ext cx="8136841" cy="33269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32B7A2F-C172-17C9-8EE0-E933375F24A8}"/>
              </a:ext>
            </a:extLst>
          </p:cNvPr>
          <p:cNvSpPr/>
          <p:nvPr/>
        </p:nvSpPr>
        <p:spPr>
          <a:xfrm>
            <a:off x="5249136" y="923731"/>
            <a:ext cx="5867240" cy="2987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748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95DE9-6FE3-FBF0-AAE6-247E95619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29815B-B2BB-30B2-B6F1-74F614E46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D747C4-688A-D18E-1678-6AC1186EEA70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15A960-37A5-AF97-9F7E-54F7F9631B1C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EFB02D-819A-8B17-42BF-0AEC0DAA4A68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8956F6-FCA3-9F8B-A511-2EFBF059853E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B8013A-7C92-9D8F-EA68-1EF6BA51685A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CB020-8D72-01C1-BFDA-192849167808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C80E98-0F35-4913-6CD3-031044D6950F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CDCCC9-05B3-FDAD-2718-34265A9D32A8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22DA3B-14BF-CA41-29EB-BB2DABE812F0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206574-028F-C34B-9986-3A3DCCC5C491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ABFFBD-F08C-367C-EFAC-87014C3557F9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DA7C2F-6A12-6C94-5E3D-B40041B2E5F3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8584EC-9060-757A-51E0-C3A733D8139C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3F17B2-BB82-6997-9358-10138C3E34DB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D3F065-C686-0B7B-F33C-8D9C42D55087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CEF9C4-EFE9-9C14-C27C-C5C87E3DFD4A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1276C0-F8BF-39FB-4CF4-3A9BF9FFDF40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BBEB2C-FF88-A8E3-F2D1-EDE2DCC112DB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2DAEE5-44D7-DD29-44F7-DD8429B1620B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3B0247-E3DE-3B00-9487-9E93BFB9ED90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ED689F-A67C-1209-9BFC-412CE3FE03FB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82DFDB-2367-E990-3E5F-27CFA6EE39B3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AD79F4-8906-8103-508B-4FBFFF542990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02A941-0C83-1E9A-2B0F-76EE9C96DE0F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DDB951-2BED-B7C7-D9D3-11A1B35545AA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6394F9-F9B6-D4F6-ACD9-797FEBEDC81B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771257-ACB5-0677-BED9-00E146FC236D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A6E47F-E6C8-1CAF-8581-25720104C409}"/>
              </a:ext>
            </a:extLst>
          </p:cNvPr>
          <p:cNvSpPr/>
          <p:nvPr/>
        </p:nvSpPr>
        <p:spPr>
          <a:xfrm>
            <a:off x="2867375" y="3283491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358354-4C04-6A3E-7C02-C37F096BDD5A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D7AB71-1AB9-1BD5-3412-B89EC884C1AE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3FDADC-FC5A-0475-9143-F30973282F91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C0C626-FF62-5CC9-3F9E-E54A57832EDF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E8F3B2-8C7A-4427-7785-788D2D794C32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384767-0904-76D4-95D4-084CECCFD0DB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51F1DF-A054-27C7-1C60-50304C6FD379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DA46E9-0B2A-F047-1105-A2010586D7E0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FFFCDD-D180-5F27-D61F-10895EDABA02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1C1F72-C203-6E74-2535-4FEF9A39C9B4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94C880D-CF15-00E8-9927-84847B2BA8D3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F612F8C-38CE-ACBE-5F1F-BEAEB87BC6F3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417E00E-81D7-E620-FDF8-9F10FBB4A10D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6277FC-7807-1847-2AF9-561F5BBE5F84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0F9CDB-8B7B-1C45-9F4B-0EC41295555B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322EE9-45C7-216C-5E19-4DC21AD91A8B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A27DEB-9BAE-B816-EA6D-909CD8F003BD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275C246-FF5D-442D-73E6-1CF50021F415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06FE6D7-4CAC-7DB0-3C92-A843592553C6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69054D83-1AB8-FDA0-A33F-B91904671577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7E5C86-A3F8-2298-B71A-D7A0CB3E2EC4}"/>
              </a:ext>
            </a:extLst>
          </p:cNvPr>
          <p:cNvSpPr/>
          <p:nvPr/>
        </p:nvSpPr>
        <p:spPr>
          <a:xfrm>
            <a:off x="4654565" y="1763307"/>
            <a:ext cx="6486690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032568A-C3CE-8885-E852-D293AFED1CFE}"/>
              </a:ext>
            </a:extLst>
          </p:cNvPr>
          <p:cNvSpPr/>
          <p:nvPr/>
        </p:nvSpPr>
        <p:spPr>
          <a:xfrm>
            <a:off x="2209130" y="5057199"/>
            <a:ext cx="8192208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496D9C-65FF-0F0D-EE3C-B4B03D8F2387}"/>
              </a:ext>
            </a:extLst>
          </p:cNvPr>
          <p:cNvSpPr/>
          <p:nvPr/>
        </p:nvSpPr>
        <p:spPr>
          <a:xfrm>
            <a:off x="4521993" y="3695421"/>
            <a:ext cx="4273428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2CE17D4-CA01-3EA3-E887-3FA39282BF4E}"/>
              </a:ext>
            </a:extLst>
          </p:cNvPr>
          <p:cNvSpPr/>
          <p:nvPr/>
        </p:nvSpPr>
        <p:spPr>
          <a:xfrm>
            <a:off x="3625979" y="1871658"/>
            <a:ext cx="8192208" cy="2061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86950A7-7601-08A1-D1E2-4BD1721C86ED}"/>
              </a:ext>
            </a:extLst>
          </p:cNvPr>
          <p:cNvSpPr/>
          <p:nvPr/>
        </p:nvSpPr>
        <p:spPr>
          <a:xfrm>
            <a:off x="5276067" y="910822"/>
            <a:ext cx="4273428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CC344C4-6281-6BFF-7F66-92771F19FD58}"/>
              </a:ext>
            </a:extLst>
          </p:cNvPr>
          <p:cNvSpPr/>
          <p:nvPr/>
        </p:nvSpPr>
        <p:spPr>
          <a:xfrm>
            <a:off x="1944390" y="3927665"/>
            <a:ext cx="5191153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554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8ED3-3429-E15B-EEB6-18627DBB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66BE67-408C-1CD9-E95B-2DC9458B7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7B058C-BC07-48C8-2FBE-16CA2584FFA5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715CE1-92E9-92D1-6E87-8A971CEA431D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68C722-1E23-5714-C5BE-8B4519A1A249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1813DB-EACA-9D2C-1193-C303941EA228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BB985E-6C6A-AE63-22FF-7F739D44A590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19E192-E2AA-90FF-A938-F3D5C8807FC9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8C5B16-2F5D-EFC3-3142-CA09C39550C6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B99E7C-112B-C0EA-07CF-EDFB5C5814A4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85BC9A-0EF5-CA6B-17AE-D53D9D69C40F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7AA35A-D99D-FDE7-7BC7-02E3AD77A30A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BD2708-D6DF-8CA2-50B3-DF75DAD6D807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FD509A-439B-D70D-BA89-C93954790F24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B7F440-0B02-4163-7593-A346F6D19DAF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8D0884-74C7-1684-DAEC-A0DBAF26C786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083537-8CAC-A428-1ACB-1520E2C984DA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7E3FB1-E70D-4F7E-D554-2100467E6778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B2367C-16D3-F955-EE5C-6728D3644274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E835D7-3783-E5BB-C963-529CA00C4268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AA8CB0-FD51-8763-F069-61F992F1ADA1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474C5E-A11E-3532-DE87-70CB90F3A8E4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BD0E7C-5439-BF62-1F4A-BC7A8F445062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69C60F-5088-93B5-CDCE-D0C1658A648D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8D9CBA-6B0A-9A30-07F4-4101EF4A917F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CE80B4-1B1A-2277-585B-C6B1A219F82F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BF8CDC-8599-CEDE-A2C3-3746B3FDA883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897CF6-C962-11CE-2A0A-F1F431D7F4B9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EF7271-52C1-AA1B-8D5D-3FE31EB545E7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F41C0B-7EA2-C886-4A27-3DE91EB5543C}"/>
              </a:ext>
            </a:extLst>
          </p:cNvPr>
          <p:cNvSpPr/>
          <p:nvPr/>
        </p:nvSpPr>
        <p:spPr>
          <a:xfrm>
            <a:off x="2042285" y="4445112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5BB869-500E-5B51-A960-F35F2AADB20C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A6A55C-F07B-B482-2E9E-D1B84BA3183D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11FF53-7AA4-814C-D88D-30118642F4AF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C6AE48-E10F-8CCD-C661-A19A995F3F11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6E7EE6-00F5-11A5-3DBF-308816470577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27DDCC-64F1-4371-E4C8-D6FE034B5F5F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6F8FEF6-BAC4-2FE0-3F71-CB9719391229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4A884B-A649-4F24-1626-EC3EE56FDFAD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4D6621-A09A-38C4-68D7-75196B13F3D0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FF5B8B-E728-FAA3-263B-9B1FEEB4CDF5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303EF1-3509-04DA-9811-C478D3AFC9D3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4772B9-B845-4227-C5FD-3121988FD392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3B5175-0DD6-4C79-B7DC-A7D7B8393F0A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3D715A9-A4D8-9975-959B-6BD4AAEBA2BE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0B533E-1104-5D69-63AA-116A9C1202A8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E71D28B-9651-BFB9-76D7-BDB7BCD5480B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AA3AE45-13C2-F1B0-9CAE-AADF98D041D4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AC8D47B-C073-E926-2058-D68DEAC0B797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BB7885-B579-F185-2413-8282482984BE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458ADFE6-B1A7-D841-F548-7F00A63B05C3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642EBBA-56BD-ABE8-1E30-40D4DD927979}"/>
              </a:ext>
            </a:extLst>
          </p:cNvPr>
          <p:cNvSpPr/>
          <p:nvPr/>
        </p:nvSpPr>
        <p:spPr>
          <a:xfrm>
            <a:off x="4654565" y="1763307"/>
            <a:ext cx="6486690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83D0CB9-7BBA-98CD-FF02-49AD5A841990}"/>
              </a:ext>
            </a:extLst>
          </p:cNvPr>
          <p:cNvSpPr/>
          <p:nvPr/>
        </p:nvSpPr>
        <p:spPr>
          <a:xfrm>
            <a:off x="3451004" y="5057199"/>
            <a:ext cx="695033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10A423-230A-3EC7-8B25-5FA353DEB2EA}"/>
              </a:ext>
            </a:extLst>
          </p:cNvPr>
          <p:cNvSpPr/>
          <p:nvPr/>
        </p:nvSpPr>
        <p:spPr>
          <a:xfrm>
            <a:off x="4521993" y="3695421"/>
            <a:ext cx="4273428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5AE04C-0104-2DAA-A6B1-2DC5B469BBF6}"/>
              </a:ext>
            </a:extLst>
          </p:cNvPr>
          <p:cNvSpPr/>
          <p:nvPr/>
        </p:nvSpPr>
        <p:spPr>
          <a:xfrm>
            <a:off x="3625979" y="1871658"/>
            <a:ext cx="8192208" cy="2061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BD7667F-7028-7B94-126E-71C3D64FA5B8}"/>
              </a:ext>
            </a:extLst>
          </p:cNvPr>
          <p:cNvSpPr/>
          <p:nvPr/>
        </p:nvSpPr>
        <p:spPr>
          <a:xfrm>
            <a:off x="5231951" y="789423"/>
            <a:ext cx="5327209" cy="1063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5AB7E0-38F0-BEB1-0311-8B9A42AEC95A}"/>
              </a:ext>
            </a:extLst>
          </p:cNvPr>
          <p:cNvSpPr/>
          <p:nvPr/>
        </p:nvSpPr>
        <p:spPr>
          <a:xfrm>
            <a:off x="2786986" y="3964563"/>
            <a:ext cx="5327209" cy="1063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1FC2CBC-F37A-DA03-B8BE-73FF3CF35CC4}"/>
              </a:ext>
            </a:extLst>
          </p:cNvPr>
          <p:cNvSpPr/>
          <p:nvPr/>
        </p:nvSpPr>
        <p:spPr>
          <a:xfrm>
            <a:off x="2810925" y="5022174"/>
            <a:ext cx="5327209" cy="1063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84C9F29-4193-0241-4505-C42A191BEA63}"/>
              </a:ext>
            </a:extLst>
          </p:cNvPr>
          <p:cNvSpPr/>
          <p:nvPr/>
        </p:nvSpPr>
        <p:spPr>
          <a:xfrm>
            <a:off x="2198773" y="4975854"/>
            <a:ext cx="5327209" cy="1063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9758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6EBAD-25BF-4D50-5A58-08746A09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5890FC-22AA-77AA-B3B0-34EB93777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46A745-F415-ABEA-D854-DD43B3766362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B178FF-A6C8-8274-FF62-3E2FC3B76E35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B2D750-9CD5-EC8E-E17E-F15F7C2A2DAB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D2BFE-5E0B-766A-3249-6969552D498C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CA95D1-7A8F-201B-2656-9A47AD61FE05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F058FB-790D-C15F-EEC8-082902D522E1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7CF248-FCEE-B2F2-9B05-657D7F2F9EE4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38D22-709C-DDB2-DE8E-219BBFEC5C18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C2AAAE-35CB-B972-76EF-59FACA18BDE2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6966C-2871-0AD1-15FD-9E35019F62C6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DB1756-785C-74A4-635F-50617A9BF85C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E6549C-7710-FF93-0AF9-4CCA17BA124C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924C75-DA68-3DCF-3085-E1B108475C9A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8D76C4-368B-0871-27FD-CBDD12CBB9B3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4DEE1F-E4F0-7877-1884-1D381A7631E4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B44760-D88E-BE98-888E-8AFF4DB0E7E3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A1CA5B-26F0-2E7E-B0F2-E065375245B7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DF62A7-AA12-91DE-F84A-58A96988AD0C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2CB906-062E-9FE7-762C-AF729602AB66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EB7221-F387-FC4F-4459-48EEE47E1228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E39F8E-1A84-11BF-62AF-ADEC2EED8E8E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E194E8-C69C-9D7E-B3C8-1DCC03537CFF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1AB17A-BDC4-D29E-4520-32205080C6B4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3F2EDB-234A-630B-33B9-7A230917FE6F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C0D3E3-F683-71C9-0E11-6338CBA7BE58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0937F0-744C-F497-0C68-FF408500EB83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0CD1B8-1F4B-021B-FFD3-C4474CAAE0B1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8D846-85A9-4D27-3598-2E691DBA354E}"/>
              </a:ext>
            </a:extLst>
          </p:cNvPr>
          <p:cNvSpPr/>
          <p:nvPr/>
        </p:nvSpPr>
        <p:spPr>
          <a:xfrm>
            <a:off x="2290094" y="5518114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B98D152-0EC2-7194-EC4E-1DC2FB8B3848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435A50-1C94-D36A-7C60-44A4F65B09FB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32468C-8B9C-8D99-5CFC-E2B0F56A5907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574076-D54B-BB2C-9CA9-6EC0C1EB783D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7BFB29-25E6-D0D3-06F6-A9AB8E817F7A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4AD62A-0B0A-CEE9-4BD0-36019DF25313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A33311-752A-EEF6-0EF1-55FE6CE4364B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CA26BA-5315-32E8-2815-B296A05BA5E9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1B18E9-795D-6BF4-2ED6-2F13D62CB668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7FC244-729D-C9FD-FF2E-A093A3BA4EC5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9A38D5-520C-950D-3460-C36DC3362656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3077F59-8B7F-61E2-1DE5-8BEDA70A6228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DD91E2-6EFF-24EA-060A-0E5F03DE24D0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536550-4831-9E37-2CE9-9E6D34DE6AF8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758B424-53AA-3109-DCD7-6DFD61576AAD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8AF5C6-F1F5-D6E3-17AD-D0ED3F2CC47C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648BD1-0B03-A680-2C2C-13E43E77DF37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0E20DDE-24D4-8E72-B00B-F3052F62E8C9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59EFFD-FF0C-176E-518C-10E14AA832F1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955F2F2D-A441-56AF-70C7-F386C0281E79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00C946-3C9E-66F2-7BD6-25B4D2B055A6}"/>
              </a:ext>
            </a:extLst>
          </p:cNvPr>
          <p:cNvSpPr/>
          <p:nvPr/>
        </p:nvSpPr>
        <p:spPr>
          <a:xfrm>
            <a:off x="4654565" y="1763307"/>
            <a:ext cx="6486690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5E29EC-6BF6-0AE8-985B-078CAFE24E27}"/>
              </a:ext>
            </a:extLst>
          </p:cNvPr>
          <p:cNvSpPr/>
          <p:nvPr/>
        </p:nvSpPr>
        <p:spPr>
          <a:xfrm>
            <a:off x="3451004" y="5057199"/>
            <a:ext cx="695033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91B53D-0F3C-B544-52B7-D3122D903036}"/>
              </a:ext>
            </a:extLst>
          </p:cNvPr>
          <p:cNvSpPr/>
          <p:nvPr/>
        </p:nvSpPr>
        <p:spPr>
          <a:xfrm>
            <a:off x="4521993" y="3695421"/>
            <a:ext cx="4273428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52F973-EE2D-2C0D-E24A-8E5CD45B0236}"/>
              </a:ext>
            </a:extLst>
          </p:cNvPr>
          <p:cNvSpPr/>
          <p:nvPr/>
        </p:nvSpPr>
        <p:spPr>
          <a:xfrm>
            <a:off x="3625979" y="1871658"/>
            <a:ext cx="8192208" cy="2061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4B672EF-F1C9-39F2-3D40-804D61CEDD59}"/>
              </a:ext>
            </a:extLst>
          </p:cNvPr>
          <p:cNvSpPr/>
          <p:nvPr/>
        </p:nvSpPr>
        <p:spPr>
          <a:xfrm>
            <a:off x="5081853" y="895722"/>
            <a:ext cx="5655134" cy="1261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C53E1B-A877-A778-AA16-80CF08846259}"/>
              </a:ext>
            </a:extLst>
          </p:cNvPr>
          <p:cNvSpPr/>
          <p:nvPr/>
        </p:nvSpPr>
        <p:spPr>
          <a:xfrm>
            <a:off x="2776223" y="3911821"/>
            <a:ext cx="5655134" cy="1261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31755B0-6351-B19E-478C-B5691F0CC554}"/>
              </a:ext>
            </a:extLst>
          </p:cNvPr>
          <p:cNvSpPr/>
          <p:nvPr/>
        </p:nvSpPr>
        <p:spPr>
          <a:xfrm>
            <a:off x="2871131" y="5031460"/>
            <a:ext cx="695033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258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3D45F-B3D8-9882-5407-020F6128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BDB37A-D832-77B5-ED90-6033C24BD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51B5BC-96A7-733B-8A18-416416B671EE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A4D332-A706-B5F3-06E8-197A24C60971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4FA959-D8B1-7CD2-9564-B41A89657534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93B030-60FD-E9C4-5A1F-FC51AAAF5602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E728F3-513C-30EC-4CE4-C31C540AAB9A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14B4B9-8512-0484-B4D2-A777C2E64D7A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E8364A-27A5-08FA-877C-24553C3C8DE5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5C8F78-AF3A-26A2-741C-AA730E0CD0B7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342A51-E431-76C0-D015-E119778D1156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41C5CC-D093-DE95-0676-9597CE74BF7E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457FC5-F666-E1A7-BFA1-83197AD495E7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6C9739-4855-CB20-AEF8-555530EB6CB1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E2FEDD-8E96-D900-A020-ACED4EFFECA4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3DED7D-ED55-13C4-8CBA-78CB2C70DAFA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70D142-8A65-E919-7136-7E2C54968632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9E2C9-EFB2-D282-15AB-7BC1221EFC01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CFF371-ABB5-341B-C44C-57533485929A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84713D-7685-E911-2352-C7D2FA4EB114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86C893-67F3-BFA4-9C5B-C8C4E6B2301B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004CA0-76ED-27CF-2DDE-5822CC7014EF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20B1F0-0E00-A1D0-2F50-1F0143BAD5C8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A46361-7F0C-272F-0454-9468081FBDB6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AF4719-6664-A47F-0A3C-F4BDEC76FC3D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95EC57-D4E5-E22B-4449-C2F2C85D6226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83C8AF-1298-EC9B-2E03-63A6D49834A3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EE4453-F5CB-2F58-4FD5-9AB2A5770E4F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AE9FDE-F52C-CD96-F8D8-2DA7B5B2E341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016696-3AA5-5540-F425-C213CD9B0461}"/>
              </a:ext>
            </a:extLst>
          </p:cNvPr>
          <p:cNvSpPr/>
          <p:nvPr/>
        </p:nvSpPr>
        <p:spPr>
          <a:xfrm>
            <a:off x="2889180" y="5506130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D0E5F6-EE61-2BEB-164B-F7F063B601A5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96F01B-C6B1-D503-BB59-8B2768B9C141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F012B0-9F27-6EA4-A1FC-F942AD9B1160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7EA8D92-1C35-BB05-8488-DBC08FD4BEB1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D34B3B-B090-F6F2-3B41-D7CCE16BC620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FBA0E0-602B-12AD-804C-253DDC60C3AB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64EC03-6AC8-5813-60AA-86638E8126F1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5EFE16-051B-09AF-446A-EFDB222727E1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84D85B-1D36-CC74-1C30-C9A2D6FB52F9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05F51A-B7EA-E8DC-D761-653534CCBDFA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F8DBA1-B673-2F70-39E0-6E9A87FB5657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292015-A11B-5F15-39DE-5D5DEC277FEA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C34C67-BCB3-40E2-C0C2-2ABDFD1A2F24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5DC77B-A4D7-17CB-105F-B3F50A3F23EE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9C90C5-6035-B7D2-CB44-23EE716D4C40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1F1D662-1BD8-C2DC-E3B2-53FD25E4DD28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AC31E4A-3F47-B254-BCBA-ED678170295E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3CC760-F93E-D183-B174-C532A6B2D0A4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B21654B-CA9F-6319-266C-BCE7B4BBFFFB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0C36CAE6-4C8B-3C11-14A3-5D281F771180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5990783-EDF9-24DA-38C7-38FB9969A948}"/>
              </a:ext>
            </a:extLst>
          </p:cNvPr>
          <p:cNvSpPr/>
          <p:nvPr/>
        </p:nvSpPr>
        <p:spPr>
          <a:xfrm>
            <a:off x="4654565" y="1763307"/>
            <a:ext cx="6486690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5AACEE2-5F59-DA11-E28F-92A0AFA6804A}"/>
              </a:ext>
            </a:extLst>
          </p:cNvPr>
          <p:cNvSpPr/>
          <p:nvPr/>
        </p:nvSpPr>
        <p:spPr>
          <a:xfrm>
            <a:off x="3451004" y="5057199"/>
            <a:ext cx="695033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F93FA7-3008-4887-2E7C-09553C38717A}"/>
              </a:ext>
            </a:extLst>
          </p:cNvPr>
          <p:cNvSpPr/>
          <p:nvPr/>
        </p:nvSpPr>
        <p:spPr>
          <a:xfrm>
            <a:off x="4521993" y="3695421"/>
            <a:ext cx="4273428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AA126BE-A960-6EDA-89EF-92DD504D69FA}"/>
              </a:ext>
            </a:extLst>
          </p:cNvPr>
          <p:cNvSpPr/>
          <p:nvPr/>
        </p:nvSpPr>
        <p:spPr>
          <a:xfrm>
            <a:off x="3625979" y="1871658"/>
            <a:ext cx="8192208" cy="2061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C4E219C-27F8-79EB-82F7-097EF7B81521}"/>
              </a:ext>
            </a:extLst>
          </p:cNvPr>
          <p:cNvSpPr/>
          <p:nvPr/>
        </p:nvSpPr>
        <p:spPr>
          <a:xfrm>
            <a:off x="2833351" y="3977929"/>
            <a:ext cx="695033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59C659B-91E3-3B21-5BA7-27E765575AC7}"/>
              </a:ext>
            </a:extLst>
          </p:cNvPr>
          <p:cNvSpPr/>
          <p:nvPr/>
        </p:nvSpPr>
        <p:spPr>
          <a:xfrm>
            <a:off x="4635497" y="872508"/>
            <a:ext cx="695033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142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A816C-5611-E1B0-7D5D-239A2271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332A5F-956D-9F2E-C0E2-792486DF5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FA56F9-4358-8482-6291-54690442D665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2C591-4F4F-C688-3D8A-49C95C98BD21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CFADC7-487F-5822-7A2E-565B7C7CE402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1887BC-42BF-8B04-731B-5E23536F95AD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FB43E-B84C-381A-D959-C45B5460E4AF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CE8279-0E56-1BBF-BE9A-4B085E78C44B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41EA5-ACB3-7B17-D9DB-8DFFA805565A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05427F-51BE-2D1F-8FCE-7E11A83F0468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384890-F13D-4D96-6419-8DA5E972B77E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E9E805-FDCE-D41D-997E-FC54FD6B097D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C5294F-ADB7-A42D-793D-274E594CC443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48C398-3846-6A46-457C-6B8529CCFC24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0C4983-CACF-E8FD-38B8-C9CEC28034A2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6BA577-EA51-15A5-2830-8237241EF107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431E89-6D0B-A3DE-91FD-9E26D5A06C30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2C283-86D3-41A3-4D92-FDD26997DE5D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B0C354-CF4C-E95B-B2BF-8E913A1B2C86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C18EF3-DC77-4E2A-9750-99B0F8328628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478864-3315-413B-3835-0573EAC1BAB6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F63ED8-122A-E0C5-6C9E-B076AF44799F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126E91-EAA9-1E6F-BE14-5D06CB50AEBC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289D51-D1E6-A597-B6DD-5F9D410C56CC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F7BDA9-DD75-7FAB-C5DB-BA07AB23873D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BBD968-4B1A-2CCA-FA78-C00F51ED9DF7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4213EE-C59A-990C-D673-F399EB985BA8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E2FA9F-50E1-51DD-78B6-F3E75FEE7ED0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BA7549-2009-730D-D451-0EE9440277FD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AFB24D-A484-C30A-658F-D16876E3BC9F}"/>
              </a:ext>
            </a:extLst>
          </p:cNvPr>
          <p:cNvSpPr/>
          <p:nvPr/>
        </p:nvSpPr>
        <p:spPr>
          <a:xfrm>
            <a:off x="2862840" y="4425610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9153A8-A2E2-284D-C4D0-92979B3FD891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FB300B-908E-051E-E644-504C74E1270E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149E5E-E9F4-BD8E-240E-5BA38AF575C1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38DF2C-09AF-1638-A666-8847164E46E8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9FA786-9AE9-53A2-C423-4923E74E0622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65E3F12-DD00-CD2F-314C-D1F988CF9CB5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711FFE2-D7A5-84D8-2ADB-401A028938BA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12D3F7-A6A3-D58F-B493-300D822DE3FD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DC2ACF-35CE-3A10-D463-1020E08DB8C5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B45CCB-813B-E066-E3F9-B6F98BF6A10D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C8CA9B-D907-C268-D477-E95D91D702EB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E18206-1518-1063-63C4-AE6982C235D8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7A96EE-DE45-23FE-FCAE-1FFF93C3EA5C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9CCDDD9-346A-A18F-0028-1A4196C4B520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161511-DEA1-F881-1721-303A717DCA5C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D221575-088F-1DCC-930D-8603DAF61FA6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1492AE5-F81B-F0F4-E4E3-5B84E758CCD0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614BEE6-D1BD-074E-2A6C-FAF02C9C4096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DA5E942-A469-D36F-6037-874DBCF13CE2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A84D4707-C56C-AB5E-4FB6-C38515A68B97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0EA72D0-ED48-D8A1-7772-BE7D62B60C2B}"/>
              </a:ext>
            </a:extLst>
          </p:cNvPr>
          <p:cNvSpPr/>
          <p:nvPr/>
        </p:nvSpPr>
        <p:spPr>
          <a:xfrm>
            <a:off x="4654565" y="1763307"/>
            <a:ext cx="6486690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D07875-BA03-ADEB-1975-ABFB7D7106C6}"/>
              </a:ext>
            </a:extLst>
          </p:cNvPr>
          <p:cNvSpPr/>
          <p:nvPr/>
        </p:nvSpPr>
        <p:spPr>
          <a:xfrm>
            <a:off x="3451004" y="5057199"/>
            <a:ext cx="695033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0FE360-38AE-620B-07E6-D80FB36A40EE}"/>
              </a:ext>
            </a:extLst>
          </p:cNvPr>
          <p:cNvSpPr/>
          <p:nvPr/>
        </p:nvSpPr>
        <p:spPr>
          <a:xfrm>
            <a:off x="3471902" y="3695421"/>
            <a:ext cx="5323519" cy="15336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C585BB6-DC18-0959-30E2-514C58C47B28}"/>
              </a:ext>
            </a:extLst>
          </p:cNvPr>
          <p:cNvSpPr/>
          <p:nvPr/>
        </p:nvSpPr>
        <p:spPr>
          <a:xfrm>
            <a:off x="3625979" y="1871658"/>
            <a:ext cx="8192208" cy="2061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E510E89-6662-3522-2EDC-4F0D0F70903A}"/>
              </a:ext>
            </a:extLst>
          </p:cNvPr>
          <p:cNvSpPr/>
          <p:nvPr/>
        </p:nvSpPr>
        <p:spPr>
          <a:xfrm>
            <a:off x="5081853" y="904173"/>
            <a:ext cx="5323519" cy="15336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677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2A9A5-53D8-E85E-7605-E990DDA0D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E780E3-C096-08D3-4E6E-A62E80851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DB8901-1B2C-89A1-8FAA-74E219B2D11F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51166-A8C9-351B-EDEA-DEB72B90AD52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1CCDA8-E26C-34C7-AAC2-E2EBDD9E2BC7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2E9C78-A889-0993-7133-6A75816920B6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17767E-5D15-8EDA-E49A-04DEC477D9B5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384D5E-19EE-D8EF-4FAA-B0CA61FE1C6F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94FF3A-A2B4-EBD3-5A23-F55C9ECEDB12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E7081-4B0E-BDA3-5208-0A6EB7C39FA4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F861BD-C8F2-CE8C-67EA-DF68673A5048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828A32-2399-81A8-4C9A-40FC2E77F7F0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115F68-2D55-31EB-4FB9-4BCF9580DA56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F1D781-8A88-6FAE-0F53-5AFFAD085088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ABB3F9-B5BC-2F5D-9274-253E7039A743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6BE9A0-C7D7-ECB6-66E6-566FB3484E0E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1CB8B4-64B7-2644-4028-6F17B2F69D89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325FBE-AB2A-B5E3-74DC-E139A36D2CCE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BAD510-E5F3-131B-098F-B0281B60A200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6794AD-1F2F-6552-84FE-10FE62E08C87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45957B-E277-F40B-5EC6-1AE257F052F4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9E298C-7221-B0A2-13D9-F0A52445D4AE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CDB1AD-0A52-AE73-B330-BC0F918F97FF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449A1E-BFCE-55E2-805C-1E5935D322AE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430BFD-473A-BEA4-BE29-FCADB9A51CAB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50B7FC-9E2C-7366-63E8-C568D6056548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B9BF8C-9BDB-3216-CF5B-53908010007D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8284DC-A3DB-74BC-E7FA-7D3885BCF1FB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947CFD-F720-6203-7786-B23EFB61A601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317C37-3E83-1993-7AA1-491138721F76}"/>
              </a:ext>
            </a:extLst>
          </p:cNvPr>
          <p:cNvSpPr/>
          <p:nvPr/>
        </p:nvSpPr>
        <p:spPr>
          <a:xfrm>
            <a:off x="3454983" y="5518114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10BE85-17EA-4EA1-2393-6E2B7F64699A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963300-DEA7-0F69-2FB0-BB604CABF8D2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228BDE-47D8-45D0-F5FE-56C810101FF0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55B0F9-4AB3-A3BD-72D3-1159459E244E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B4C8C7C-FD38-AF49-CCC1-086ABA6D5E56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5D2566-3238-2C8D-971C-2B2CB990E25E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D66E45-1232-5C7A-4B26-DF180667C00E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5BD7E8-5CF1-374A-7275-F8516FB3E622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24D004-DFF1-152A-8E33-8CB28D9491CC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EEF697-0C4D-DD93-B6A2-82BD90D93B47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AC575D-764D-2924-F9C7-091E21A9D8F0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B77BB92-ABB2-DBB8-C4FC-422BE65AF62E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0A4FB0-2610-8779-893C-41D8D14D9F4A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CA484E2-B854-23A9-9F43-FFC4A7BEA7B5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F4798D3-DE11-5855-CBB9-B19C0A045BCC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4E429B-AEFC-9884-C066-FB62F80F655E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740CF3-180B-70FE-C390-E06421303C03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63B6CF0-4777-3503-8C37-59356D24A550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FEF436-83B8-2CC7-04E9-880CF694C188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812F56E1-2ABA-930D-02AE-E1357288F859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14FE95D-F876-0D77-EF10-B87D10017317}"/>
              </a:ext>
            </a:extLst>
          </p:cNvPr>
          <p:cNvSpPr/>
          <p:nvPr/>
        </p:nvSpPr>
        <p:spPr>
          <a:xfrm>
            <a:off x="4654565" y="1763307"/>
            <a:ext cx="6486690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4525CBA-5225-F54C-78E0-5ACAF274003B}"/>
              </a:ext>
            </a:extLst>
          </p:cNvPr>
          <p:cNvSpPr/>
          <p:nvPr/>
        </p:nvSpPr>
        <p:spPr>
          <a:xfrm>
            <a:off x="4680844" y="5057199"/>
            <a:ext cx="572049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286526-45E2-7958-3C5B-12217DA8DA94}"/>
              </a:ext>
            </a:extLst>
          </p:cNvPr>
          <p:cNvSpPr/>
          <p:nvPr/>
        </p:nvSpPr>
        <p:spPr>
          <a:xfrm>
            <a:off x="4521993" y="3695421"/>
            <a:ext cx="4273428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6AD22F5-F2C3-50D7-46CC-36CCDD8EFD0D}"/>
              </a:ext>
            </a:extLst>
          </p:cNvPr>
          <p:cNvSpPr/>
          <p:nvPr/>
        </p:nvSpPr>
        <p:spPr>
          <a:xfrm>
            <a:off x="3625979" y="1871658"/>
            <a:ext cx="8192208" cy="2061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E4117AE-7139-85CE-B7BB-4453C96AC312}"/>
              </a:ext>
            </a:extLst>
          </p:cNvPr>
          <p:cNvSpPr/>
          <p:nvPr/>
        </p:nvSpPr>
        <p:spPr>
          <a:xfrm>
            <a:off x="3609354" y="3890524"/>
            <a:ext cx="5720493" cy="11587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609D631-5D52-9BD7-8271-DEA6F3E99A47}"/>
              </a:ext>
            </a:extLst>
          </p:cNvPr>
          <p:cNvSpPr/>
          <p:nvPr/>
        </p:nvSpPr>
        <p:spPr>
          <a:xfrm>
            <a:off x="4053466" y="4978512"/>
            <a:ext cx="5720493" cy="11587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6EBCCC9-2E4A-E3D7-812D-12EA9C1E6078}"/>
              </a:ext>
            </a:extLst>
          </p:cNvPr>
          <p:cNvSpPr/>
          <p:nvPr/>
        </p:nvSpPr>
        <p:spPr>
          <a:xfrm>
            <a:off x="4881923" y="826088"/>
            <a:ext cx="5720493" cy="1413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313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190A0-7DE8-5453-9C78-28E6F5F72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C047B6-3450-E6B1-CE03-06C549ABB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D50FB83-57A8-B328-97B4-CCD6F91516E3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4F7BA-DC79-7A7A-9B3A-B76721252CC1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193D43-D03C-77B6-EDD9-5E3BECF07B39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3B5351-C979-9621-D31B-EE3F9BFFF248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85BA61-6B9F-2411-706A-936D4A0B97AE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F2A1D4-2E7A-5B34-3827-FE8312026D5A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FE237D-4EF3-8EC7-8D82-D80D79847E4F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86F12C-3C24-4724-0830-BC79CC20C1B3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D6B5D8-7F7C-9595-D4F7-1BA06E3C5986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1D75F9-878F-0671-9F5A-8C26EB9224B1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AFA482-4D17-F56E-0281-1BE278073345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3C04F7-0BB9-92E9-1DB1-1C490A081961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CF420C-5DC7-89DE-1F85-36AC676AA440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E93B39-9E07-989E-CB32-C202537760E8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BB8BD2-D182-2930-2F0A-D593A6159820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B62186-95A7-4FDC-D9BB-4B5352961B95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6FC4DD-9011-53F2-4C38-2459184688FC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579475-DF8F-091A-3FB9-38A2E554FD42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8C9214-1F0D-67CF-0F89-26B2B2DFB184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8116B7-9C77-D571-1FC6-651903967F0C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9EA127-AA44-D596-7A44-461A4838DE00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F378A1-6678-DBAD-8B1C-A59C05028562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33A039-3F1F-6EA1-986F-813BC8B30CF4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62E4A8-1067-C680-3EEE-2413B25BBE2B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2229AA-5217-5059-F2C4-297C0E049027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BEA3BD-B470-67F8-68D5-E0D05577EBEC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3E1866-8109-39A8-3901-C1BC6A06B1CD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4C231F-81A9-94A3-3258-9317CAF4B54C}"/>
              </a:ext>
            </a:extLst>
          </p:cNvPr>
          <p:cNvSpPr/>
          <p:nvPr/>
        </p:nvSpPr>
        <p:spPr>
          <a:xfrm>
            <a:off x="4115938" y="5506130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474DF0-C57D-9A07-8292-C429262AF462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917FFD-5B46-AB7A-91F1-66AB4855442C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9A6F34-6DC2-BA89-178D-8AE8C4E3FD2A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F80D7E-B94F-DCD2-3DB7-0CAD5094F000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593F40-7A8E-E267-F29D-CA637589DFCA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F258772-DE4A-498D-8FF9-8FB3F3B529E9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FD898F-0D39-F0D6-80A1-C8A2DF6C5753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8A13AEA-BB64-D4F3-1951-027C025A1DB1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B1DB6-E09C-4C27-CAA4-0FCBDFF8804A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085FB3-6ED9-02B2-6DB2-8F6095DC97AF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0D5129-6DDF-F806-E4A6-63CEE991E9A6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C591ACF-6C13-30E7-8E44-05039894D3BB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B960D35-08F7-B3EE-DD52-7EA101C56190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6710C6-EF73-350F-8852-77792F02E23D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C08A33-9B38-3E21-82EE-98CA28972882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0BC7524-712C-18EA-06EC-506B2CF49437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764EC0-8382-9900-3E3E-24B634C3DACB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D27AB69-89E0-E1A4-C72E-39E1ADA8B769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F0B8220-B984-58F5-B415-1F46D2937823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501AEE87-8116-9993-4EE2-45FB87B711E0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D1723E-8FEB-FDAB-74D8-32C7AB12D976}"/>
              </a:ext>
            </a:extLst>
          </p:cNvPr>
          <p:cNvSpPr/>
          <p:nvPr/>
        </p:nvSpPr>
        <p:spPr>
          <a:xfrm>
            <a:off x="4654565" y="1763307"/>
            <a:ext cx="6486690" cy="372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5D7342-E38C-71F5-218A-C38FF6FB0146}"/>
              </a:ext>
            </a:extLst>
          </p:cNvPr>
          <p:cNvSpPr/>
          <p:nvPr/>
        </p:nvSpPr>
        <p:spPr>
          <a:xfrm>
            <a:off x="4680844" y="5057199"/>
            <a:ext cx="572049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D97B7-6511-B06A-C1DB-AB9F682406DB}"/>
              </a:ext>
            </a:extLst>
          </p:cNvPr>
          <p:cNvSpPr/>
          <p:nvPr/>
        </p:nvSpPr>
        <p:spPr>
          <a:xfrm>
            <a:off x="4521993" y="3695421"/>
            <a:ext cx="4273428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B5279A1-4AA7-262D-0CA1-219CDF3B7807}"/>
              </a:ext>
            </a:extLst>
          </p:cNvPr>
          <p:cNvSpPr/>
          <p:nvPr/>
        </p:nvSpPr>
        <p:spPr>
          <a:xfrm>
            <a:off x="3625979" y="1871658"/>
            <a:ext cx="8192208" cy="2061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B5F65E-F5CB-4EA7-E43B-4B5CDDC3D3A7}"/>
              </a:ext>
            </a:extLst>
          </p:cNvPr>
          <p:cNvSpPr/>
          <p:nvPr/>
        </p:nvSpPr>
        <p:spPr>
          <a:xfrm>
            <a:off x="3625979" y="3920825"/>
            <a:ext cx="572049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443F93F-C31E-BE38-A1A8-7FE1220E2D3C}"/>
              </a:ext>
            </a:extLst>
          </p:cNvPr>
          <p:cNvSpPr/>
          <p:nvPr/>
        </p:nvSpPr>
        <p:spPr>
          <a:xfrm>
            <a:off x="5015349" y="931852"/>
            <a:ext cx="572049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590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DA0B-839C-5C95-A3EA-B8855598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51E754-0608-94BE-2CE6-A2D0BF188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A738EA-A4A5-5ED7-704F-C4F9F16209C6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4AA2B-9D7D-5A8E-1734-12E0B2023CD3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57CDA5-4A90-E21B-ED8B-F3703FC770AE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0F5CC8-C363-0C47-8EFD-D21532DFA4A9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D9739D-F05A-9176-148B-25AA239486BF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C86046-9329-FA85-859D-8EDECC45707E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CC177-AF15-BA9D-EA4F-F01CDDBB464D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99067E-7FFB-30F2-011E-73533AFDEECE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5873E0-A1BD-0407-D1EA-761FCEBB3BEB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3CAFF7-D95A-78C3-2159-2ADBA3035E32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F94F13-FFE3-E0AB-8964-9281ED0A5839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46871-CD5C-D251-4645-114402C3DE6C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B0F12C-6911-8182-F47A-775F7FD25477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52E56D-E6A2-C1D0-5729-0B25D6E422ED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5454B6-B306-625B-4BE6-5F0C9E780791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6F6E48-1A3C-13AE-8E06-41F3D8F0E2D6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3BDE3F-FE55-7199-3B02-1842D49728FD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AE6030-6A83-4694-189D-7C62FFCF7C33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C57B27-19C6-1E03-E424-A6E80C80B29C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ECF9DF-AFD6-E511-82D1-01FE2AFB26FE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C3A2DC-0A6D-2A7F-B3DC-334EB27FF62C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E285AA-2685-FD6B-F8F6-E02F8FC8C1D4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2E9B7E-5C88-2EE6-40D5-107E794E8252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07E970-AFE5-BEEB-69AC-D3AD58458175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829D08-A13F-0D8A-F6FB-9B35AF1F193F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482F0C-8DE4-E382-C76A-4A479055A5E3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BB2BE2-640E-8E98-4894-2DBD3D114B8C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F3EF9E-9C3F-6081-EC8C-ECB499EB6F08}"/>
              </a:ext>
            </a:extLst>
          </p:cNvPr>
          <p:cNvSpPr/>
          <p:nvPr/>
        </p:nvSpPr>
        <p:spPr>
          <a:xfrm>
            <a:off x="3818781" y="4419100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647CA8-DB78-321D-3ABC-BCBA6E328513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4974D-26CC-DE24-D2C8-15D7499EA9A8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BD930BE-5957-A36B-7FE2-5F6F3B7F853C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3C9BFC-4604-E32D-3AEE-6FB08FB96AFF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7B8E95-720A-0B70-8284-91F3CC706AF7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7A7DEAF-1806-0770-CBEB-27BD8D929B27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931294-EA26-3326-E338-99B107CFBA00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96FD2E4-28A8-8D88-2741-9C03738BD3BE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D44E14-B205-1B8F-CC67-8980DA07547D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4522C0-CF67-3FAD-BEC1-AD0DF8E99956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C1ECF0-4079-FE4B-2BFE-4237432C57C6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ADA77-216F-51FA-741D-9D5A59225463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3A9A562-18CF-1AC9-4641-1C3A9A6F79C0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05C2E82-5394-9522-943C-A577AF6B0152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FDCC25C-AD92-1631-9A20-14C2819B088C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53DBF8B-3CDD-3468-41CA-663EAE1332EC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C2EF087-A986-D537-16FD-1B902B9B4C79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5F7DB5A-B4C1-6F7E-22E3-6D5BC408E0A7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7335B8E-9255-27B3-DC13-D3AA521C7FA2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0204B84B-522F-8511-AAEE-CE0411C0A7E3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B6957FD-914A-81CE-EFB0-0520B16687EE}"/>
              </a:ext>
            </a:extLst>
          </p:cNvPr>
          <p:cNvSpPr/>
          <p:nvPr/>
        </p:nvSpPr>
        <p:spPr>
          <a:xfrm>
            <a:off x="4654565" y="1763307"/>
            <a:ext cx="6486690" cy="3288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3BCC4E6-5B24-A496-49E1-E96D63BC5534}"/>
              </a:ext>
            </a:extLst>
          </p:cNvPr>
          <p:cNvSpPr/>
          <p:nvPr/>
        </p:nvSpPr>
        <p:spPr>
          <a:xfrm>
            <a:off x="4680844" y="5057199"/>
            <a:ext cx="572049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3D5863-8701-96C4-D648-9779D90EEB86}"/>
              </a:ext>
            </a:extLst>
          </p:cNvPr>
          <p:cNvSpPr/>
          <p:nvPr/>
        </p:nvSpPr>
        <p:spPr>
          <a:xfrm>
            <a:off x="4521993" y="3695421"/>
            <a:ext cx="4273428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36E9BA1-7992-E538-C2BB-B7CAADE67D71}"/>
              </a:ext>
            </a:extLst>
          </p:cNvPr>
          <p:cNvSpPr/>
          <p:nvPr/>
        </p:nvSpPr>
        <p:spPr>
          <a:xfrm>
            <a:off x="3625979" y="1871658"/>
            <a:ext cx="8192208" cy="2061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5444F9-F5FA-43E6-50A7-5224E6451452}"/>
              </a:ext>
            </a:extLst>
          </p:cNvPr>
          <p:cNvSpPr/>
          <p:nvPr/>
        </p:nvSpPr>
        <p:spPr>
          <a:xfrm>
            <a:off x="5220625" y="1039060"/>
            <a:ext cx="572049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238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4D20-AE50-2A5A-F285-3AEB17049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82C85B-4619-C6C9-5013-F26C2D58C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02130C-1569-9F99-E8EA-7E88B657FE2A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78D0B3-A44C-B87D-E28D-F658B3265B00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85648-CE69-19BE-D58E-C69CCAF1D73B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9E0323-F8EC-CF86-0CB6-73EC03D52191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6343C8-9092-AC4A-82AE-46509C451277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A4CD3F-F39A-806A-7B08-8B50B35F0D60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43187D-BCDA-4328-4CF5-481F69D6B871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27C455-D812-89D2-6BBE-1C904D210702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C10A5C-2EBA-047B-F47E-7F90AF334451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973A2D-BB62-D353-BC89-098EBEACA3AD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EF8BA6-831C-37E2-D288-BFEDB66A3D12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58F763-6B68-B0F5-F532-524D5CA5226E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E28D75-209D-E860-C457-E32F6DE050DE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C4C2B6-37D7-9EE0-55CD-737BFF12EEB4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4D4FCB-DCFD-6416-FA63-EE3FC8071A59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BC8427-3B56-4DA9-C82A-C37B90F6DD39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390106-39A0-D9D6-02A6-3DF928318949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2A4062-400F-8F64-D857-C3E8542AF781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9E2646-C51B-12A2-4C2E-B3499172642F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2557A5-9115-3DE3-A870-3B98D220A89F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53DD4E-A357-B856-D495-075095442B6C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F59E0F-0BFD-630D-40B9-0173FB717B7F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CF9AF8-7351-67DF-47E7-D1F226FFC656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3E4FC3-285A-39FD-2DE5-9F5778D430A0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DE7080-782B-DE0E-5C13-FF82BAD59B71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D68273-D8D5-A52B-0C62-882BB3C8FDAF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7C6D1F-D2FB-04E5-4010-49E132F83A69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80DBCF-7497-F7E1-6362-E35DBABC6FD4}"/>
              </a:ext>
            </a:extLst>
          </p:cNvPr>
          <p:cNvSpPr/>
          <p:nvPr/>
        </p:nvSpPr>
        <p:spPr>
          <a:xfrm>
            <a:off x="4715117" y="5503862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8D9499-7409-3383-8758-A5C63BA5A71C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B9A001-0574-806D-1884-951DF0C87C87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056F60-E606-FDC8-B561-701E33508DB2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07C5EC-DBCB-D098-D31B-985E74686B27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0E873F-B3DA-2079-093D-2638FB9B8CD7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E4EF9E-0689-CE70-0D21-1574CE3BB0E8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F1B531-BD82-1DB8-FE92-2BB2402C47D3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67674D-CE95-130C-CD03-C0A55ABFF6EB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7C34C2-CA32-A17E-C0B6-F4C6379DA229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2E54AD-9247-0EC6-4E57-6595F4B25DF1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43E3606-0758-CAE5-FB3E-DF50FE26AC0C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E1F9CD-5122-DE4F-E5DB-B3F43E7A01C4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F03072-D0A8-1142-A04A-FDAE39BDA91B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15A7B1-B8AA-5791-39BD-EC88C17B579C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A67059-D533-4981-4B6F-B4A1F67C4679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EA225C6-0E23-752D-1C34-CF47DD5E540F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1E2995C-24B7-DAD7-F979-79ED498AD55F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BDE0FE-C178-EE70-2B88-327511A0A683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A43BA63-D2ED-AF78-C9B3-1DBB697D8495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5014501E-4F16-1196-1B3B-86CDB5D4C929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2922ED-93B4-4E6F-516E-46D1A4592A7D}"/>
              </a:ext>
            </a:extLst>
          </p:cNvPr>
          <p:cNvSpPr/>
          <p:nvPr/>
        </p:nvSpPr>
        <p:spPr>
          <a:xfrm>
            <a:off x="4654565" y="1763307"/>
            <a:ext cx="6486690" cy="3288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29822CA-D79F-F91F-30CA-CCCE8B3DC044}"/>
              </a:ext>
            </a:extLst>
          </p:cNvPr>
          <p:cNvSpPr/>
          <p:nvPr/>
        </p:nvSpPr>
        <p:spPr>
          <a:xfrm>
            <a:off x="5231952" y="5057199"/>
            <a:ext cx="5169385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7E123B-0068-6562-3D99-8D702D163E84}"/>
              </a:ext>
            </a:extLst>
          </p:cNvPr>
          <p:cNvSpPr/>
          <p:nvPr/>
        </p:nvSpPr>
        <p:spPr>
          <a:xfrm>
            <a:off x="4521993" y="3695421"/>
            <a:ext cx="4273428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7B18AE6-6A64-A9F6-BD9E-E498E2440CA6}"/>
              </a:ext>
            </a:extLst>
          </p:cNvPr>
          <p:cNvSpPr/>
          <p:nvPr/>
        </p:nvSpPr>
        <p:spPr>
          <a:xfrm>
            <a:off x="3625979" y="1871658"/>
            <a:ext cx="8192208" cy="2061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0161BB1-189F-BEB7-AACD-E9CDF7EBC94A}"/>
              </a:ext>
            </a:extLst>
          </p:cNvPr>
          <p:cNvSpPr/>
          <p:nvPr/>
        </p:nvSpPr>
        <p:spPr>
          <a:xfrm>
            <a:off x="5277484" y="859061"/>
            <a:ext cx="5169385" cy="1239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205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1C78A-85AD-8508-FA3D-1718A789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CB11F9-5014-C19A-207E-CDD206A59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C3F3AA-4697-14D8-45C9-EB4B3AA93DC1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C127BD-30E8-2683-1C0F-F4FBE3B93626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02CF75-3E46-D205-5F80-09410858A856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DD101-C73C-6C75-E6F9-3C2650A8BE4C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2DCAFD-AE4A-9A2F-3965-7827FE77C089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6F2765-5BA8-F9EB-83D9-409E2E16EC34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B773F8-600A-C0B0-7AF8-F936F6A22F95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104FD7-2B2F-3D1B-B7C5-EF930B2D0645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49E960-9622-1A67-0D6F-35B92AD29F2A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408045-03E5-842B-E0D9-60B3F55D58E1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6965E9-FD86-5A03-F033-B43FDA355891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4A463D-2CDE-84D7-B7B0-D40F09E18C8A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E08623-7D12-D43F-F09D-C0F9FA03EFF3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111D06-85FD-9E23-389C-DFF1ACC40DE9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650D20-85C4-889E-BF3E-323CA8469315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40654D-7D68-F72C-2AF8-9DA8FA8E05E5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586FD3-942C-7FAA-130B-F55A503271D7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58AAB8-7130-F9C9-0C90-29F23B8A2443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2A363E-7E85-58CD-7080-B41161AEAE5D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B328C3-3140-D161-3F1B-8E08CE23FD82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F32AD9-5ED0-6AD4-52E9-FF443E7B9F3B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043ECD-DE35-341C-F16C-765D2C554D1C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647042-F9E3-B302-905D-CDF4EAD8C41D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03CB81-245C-DBDB-8802-6848A185EC84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E86F63-4EC3-71D2-49DC-C584588EA9F9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50C21E-07BE-26FB-EA5D-72B2E505506A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E7E542-6FEB-2E9A-3412-E0F23B555986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1E3998-CE9E-CA5F-E398-5A5730CA79BB}"/>
              </a:ext>
            </a:extLst>
          </p:cNvPr>
          <p:cNvSpPr/>
          <p:nvPr/>
        </p:nvSpPr>
        <p:spPr>
          <a:xfrm>
            <a:off x="5243211" y="5503862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332208-E579-EFDE-AD63-5F877724EF93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714D3-3F83-A14A-8870-F33FA51127D3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22DECC-51CE-DA5D-37BA-5AA108BFD952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3DC17C-CA4C-6E69-2CF4-6FEBD454266F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E07C21-42E0-89B4-DAA5-388A889037F2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8F4AA6-1F51-4C75-C4CB-1F286D796366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F1C6F5-3B41-9016-513A-80FDBDD04C06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61BF0D-0A25-FDE4-C991-218E9C6C906A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989B80-3E2A-2598-BBE3-9B8F22441F35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0875F1-B975-E740-8FD5-17B00497D761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D32196-37CE-20B8-7EB3-D6E11618E4B8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E9BB0E-B176-F4B0-E9D5-0C94F0DB2C6B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42BFF9-FDE7-0C7C-01EB-751517F492CF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B54A75-CD05-5C28-F647-D81A25B99F51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954A492-1315-0B91-627F-A1DBE7CE1CAB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390CD5-1A74-3889-C582-40D08ABDD69A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6964DED-8C45-C5DB-F5B9-A54C731AAF5C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AC5660-2B5B-BF4E-9670-6BBC5D2C9FD4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EC2218-2C59-F84B-5E6E-582A1ECC56DA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A8FCB8CB-2D26-1AAA-F2CA-B1A3ED2A3F1D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BA6455-2E62-C106-3900-B0879CEC8E43}"/>
              </a:ext>
            </a:extLst>
          </p:cNvPr>
          <p:cNvSpPr/>
          <p:nvPr/>
        </p:nvSpPr>
        <p:spPr>
          <a:xfrm>
            <a:off x="4654565" y="1763307"/>
            <a:ext cx="6486690" cy="3288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823450-967B-3222-6D7E-F426322168E5}"/>
              </a:ext>
            </a:extLst>
          </p:cNvPr>
          <p:cNvSpPr/>
          <p:nvPr/>
        </p:nvSpPr>
        <p:spPr>
          <a:xfrm>
            <a:off x="5926891" y="5057199"/>
            <a:ext cx="4474446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4D7E26-28A8-9D66-BC72-ED9D654AE958}"/>
              </a:ext>
            </a:extLst>
          </p:cNvPr>
          <p:cNvSpPr/>
          <p:nvPr/>
        </p:nvSpPr>
        <p:spPr>
          <a:xfrm>
            <a:off x="4521993" y="3695421"/>
            <a:ext cx="4273428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29BA49-176A-D747-7E98-D29EC1970E40}"/>
              </a:ext>
            </a:extLst>
          </p:cNvPr>
          <p:cNvSpPr/>
          <p:nvPr/>
        </p:nvSpPr>
        <p:spPr>
          <a:xfrm>
            <a:off x="3625979" y="1871658"/>
            <a:ext cx="8192208" cy="2061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10E43B-3554-D875-D27D-1FDCC119EECB}"/>
              </a:ext>
            </a:extLst>
          </p:cNvPr>
          <p:cNvSpPr/>
          <p:nvPr/>
        </p:nvSpPr>
        <p:spPr>
          <a:xfrm>
            <a:off x="5229714" y="936906"/>
            <a:ext cx="4474446" cy="12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243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B3BC-3334-78A3-70C0-1B77A15D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F7A52B-362A-478E-858F-D790B22D3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318E8B-21F8-B91D-22B5-B48764CDDD9F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3F8BB-B005-D43A-BAB1-091CBDEF02DA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FE452B-8706-29A8-FB0A-8487B9A2404E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6AA6EA-DE6E-38B0-9DC5-725356F28B28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FB16F0-CBE2-EA59-3E8F-85A487AEC6C4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A38318-EAD8-B56E-2EEE-BBA8F46624EA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7E120C-28ED-D46E-C450-5575A87984FC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8BC6D1-EDF1-1120-96AB-252CB6A00FC9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2C7543-6D47-EC1B-8D50-4FA54CD0BC50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FD230-174A-14A8-6FDE-9F27BE1EDF9C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141D79-CC25-5810-D56C-0571FE3747BE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91D51A-9782-ACA6-78ED-80B1B9944EA3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A71957-97FB-0FDE-1C9D-49EC714780C9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A24E24-3DF8-9721-EDA5-586003DCBA1E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EC561E-82F3-1461-34D4-7BFA806EE6DF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8E04BB-3E10-AD0C-7A3A-5C5F454A4039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9D7194-4B75-2F43-C557-CE818CC0034C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14A2DA-ACDC-AE3B-767B-506F3D34ED39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4DF6F2-B27E-C1BE-6C81-B58A9B148304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786DF8-130B-9254-8037-E2E80C338A09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50B9D2-1B47-6FFD-67F4-2FCD0B2D9EE3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89BB96-2C00-9FE3-6E36-D8D26FBB264E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412CAC-F136-90EB-0F7A-6151DAD90D9D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E12DCC-136A-31E1-77A4-1AD829B8E9E0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75F833-0DFE-1C4A-603A-AC3CC37D13C8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266BE4-4255-E8BF-8D6C-639CC60E9BDA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FF3C4B-A6A0-6EBE-528B-EB2C25F1631B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228433-465F-C04A-2D7E-D2DA7B75C4D5}"/>
              </a:ext>
            </a:extLst>
          </p:cNvPr>
          <p:cNvSpPr/>
          <p:nvPr/>
        </p:nvSpPr>
        <p:spPr>
          <a:xfrm>
            <a:off x="6012356" y="117614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15BC1A-6411-2BB0-FC75-1FA0F6C922E4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4119C-17F8-B76E-F304-58073884B546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F16C3B-48EB-A771-6724-5182161EA818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7969F5-E211-C9EC-22AD-6BFF0DCD4AD7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A0447B-519B-3C65-DD09-35EEE1C2A2B8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E16027-CDE9-A214-4A4B-08123C770F27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5AB3A5-98FC-6C84-2C3C-ACBA776C0215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48CE1A-88FC-2172-741A-0BB183CDC9BE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EE0846-0DF6-B8E6-2846-C7D80DF2FAA0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E911B8-9AA4-10A9-9602-0B34C5EAF69F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85BA83-801A-3DDD-E8E1-A002D08EB689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0331FE-C0F4-759D-9E27-D51EA13A7DA9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4B68DA-2E78-EB34-9DAF-E2C239EF11AC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27CBD7-D04C-45E9-EEC6-20F61B574DE3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5FC827-5F39-82ED-70BD-5B2EAC5DC9C2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74199FC-1B74-8CAD-A661-E11B2FD34F2B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270832-8659-5145-8AA7-C46096B8CFAD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92C968A-E6F2-9CC2-9B33-B738392FE549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16CDE8A-4F6F-4314-2C3D-007C7E523B15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036DBBBB-75C8-0EDE-0262-392DDB4D5D1C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20A5964-21D5-62CD-5A1B-F15AE2EBB2BA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3D750B-20AA-3DCB-987A-883D7FD63BAF}"/>
              </a:ext>
            </a:extLst>
          </p:cNvPr>
          <p:cNvSpPr/>
          <p:nvPr/>
        </p:nvSpPr>
        <p:spPr>
          <a:xfrm>
            <a:off x="5926891" y="5057199"/>
            <a:ext cx="4474446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8BB786-0823-C42E-EDC4-75D6592AE513}"/>
              </a:ext>
            </a:extLst>
          </p:cNvPr>
          <p:cNvSpPr/>
          <p:nvPr/>
        </p:nvSpPr>
        <p:spPr>
          <a:xfrm>
            <a:off x="4521993" y="3695420"/>
            <a:ext cx="4273428" cy="1375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A861CC8-37FC-BE67-F013-6E296343236E}"/>
              </a:ext>
            </a:extLst>
          </p:cNvPr>
          <p:cNvSpPr/>
          <p:nvPr/>
        </p:nvSpPr>
        <p:spPr>
          <a:xfrm>
            <a:off x="3625979" y="2802918"/>
            <a:ext cx="8192208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C9578DD-1D42-55A4-0659-F1BE11836585}"/>
              </a:ext>
            </a:extLst>
          </p:cNvPr>
          <p:cNvSpPr/>
          <p:nvPr/>
        </p:nvSpPr>
        <p:spPr>
          <a:xfrm>
            <a:off x="5447679" y="2071559"/>
            <a:ext cx="4273428" cy="1375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0C1A5D9-6F02-B77D-A196-65E7E9FE1F72}"/>
              </a:ext>
            </a:extLst>
          </p:cNvPr>
          <p:cNvSpPr/>
          <p:nvPr/>
        </p:nvSpPr>
        <p:spPr>
          <a:xfrm>
            <a:off x="6708500" y="748343"/>
            <a:ext cx="3033195" cy="1375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1CC15D2-3BB9-0102-7B14-281A1653247F}"/>
              </a:ext>
            </a:extLst>
          </p:cNvPr>
          <p:cNvSpPr/>
          <p:nvPr/>
        </p:nvSpPr>
        <p:spPr>
          <a:xfrm>
            <a:off x="6860900" y="900743"/>
            <a:ext cx="3033195" cy="1375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695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6E507-1A08-7DD6-C9E6-33042D23D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8E6E6D-BE0F-0743-B74A-C0CE2F672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FDEC92-E59C-35A5-4C11-63F676E514FA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57F645-278C-746A-8471-88176F6E5CED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4F9986-3541-E724-B682-4759DF1321B3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53BCB8-5A65-54C8-1324-A87BAA2A6686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381869-3FEA-8282-DA90-568923D8E7DB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4F3655-E459-23A5-19EE-2D4C08B5E818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735D6D-C85D-1448-9DDB-5B9D4C2110B6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89716E-6851-6C77-AB34-C78E8714CCB5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C15CCA-AB3B-F6A0-8897-E5BF76A646A9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7D2DD0-B019-0A45-C5ED-62E7F7A742FF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419B18-5290-6C5D-F58D-051ECE80E680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007B0F-7393-DB63-BA0D-BE552309AFC0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1892F9-5D0D-C4AF-AC10-47EE4097D502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F60079-7251-1E9F-C33C-B3806EB2F1D1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9A620F-360D-AECB-55C2-BC4279811C57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CEECAF-CE6F-5030-9F9B-B806783282D2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326C04-5DCE-D188-DB00-B262E5BCB528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DE515-A087-5036-378E-64566206E5B8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67EE01-0737-2E2A-419B-9CC5B50EE667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E65A9D-DEB7-C05E-7B64-91C5FBB3A186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78A76D-58E3-22BF-C03E-A32A996FDF3A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368975-0A36-2CA8-4F76-13161B1FACA7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B84173-254B-53EF-AB9D-D3882470AFC5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F81CCC-9657-C4D2-5889-D0605ECCD9F5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186FE8-7F6D-F866-B7D5-2D0C5868B0E6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6CFB10-836B-DC49-0E72-FB62E35EB2F4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1E12D8-AFDE-DC12-BB0E-BE5B54D0DAAC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B71982-6D50-C7A9-BABD-934049B26BEF}"/>
              </a:ext>
            </a:extLst>
          </p:cNvPr>
          <p:cNvSpPr/>
          <p:nvPr/>
        </p:nvSpPr>
        <p:spPr>
          <a:xfrm>
            <a:off x="4247322" y="2210681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6EC6E5-23B0-F75B-121B-CEFAA3F89A97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055161-6E6B-596A-A6F9-165EE8CEE3B4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B1E7BC-7FEC-F5C9-8731-E5241281F6CE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861B75-3211-EE7D-B1D6-F0BDF793A682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90E393-D935-6258-3BF5-EC3AA3129311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ED7E65-0C10-00E6-F6E4-54D4413D36C2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4F2382-1016-6E4F-2E68-D5EB4B521FAF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76724E3-971C-F89C-16BA-763E991B3AB5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2331C1-A641-0E17-AC06-788A2090CC2F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84D549-1C34-8CE4-84D8-4E60964DC5EB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232FE2-49D6-0848-3296-B87EA473C0A6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BC765F-67E0-B524-989E-27CAD8FC0BC2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CE603F-33F6-1FBE-17EB-48209BDCE1A8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8FCAD16-FBE1-56A5-6C7A-7D55D38D3112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047069-23D0-BEEF-5AD1-4080DD8C1F5B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21A49FD-D54D-56CF-D7ED-4834AA7A7B8F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AA21584-12DC-78C4-72F9-98DBA80B3F4A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56CBD68-43C6-6CAE-C0F5-CA7D1D7A2B2F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FAAAD3F-19B3-EF9D-54D5-4B688525C053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8E2F3D44-5851-C340-A392-CCA8DF2F721D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FF4CDAE-64DC-3F82-F74A-2887224D0910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5A74F2F-992A-E724-9D46-C1237212D183}"/>
              </a:ext>
            </a:extLst>
          </p:cNvPr>
          <p:cNvSpPr/>
          <p:nvPr/>
        </p:nvSpPr>
        <p:spPr>
          <a:xfrm>
            <a:off x="5926891" y="5057199"/>
            <a:ext cx="4474446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731C2-224B-83DA-20EF-117F988BD533}"/>
              </a:ext>
            </a:extLst>
          </p:cNvPr>
          <p:cNvSpPr/>
          <p:nvPr/>
        </p:nvSpPr>
        <p:spPr>
          <a:xfrm>
            <a:off x="4521993" y="3933519"/>
            <a:ext cx="4273428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370F70B-B982-F173-3207-E617C92B86DF}"/>
              </a:ext>
            </a:extLst>
          </p:cNvPr>
          <p:cNvSpPr/>
          <p:nvPr/>
        </p:nvSpPr>
        <p:spPr>
          <a:xfrm>
            <a:off x="5447679" y="2802918"/>
            <a:ext cx="6370508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7F916A2-2FB0-5009-BF12-EF1FE5D35AD1}"/>
              </a:ext>
            </a:extLst>
          </p:cNvPr>
          <p:cNvSpPr/>
          <p:nvPr/>
        </p:nvSpPr>
        <p:spPr>
          <a:xfrm>
            <a:off x="4626654" y="2874007"/>
            <a:ext cx="4273428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BAA81DC-B35F-BE34-D2EB-6F6CE18169A9}"/>
              </a:ext>
            </a:extLst>
          </p:cNvPr>
          <p:cNvSpPr/>
          <p:nvPr/>
        </p:nvSpPr>
        <p:spPr>
          <a:xfrm>
            <a:off x="5058408" y="2010380"/>
            <a:ext cx="4581269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BBE220-07AA-CD44-63FB-88A6FB64F005}"/>
              </a:ext>
            </a:extLst>
          </p:cNvPr>
          <p:cNvSpPr/>
          <p:nvPr/>
        </p:nvSpPr>
        <p:spPr>
          <a:xfrm>
            <a:off x="6831141" y="730718"/>
            <a:ext cx="3121194" cy="13378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466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B997C-CC01-9D46-4FB7-8E1F9B9C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9CDD9C-8EFF-A128-436B-90D61FD2E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E46072-4056-00AB-95D4-58DCE8B55227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154B63-A724-7929-C438-A2BFA11B63E4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05C03C-690E-468C-940A-44153BFDCDB9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91F84A-AD17-A819-BF25-BE8FD1407AB5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1973CD-1B4F-602E-131C-8F39CDDD94D4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BBD093-6E5D-1062-D517-74786B335B31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469096-485C-4D35-F5F6-AF0E5C5998A9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AA0106-E413-604A-D0F4-CB348A4F04CE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F775E1-D078-09C1-C932-651C4D64D509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35A47B-51B7-9677-571B-1FC2DE573BE1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DFC961-5EB5-2BA1-BADE-52C8C381C28E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CE48E4-711B-5405-68D8-5AFC9AAF2D73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77EC18-48C3-FD18-2D62-0F52D1DA17E5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8D3700-5B32-3616-A9F2-41D71EE364FD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A49903-984C-409E-312F-2F9708309DBF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85051A-22DE-A449-2E8F-5A3407C699D5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8856F9-C7DA-1C0E-45C0-2781A3B8C4D1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DDE3CF-64CB-02F0-5DA8-2AD66382C999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7A36C9-47FC-F896-C0F9-6231A2FC0517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094B61-C496-A1D2-0F30-7FBCB4A2F595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3348F2-54DE-F66D-43D8-AFABA53AA75E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CD4319-A82B-3D2D-68BA-2153951C1990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3C6383-3D86-0368-E0CC-F294369172D0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ADB7B9-C335-FB42-E536-4AC895CB2810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FB12A3-BCF0-AC23-6E1B-D6CF9C75A08E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DD4A89-F8C1-185A-EB09-6F6CCD61021A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FCDCD3-AC54-D484-FAB1-D566C93067BD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2041DE-F494-79D5-2151-1E0823468339}"/>
              </a:ext>
            </a:extLst>
          </p:cNvPr>
          <p:cNvSpPr/>
          <p:nvPr/>
        </p:nvSpPr>
        <p:spPr>
          <a:xfrm>
            <a:off x="3779178" y="3340617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A64FD1-1C3E-9628-C098-012CFC03006E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86C8C-B92B-7435-62F4-FEDE1E90B467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FCEE7D-B5A2-6FCB-9393-79F6E3677BE5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045A18-94D3-8471-9083-D387138913E6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BD2313-4726-04A5-65FE-09F1DA460371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13744F-1EE2-36E5-8390-158DB909DB87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F9F2B2D-51BA-E3EF-4414-C67296FCE8B8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302AF81-C2B8-66E7-30FF-E90F872C9285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98407-BF7F-4DEE-BAA3-E34C1CEF6281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2DDD8C-6FD5-221F-1F69-76A89A5803A4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FABD855-DB44-3D22-5CE7-599579AC041E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0DA855-DD5C-D329-5CD6-25EE707F3992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B2045C-A022-DA27-A31F-8A086ED39BF0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97ED06-BF8E-8BA9-3E43-D5EE630B2717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C1ACA9-EB59-8781-7E4F-4E54CB3FB32F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B167B2-19A8-7DDB-1114-A38FFD1E040C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C8E31D-4B30-450B-C4B3-68D67D6C598D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623C751-2B0C-3CD6-D7B2-906A831FC2E4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C66825-0683-1C9B-0B2C-DAC0624151D4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A7A244AC-6611-7846-3523-64F9B57680C7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0F0FA60-74B2-2DB4-9A14-845B98F15A8C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455707-01B2-4E1F-805B-877654C19472}"/>
              </a:ext>
            </a:extLst>
          </p:cNvPr>
          <p:cNvSpPr/>
          <p:nvPr/>
        </p:nvSpPr>
        <p:spPr>
          <a:xfrm>
            <a:off x="5926891" y="5057199"/>
            <a:ext cx="4474446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42171C-CFCD-95A6-B8DF-00233D920735}"/>
              </a:ext>
            </a:extLst>
          </p:cNvPr>
          <p:cNvSpPr/>
          <p:nvPr/>
        </p:nvSpPr>
        <p:spPr>
          <a:xfrm>
            <a:off x="5351083" y="3933519"/>
            <a:ext cx="3444337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7F9AE06-C3DF-7183-9FE5-6B3235336644}"/>
              </a:ext>
            </a:extLst>
          </p:cNvPr>
          <p:cNvSpPr/>
          <p:nvPr/>
        </p:nvSpPr>
        <p:spPr>
          <a:xfrm>
            <a:off x="5447679" y="2802918"/>
            <a:ext cx="6370508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8567711-FB6D-A60C-5B7C-2885A01032B2}"/>
              </a:ext>
            </a:extLst>
          </p:cNvPr>
          <p:cNvSpPr/>
          <p:nvPr/>
        </p:nvSpPr>
        <p:spPr>
          <a:xfrm>
            <a:off x="4747267" y="2854294"/>
            <a:ext cx="3444337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B89D352-0608-C39D-CD4C-0486B9A7F273}"/>
              </a:ext>
            </a:extLst>
          </p:cNvPr>
          <p:cNvSpPr/>
          <p:nvPr/>
        </p:nvSpPr>
        <p:spPr>
          <a:xfrm>
            <a:off x="5440728" y="2023779"/>
            <a:ext cx="3444337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F2B8F2-2863-AA35-891E-2ABD03634956}"/>
              </a:ext>
            </a:extLst>
          </p:cNvPr>
          <p:cNvSpPr/>
          <p:nvPr/>
        </p:nvSpPr>
        <p:spPr>
          <a:xfrm>
            <a:off x="6688207" y="747493"/>
            <a:ext cx="3847479" cy="2157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821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A55D-68DF-D46F-3392-79F814CC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A3E36A-6509-B973-837D-1ED052895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5A9838-E81A-DF43-23A4-D671602AF33B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55094-B0B1-2422-9AD6-01EBE1267C8D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4EA62F-0559-2F11-CC17-25BF77EBAFBA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9D8FA5-3739-287A-0CB3-099D0DF51207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284C97-5186-7176-35B5-E02D0BEB25AD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DA034D-DE9D-C3A7-341C-D8CD84F74D5F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A5C83B-473B-9982-995B-AC9887E6CAE7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191BB6-74BF-7B3E-3F4D-5B7F3C2E9E6D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4D36C3-6213-A349-53C5-A40A5E23F977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C3977-6A23-E255-E16C-7B52FDC47D54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4F1851-41E4-8071-31F0-038A3EA10345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AE722A-2183-851D-CAC3-0BC2B63A8A9E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D9B891-F586-64E6-CDAD-6DE306DECA6B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8033D4-BB0A-B17E-1DB6-B095472F652B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A894D4-D862-F975-0F58-7EBD14E1AB58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5A050B-4F2E-B04B-9EA9-AA449D02B9DD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DB6011-F3FD-199E-5BF8-F9753AC2B0CD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4696E4-C6D8-D886-34FB-F825DF9A3373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72ADA3-A051-D53B-BCEE-6255A229F95F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63C915-87D0-BF43-E86A-C8B6BE05DD97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E629BF-F0BC-B5BD-2126-38DD7579E57B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CB6208-B299-A17D-6F77-C77A39B434C9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C532EC-66CC-CAF9-C5D0-2C8C537A2AF8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C800DC-2919-18E4-3344-29402C735F0E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9F4B3E-0457-420E-4E40-520D3EF2018D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CB7CC8-3239-2AB3-3DBC-F2112B7C0E7C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88D329-A610-D82B-5B62-052B0817582D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8D5814-B01A-EFD0-D258-8ED17C66CD10}"/>
              </a:ext>
            </a:extLst>
          </p:cNvPr>
          <p:cNvSpPr/>
          <p:nvPr/>
        </p:nvSpPr>
        <p:spPr>
          <a:xfrm>
            <a:off x="4723890" y="4453141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178782-36E9-312C-BD19-5ADF82286D07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99852B-5D90-5494-C06C-D08E25AC5F59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E35BA7-6986-979C-4822-64AEE5BBC96E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C5C927-DF24-2BA9-474F-4969A3E4496E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2843F1-766D-3CFE-81F1-A97136E79E24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5FAE0A-8CD2-5A71-7F81-543F07B05CAE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A428A7C-948F-251D-B81A-122292452422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AD556A-D3DA-DE76-6BA8-9330DA9B561E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57B1CA-494A-393E-8C8D-475BB518986E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439C53-A59E-A547-7BA3-0726B94A3345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8B1D28-A6C5-D096-B738-FC63414FDE68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7CA363-0B3F-3DB2-8BD6-17E26EBEA611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3A106B6-72EC-AF78-EAD7-B33925B35126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17D025-E52B-AA92-F629-60C5E4A058CF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549A49-F8CA-3D41-391B-8BEEB298393D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7066CC-2780-F665-D56D-A1AEAA6146D6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B367408-4DFD-1E1E-4D17-8F8B86B65122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63FE82-DCAD-6392-13E5-440C568F28D1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CD398B0-8C2C-5B92-903F-B63DFE6DA061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600072B7-7564-936F-2A70-5B9FD9D4156E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C2AF342-2745-F965-CD7A-4E748CB83D6C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02A168D-E2B8-D8BB-6E5A-81B73FF7C310}"/>
              </a:ext>
            </a:extLst>
          </p:cNvPr>
          <p:cNvSpPr/>
          <p:nvPr/>
        </p:nvSpPr>
        <p:spPr>
          <a:xfrm>
            <a:off x="6493340" y="5057199"/>
            <a:ext cx="3907997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CCFB4D-9A93-CC0A-BBDC-71F04C8FC7CE}"/>
              </a:ext>
            </a:extLst>
          </p:cNvPr>
          <p:cNvSpPr/>
          <p:nvPr/>
        </p:nvSpPr>
        <p:spPr>
          <a:xfrm>
            <a:off x="5351083" y="3933519"/>
            <a:ext cx="3444337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C2BB450-01DD-B78F-5324-3A5534F2D3A0}"/>
              </a:ext>
            </a:extLst>
          </p:cNvPr>
          <p:cNvSpPr/>
          <p:nvPr/>
        </p:nvSpPr>
        <p:spPr>
          <a:xfrm>
            <a:off x="5447679" y="2802918"/>
            <a:ext cx="6370508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28525C7-99A1-C4D9-0208-A19FD39B14E5}"/>
              </a:ext>
            </a:extLst>
          </p:cNvPr>
          <p:cNvSpPr/>
          <p:nvPr/>
        </p:nvSpPr>
        <p:spPr>
          <a:xfrm>
            <a:off x="4694308" y="2802919"/>
            <a:ext cx="3907997" cy="1152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1873C88-3FC4-8676-CF0C-AE79E2ACF75F}"/>
              </a:ext>
            </a:extLst>
          </p:cNvPr>
          <p:cNvSpPr/>
          <p:nvPr/>
        </p:nvSpPr>
        <p:spPr>
          <a:xfrm>
            <a:off x="5470556" y="1967371"/>
            <a:ext cx="3907997" cy="1152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F3AD29-F49D-D214-4834-8283C757A8FB}"/>
              </a:ext>
            </a:extLst>
          </p:cNvPr>
          <p:cNvSpPr/>
          <p:nvPr/>
        </p:nvSpPr>
        <p:spPr>
          <a:xfrm>
            <a:off x="8125031" y="961186"/>
            <a:ext cx="2029770" cy="1152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389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F25C-A431-3BFC-3087-CE2542F5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404FA1-8867-4161-FC17-F70C37D9A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2EACCA-B6D0-B8B9-77E6-77A6D4A2086F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410F9A-63A9-D7B2-1483-B480D4E0C161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B9A554-F0AE-9CF7-3F39-9F8334BBDECE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40DC3D-69F4-EFFD-8F39-54B0EFC2494B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5F37DD-2049-5B1F-7A02-57D41369FDF3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189FD5-1C37-2D3E-8C4E-6C4B8BDC8D02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A0C23-3777-D16D-983A-640A4B07DAA5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ACDCD5-316F-BF00-37B0-A870DF3DDA6B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00C93D-A159-DFCE-5CC0-CDBD0FCD745D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91EC15-F799-8ED9-BDDE-9237EC87C087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DB1DFF-7CF4-D3A9-D2B9-A73A92B9C938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13B9A9-C12F-3911-D4F5-807890AC8591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F972CC-423F-F2F0-1F38-3BF179FED6A2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B418A3-B3BD-BA2A-5D3C-8F43F1955793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A8F573-E724-0468-A634-1E677624FF87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62FDD3-5C2A-F2CA-5FBF-FD44B347C7D4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02EBA7-0AAF-52BC-9CB8-F1317E44DE89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E3DCC0-C381-9D7D-1BB1-740EE4569195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1DC5A6-7B20-AACC-72D4-3EFF2EE897CE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19E71E-D643-0419-9DB9-350CDB2BF630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BC645F-B0EE-E337-E894-DE8A73E0385C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9AB178-651D-C26E-84C8-43E95AB870DB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6F8FBC-406E-F9E2-E3FD-B0B936A87165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239B29-9E47-D60B-9BD1-B48761D7C3BA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50568A-3F1C-BFD0-9127-63745CFD65F9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BD5DAA-9192-BB43-56FA-3FC484E1652C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10921E-5DB9-A528-0AE7-EBE4ABC03E28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FE9A34-7EBB-5197-EA0B-039C59CE440B}"/>
              </a:ext>
            </a:extLst>
          </p:cNvPr>
          <p:cNvSpPr/>
          <p:nvPr/>
        </p:nvSpPr>
        <p:spPr>
          <a:xfrm>
            <a:off x="5881785" y="547520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189E21-38FE-CC02-32D2-9B1F121B620E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AC6897-EBD3-F773-DA69-9BFD69ECC675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A56DFC-2EF3-0D28-0277-61A6F9D31DA0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E010E1-35D8-210D-05CF-A059AE0E3F96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8C7216-55D4-E0EA-9282-4DCFDAA3327E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9851C2-7F1D-3A93-2FA0-280AB6522772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A6FC0F-C67A-6759-B082-038B70F00522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F22080-333A-58F7-033D-B34DFDD4F56E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BEF869-EC9C-ACDD-1262-C605A390C7FA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6F896D-1FDA-5C65-F39B-18A4CED1F6E2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6BC6BC-12B5-FCAB-9016-7C1E37E4E1F4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B00E49-6974-CCCE-6E1C-D32A287DD6EF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8E18965-0976-9141-BC88-812F5B04272F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25D1D9-DF8D-8D5B-EC50-66FBCE7F8F1E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1EEEB5C-331F-93EA-0C97-92E8E85C9208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99611B-F074-9B2C-88F6-451BEDA60AC6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6AA384-07A6-9E17-9662-50BBFFBC23BD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7BD076F-79F9-BC4A-C5FC-FB5E7990C9AC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201F7C-683C-F875-BABE-2A115D0D0056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B7B6C255-AE1F-400D-0762-5A7B8FF2D53F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 , p 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F5C0AD2-D33E-817A-A8C9-E34C7EA6F146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D8C655-BE0C-0E18-9534-9817FB7B369B}"/>
              </a:ext>
            </a:extLst>
          </p:cNvPr>
          <p:cNvSpPr/>
          <p:nvPr/>
        </p:nvSpPr>
        <p:spPr>
          <a:xfrm>
            <a:off x="6493340" y="5057199"/>
            <a:ext cx="3907997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32031F-7486-E8E8-D906-7DF7E78147B0}"/>
              </a:ext>
            </a:extLst>
          </p:cNvPr>
          <p:cNvSpPr/>
          <p:nvPr/>
        </p:nvSpPr>
        <p:spPr>
          <a:xfrm>
            <a:off x="5351083" y="3933519"/>
            <a:ext cx="3444337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7E709A2-3FC8-F087-E694-0C7CDC545EBB}"/>
              </a:ext>
            </a:extLst>
          </p:cNvPr>
          <p:cNvSpPr/>
          <p:nvPr/>
        </p:nvSpPr>
        <p:spPr>
          <a:xfrm>
            <a:off x="5447679" y="2802918"/>
            <a:ext cx="6370508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CC59D3A-D0E1-BE9B-3605-7CA3AD12A5C5}"/>
              </a:ext>
            </a:extLst>
          </p:cNvPr>
          <p:cNvSpPr/>
          <p:nvPr/>
        </p:nvSpPr>
        <p:spPr>
          <a:xfrm>
            <a:off x="4611705" y="2821591"/>
            <a:ext cx="3907997" cy="1145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576F5A4-4C67-F1C3-178F-C6B3E8A00DA5}"/>
              </a:ext>
            </a:extLst>
          </p:cNvPr>
          <p:cNvSpPr/>
          <p:nvPr/>
        </p:nvSpPr>
        <p:spPr>
          <a:xfrm>
            <a:off x="5385790" y="2050595"/>
            <a:ext cx="3907997" cy="1145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2422E8-CC2C-44DB-C590-8D22FB6DDFFC}"/>
              </a:ext>
            </a:extLst>
          </p:cNvPr>
          <p:cNvSpPr/>
          <p:nvPr/>
        </p:nvSpPr>
        <p:spPr>
          <a:xfrm>
            <a:off x="6793532" y="380750"/>
            <a:ext cx="3907997" cy="18220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052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4F418-9686-91D4-4743-56546FAB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DC5D65-5C7F-75A0-3A13-C44DC31D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9FBE88-E7CE-144F-17A0-A026AE6A032E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95726D-8157-7148-E0A0-4B0B7AF04845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8064B6-9709-8DC5-8A8D-4233E43DFDC1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29AA07-7D10-115F-9755-A6540CE01767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AF4704-C724-87CE-79E5-8E7071C6648F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8D6F24-3668-B2F4-0B96-6680197BA46B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393D7C-6857-BA7A-1335-1EBA10F4C2B1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8FCB47-7907-1C77-55D7-9676ACA25C83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F532ED-5B6F-57E9-AB2A-DA28D13F6871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BCD613-7AEE-76AB-5777-F43DE294ADF8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6A0693-CE83-3054-FDF2-8CEE9C93DE11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8BA92B-EFC0-3AE2-BD2E-0BD85F36523F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38D2BC-EECB-4C5A-C3A1-0896815A5106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EDCA92-E577-B593-5763-D548CCCC2F48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966184-D8FA-19B6-0726-42A426C18D77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F6DAD1-0EC5-6531-9823-D0EF2F3B4FDF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8DA9E1-2867-1775-A20C-416653CAB894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B3BBDE-D829-83FF-0717-A15F97ECEA4E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D94205-7C27-DA6D-3A4D-41DAB94C22D2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8ECD4-5B6C-E9E6-6BE5-783FE6CA39E1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9CAEC8-830C-6600-0991-B29C0D3A33DC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95F3B5-323B-D2AC-6271-C1C55580DD2D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9BB485-2C90-2EFF-F956-7D108D4C6836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C26270-14FB-0E3F-1AEB-6B9337F8A3EE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6E1180-900D-B0C2-41CD-F2EE3214C69F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E0E10D-7DDB-1F57-FFBD-D8D0276C4A1B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7BD89B-7355-F8B1-D7F1-01A8242A386E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B5B486-1687-05D9-8599-6EEFD69E2BFF}"/>
              </a:ext>
            </a:extLst>
          </p:cNvPr>
          <p:cNvSpPr/>
          <p:nvPr/>
        </p:nvSpPr>
        <p:spPr>
          <a:xfrm>
            <a:off x="6551759" y="5548035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D07040-5651-A6C6-2238-56B58E3F6459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8C4A9A-A9A0-1991-81B7-A8BAEEF98F4F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CF95E5-3AB5-0D5F-01FE-E9E1890F719F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F61E32-D445-ECCF-AB6B-F4C5277A22C4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FACDDC-6F02-5596-C379-2945166553DA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4FCFB7-AB8F-1EE9-86C1-785604B5B5AA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1AFD4A-9AEB-26CD-E70A-0B2C24FBB9A9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963F34-7C77-128D-7108-9F9EC0046103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3D8D4D-11F8-8CDA-493A-2E2E87243148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6F6FCD-E9CD-F0AC-8618-E0C1832A525A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B5BAE9-B6CC-6A16-0BF8-39CC74CDF20F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3C60BB4-49EF-D013-CAF4-2D30F32128D8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B97DE26-96D8-3A6A-7A0F-5B9B6500FAF0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21F4E1-99E0-E6C9-D776-BC06E0CEC57F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4D82C85-9FFE-27DC-C9C2-BD63B80400B2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01E62B-333A-534D-0DA6-9D934A487CE1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D6A32D6-4B67-F086-EB81-EA97B2882C50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53F0A43-5070-E3EC-CB49-1910B6937B6E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0B2EFC-C475-4A37-33CB-BEAF71AD871A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47ED3FF6-035D-3AA1-8C3F-D781B72BD6E5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 , p , q 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62DD70-CCEB-FEE5-DD6F-17D960715971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80B18E8-738F-8AE3-77DE-08B0EFC36061}"/>
              </a:ext>
            </a:extLst>
          </p:cNvPr>
          <p:cNvSpPr/>
          <p:nvPr/>
        </p:nvSpPr>
        <p:spPr>
          <a:xfrm>
            <a:off x="7097419" y="5057199"/>
            <a:ext cx="3303918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4D21F6-F2FF-194C-764A-EEA7764A732A}"/>
              </a:ext>
            </a:extLst>
          </p:cNvPr>
          <p:cNvSpPr/>
          <p:nvPr/>
        </p:nvSpPr>
        <p:spPr>
          <a:xfrm>
            <a:off x="5351083" y="3933519"/>
            <a:ext cx="3444337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BD7FA4-5732-4E1D-26A7-73D64D746CCD}"/>
              </a:ext>
            </a:extLst>
          </p:cNvPr>
          <p:cNvSpPr/>
          <p:nvPr/>
        </p:nvSpPr>
        <p:spPr>
          <a:xfrm>
            <a:off x="5447679" y="2802918"/>
            <a:ext cx="6370508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C9FF48-62E6-7C94-84B5-A38157A058F5}"/>
              </a:ext>
            </a:extLst>
          </p:cNvPr>
          <p:cNvSpPr/>
          <p:nvPr/>
        </p:nvSpPr>
        <p:spPr>
          <a:xfrm>
            <a:off x="4579878" y="2844674"/>
            <a:ext cx="3303918" cy="1140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9691190-B737-8A58-E3CD-8C0EDE5B215A}"/>
              </a:ext>
            </a:extLst>
          </p:cNvPr>
          <p:cNvSpPr/>
          <p:nvPr/>
        </p:nvSpPr>
        <p:spPr>
          <a:xfrm>
            <a:off x="5477911" y="2081555"/>
            <a:ext cx="3192936" cy="982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8FAADF-D032-E77C-4E1F-C06DBE180B2D}"/>
              </a:ext>
            </a:extLst>
          </p:cNvPr>
          <p:cNvSpPr/>
          <p:nvPr/>
        </p:nvSpPr>
        <p:spPr>
          <a:xfrm>
            <a:off x="6775273" y="691978"/>
            <a:ext cx="4029194" cy="2193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173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74744-17BF-37D9-80FC-37000338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1C6A52-E593-B62C-E654-86D421E3B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025FC7-0DED-9BD6-1570-4ABC9BEB9023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0C6C69-DEC4-0377-5665-B24456B13FFD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D09DE-1BC0-D0EA-D60A-C96824499337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0E452D-35DC-2FCC-5CFE-1D767AD25AC0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EA5F66-FBE9-C375-8A61-04753BAF7A3A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25C7DA-7A85-348F-75C3-ADA88BBB9BE1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93C8C6-BD77-8FB4-FB77-53E4686E3F5E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C3626D-324C-1864-BCB2-1C7002550F38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309D97-DFB8-3ABA-F5FA-75DE2060B4DF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87B8EA-6E48-C5D7-1E90-BA3414266AD8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B7D73F-C52F-1F4E-CF47-377DA2C3FFA9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8F238F-263A-A8BA-9F80-E6C8F4C28A78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ACA306-0464-FA87-8B0B-CFFD9E83AEFE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203EB-D821-9783-69F6-570F8A2072CD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2268C8-6551-6AF0-CD1A-7B90BEF2FF3D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B9CCA6-2EAB-02B0-F68F-83E5DDEC3C3E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9852C4-08D2-1FFB-7551-967C85C2EA11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7C19AF-9D74-8AF0-F445-C112C2BF0791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743ECD-7A9E-7AB6-10F4-08C1A942213C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B6926C-A29C-6F71-BD52-9169EF2BB83A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B13C87-4090-37F0-BC80-F9702282B5ED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ABCBDB-2906-20B7-8F6E-9E3F4868D253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CEF59C-009E-B88A-81CF-FEA04932C328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8BE151-E216-1744-4D79-18F33AE8AA6C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F99273-9944-5651-B169-99A00A284053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59826C-1EF0-F5F8-DB64-FB19B1A1F78D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C21B9F-D317-85CB-3EC3-6EA8AF42EB4F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D7482E-89A8-397C-55D8-3E60E8909F07}"/>
              </a:ext>
            </a:extLst>
          </p:cNvPr>
          <p:cNvSpPr/>
          <p:nvPr/>
        </p:nvSpPr>
        <p:spPr>
          <a:xfrm>
            <a:off x="4771567" y="3331729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008544-E56E-9730-0A26-9D9185DEDE5A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FB4FD-9A59-8683-E471-556A1C1B352F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EA1030-5109-F2A1-3E23-B1FAA81BFAF1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ACB381-208A-3CD0-BC4F-EFAA146B64FE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337DB9-1E50-08CA-BEFF-C277A477DAF4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150B0F-C397-975C-4538-7C2219C5F667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55079EA-6A95-6160-0185-F3E166CF9CAB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CCA74F-7C03-4B66-8E7A-06E97295C6D2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1E73B8-CCF8-03C7-8212-009449818926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28F7A0-3CED-29B8-38DC-CBDA81D33CAA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7A866B-F9CB-A5BB-D012-75CBCF5AF3A9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885D3A-38D5-F2E5-6F62-8B6BF89860BF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1C7CD3B-BFB4-63DD-8D89-F076343C27A1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12F34F-9B2C-1C5E-B4B4-41532ACCE026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FF3447-05C3-C857-543B-5424D4E5C7E3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60C08F1-8FD5-42B2-3F98-BA9210A5C209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D54149-2445-2FC2-F989-BEA9774CB749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28D1621-5385-58D6-CC2B-421CB114DDDC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BC2F491-6B1C-8BED-06D3-C9D180B0C76F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C3BB5041-FC1F-B682-4F1B-6F62FB553CE4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 , p , q , M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0E04394-F782-C296-4735-0DB00AB0B28C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1F74300-B796-B8D2-807D-1DF000D65047}"/>
              </a:ext>
            </a:extLst>
          </p:cNvPr>
          <p:cNvSpPr/>
          <p:nvPr/>
        </p:nvSpPr>
        <p:spPr>
          <a:xfrm>
            <a:off x="7097419" y="5057199"/>
            <a:ext cx="3303918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7E954D-7A6C-0A80-2216-308A05E97D03}"/>
              </a:ext>
            </a:extLst>
          </p:cNvPr>
          <p:cNvSpPr/>
          <p:nvPr/>
        </p:nvSpPr>
        <p:spPr>
          <a:xfrm>
            <a:off x="5952938" y="3933519"/>
            <a:ext cx="2842482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1891DB2-BBD3-181F-059B-1E6CE8FCD224}"/>
              </a:ext>
            </a:extLst>
          </p:cNvPr>
          <p:cNvSpPr/>
          <p:nvPr/>
        </p:nvSpPr>
        <p:spPr>
          <a:xfrm>
            <a:off x="5447679" y="2171657"/>
            <a:ext cx="6370508" cy="1761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03402FF-8ECE-72EF-06F3-55D3A6D548B1}"/>
              </a:ext>
            </a:extLst>
          </p:cNvPr>
          <p:cNvSpPr/>
          <p:nvPr/>
        </p:nvSpPr>
        <p:spPr>
          <a:xfrm>
            <a:off x="6873073" y="633152"/>
            <a:ext cx="2762137" cy="1761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777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08B62-2847-6415-92F1-A257A7795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2BA37E-A475-F923-D236-DB7456D44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8A2A6B-B403-7970-6BB5-5998A6A17AFF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E8BDF-7040-8DE2-98A6-EB9B707D2288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866A78-0212-6319-04C6-3CA6EC3B9C1E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7BCD7F-8F3A-B8F7-57AF-339A76567E79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3B6CDE-A993-2647-3DA2-2DABF1AC0002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3EBD00-C68E-9F1E-AD4F-3F244EA1C909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F35389-75CD-41D4-CF9E-A33CB19CE334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952A4E-C038-B78A-A9A8-7619C4E7E97C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3A7F8A-BA20-615D-4C22-0A8BD7B19A8C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CF18D9-4D85-5446-48DF-60897F210A91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9FF65A-AA37-1B53-5502-9E4FD5865F6C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24B81A-6D14-4857-3B01-D1A446250002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EC0491-DC6E-84A0-B4E3-49405C0018EB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3C9E77-5DE0-C210-9F77-4A24852F6BF9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BEFDD1-8191-1D12-B9EE-9F060A14EFE2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6F366F-68C1-CE18-4AD1-78230AC21244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F98EB5-1C42-5094-1C6B-553DF0D67B59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5082B4-1B86-A1EC-ECD4-DFC1BC4F305B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893CD0-3334-C4A5-2C91-3B8199BB0763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8A2691-320B-E6DC-5FA6-B446E2576044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DAEEBA-1DB9-6F00-C805-86F6067D36DF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3570BE-F713-3BF2-E205-CA9CCA1F9842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53B766-7333-BD72-CD3D-947F8D22B9C7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2427D4-A933-D389-C486-1589191ADF57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59D4F1-EF2A-4D37-C1A2-43DEC124BC8F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96DFFB-C081-61C0-11F0-467A70719611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36671B-8B76-A9E7-D24A-E5A2C5CDD9DF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003640-99F2-8E93-9FAF-ECE2446D4E94}"/>
              </a:ext>
            </a:extLst>
          </p:cNvPr>
          <p:cNvSpPr/>
          <p:nvPr/>
        </p:nvSpPr>
        <p:spPr>
          <a:xfrm>
            <a:off x="5341245" y="4432484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A54F22-E285-694D-E335-09286F1A954F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E7D00E-D5FB-6774-4929-B6B075844E3D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694F74-C761-97D1-3F12-C8132CE771C5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E57864-3AED-C54B-151C-C8060F35E925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DCAC4F-64EA-EDA2-F0A0-A723B48EA719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C482BF-C857-E3F1-1ABE-DD0B97943503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E859C0-6781-FF33-7B40-885181BA5780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414DD9-88F8-7751-1376-679FB0A83A12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20A22A-6F13-5B2F-06A3-0A70EC92E1FD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7FB31C-B232-B582-9F80-C7427F56665A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0CD702-23CD-1468-DFE8-A017FB573106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AA79FA-FEC8-ECBF-B37D-6BC9638E23B0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906DC5-B70B-63C3-C015-886427152C8D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406DF7-6247-3F65-8728-47A9DE8F8414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AFD882-91F5-EAF8-D20D-3AE0738329F6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2CDE7EA-EED5-63AA-5A42-D23309DA5530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F3374AE-AE77-EB31-EE7A-FB52AB993582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3C0FA8-3ABF-896F-FDBE-C5C82AF46EB9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AD0C8C3-3AF9-29C7-DEE3-59C475C9DA98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DB5AD479-D3F6-089E-C2FE-EE215878312C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 , p , q , M , Y 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D05F9F-0AF2-B783-7DA2-432A3054AD0D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AB667B-6BE9-0AEA-6071-8DCFF0502183}"/>
              </a:ext>
            </a:extLst>
          </p:cNvPr>
          <p:cNvSpPr/>
          <p:nvPr/>
        </p:nvSpPr>
        <p:spPr>
          <a:xfrm>
            <a:off x="7722083" y="5057199"/>
            <a:ext cx="2679253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B21D63-1FA6-7188-28AC-12817B80A827}"/>
              </a:ext>
            </a:extLst>
          </p:cNvPr>
          <p:cNvSpPr/>
          <p:nvPr/>
        </p:nvSpPr>
        <p:spPr>
          <a:xfrm>
            <a:off x="5952938" y="3905526"/>
            <a:ext cx="2842482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476851A-4864-434A-E149-36840CE81604}"/>
              </a:ext>
            </a:extLst>
          </p:cNvPr>
          <p:cNvSpPr/>
          <p:nvPr/>
        </p:nvSpPr>
        <p:spPr>
          <a:xfrm>
            <a:off x="5447679" y="2802918"/>
            <a:ext cx="6370508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FD05629-3F5A-E62F-01AC-05C72787169D}"/>
              </a:ext>
            </a:extLst>
          </p:cNvPr>
          <p:cNvSpPr/>
          <p:nvPr/>
        </p:nvSpPr>
        <p:spPr>
          <a:xfrm>
            <a:off x="5438715" y="2000903"/>
            <a:ext cx="3582918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C5C3A12-364D-BFE6-FE0C-F8DCC0D55C9E}"/>
              </a:ext>
            </a:extLst>
          </p:cNvPr>
          <p:cNvSpPr/>
          <p:nvPr/>
        </p:nvSpPr>
        <p:spPr>
          <a:xfrm>
            <a:off x="6638373" y="655256"/>
            <a:ext cx="3466679" cy="20193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092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A409-7E2D-0C06-8386-39F300B6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7F2DD8-6213-E59A-CE9C-E4B8DFBDF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04EFC5-16FF-1245-310C-AE768676DC4E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E137B3-D2D2-AFBF-CD14-CCCF0029E3AD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56DEA8-4C10-F038-9CE0-F80E2CD64B27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AEDA3F-A4E4-1D4D-6196-1D7466D3C2CF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DE683F-9400-B419-C9D8-AF41A8D62111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63AB02-18FC-4D24-0AC2-159B38C2C9E2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0C0F0A-1D42-1BE9-F343-3EF0E9406DA9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09F94E-26E3-5375-D76C-EAC1540A1DE3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20379E-2043-6827-21AB-9C0E93F658E7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01124-82E9-A81A-F05C-B107518A32F6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4991C9-4D8E-DEB7-C483-DC5B0B7C2420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38DBA6-95CC-0471-2A28-E4AB06337B94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61304A-8B95-6D75-C6DB-CBD41AC891B1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36EA9A-5AD3-A769-A5C2-D97BC0F69905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978A7B-7665-6B31-A24A-D8AE1EBB7575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39EBF6-626A-1990-5674-52B4CCE95FCC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80752D-A260-B111-8CFB-D36C30D7F539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F60FE6-75A9-2E0C-2587-4373C780FCC1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758472-8C5A-B1CC-D27E-6BE3D15FE69C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B12911-5073-1D05-BE65-8C145A12A2C3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0195B6-BDC3-AB6D-6F06-344BDA41994E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32B2F-B98A-95ED-692D-A7CD9B908636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7D0533-61FA-0428-18ED-38851F4AFFF6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EF2C3B-4C07-481D-6D4F-A6048E768A87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BACF01-8FCD-3EF5-C012-DA7AE4D06694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27EA29-D162-DFB7-84E8-F1782ACD5595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07A69D-3028-22A7-1722-BE83FA3419B8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472BD3-1B23-E02F-14A3-1793E971D104}"/>
              </a:ext>
            </a:extLst>
          </p:cNvPr>
          <p:cNvSpPr/>
          <p:nvPr/>
        </p:nvSpPr>
        <p:spPr>
          <a:xfrm>
            <a:off x="7114977" y="553236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77F9C3-1BAD-498D-0834-BFD9DFD07D7D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CFBD3E-FBCB-F25A-DBF2-D60B4E594B94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7DDC08-81CB-9AEE-F26D-A2B5EFE466C5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A1A719-0E81-EC96-C421-A4AC8E4A0F13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B045F3-F482-5734-A7D8-29F7EF73CEE9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E98635B-A3E9-579E-1F03-D193BEC6FC14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0CE464-C685-1EE5-8900-2F01BF3D75FD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2027AC-747B-5D2C-9C8F-E249216E2E62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720010-B06B-81C8-EE23-F35FF205F5EC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4037D3-1354-6624-A091-D35BE7F5D00A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DF415E-46BB-3511-3E2F-660B058ED497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9878F8B-3F26-8B14-A021-285DC84214FA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9B17EA-621C-B32A-76DF-0061855EFD78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494A79-03D3-9B64-7418-9DCF7321AAB5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31EBB9-F8F0-5FB1-8726-9D5560505229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8AA2143-30AF-14A3-ACF8-125A7795DA50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9CF2C7F-E8C0-D480-8EBB-28F6044F5A3A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D64CCB8-2334-AF0F-B7FE-866B9CD8155A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29BDC2-0225-49DB-A5ED-0D1DE60D96F0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D85A8A1B-A0FD-2C3F-AB6F-AD2566FD4911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 , p , q , M , Y , r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036419-E527-6E92-B169-3E19516FE946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F3CD05-155E-3D71-11BA-7F34A243E7AC}"/>
              </a:ext>
            </a:extLst>
          </p:cNvPr>
          <p:cNvSpPr/>
          <p:nvPr/>
        </p:nvSpPr>
        <p:spPr>
          <a:xfrm>
            <a:off x="7701097" y="5057199"/>
            <a:ext cx="2700239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C34DD5-989A-AD57-E5CE-CE707386448B}"/>
              </a:ext>
            </a:extLst>
          </p:cNvPr>
          <p:cNvSpPr/>
          <p:nvPr/>
        </p:nvSpPr>
        <p:spPr>
          <a:xfrm>
            <a:off x="5952938" y="3933519"/>
            <a:ext cx="2842482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8DCCB71-75B5-23BF-99E2-7DBEEA985C7F}"/>
              </a:ext>
            </a:extLst>
          </p:cNvPr>
          <p:cNvSpPr/>
          <p:nvPr/>
        </p:nvSpPr>
        <p:spPr>
          <a:xfrm>
            <a:off x="5447679" y="2802918"/>
            <a:ext cx="6370508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13B22D3-3D15-F2A7-577E-990C0078F066}"/>
              </a:ext>
            </a:extLst>
          </p:cNvPr>
          <p:cNvSpPr/>
          <p:nvPr/>
        </p:nvSpPr>
        <p:spPr>
          <a:xfrm>
            <a:off x="5428222" y="1917016"/>
            <a:ext cx="3593411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255C788-16C0-43AB-A68A-6E8A27B7DF82}"/>
              </a:ext>
            </a:extLst>
          </p:cNvPr>
          <p:cNvSpPr/>
          <p:nvPr/>
        </p:nvSpPr>
        <p:spPr>
          <a:xfrm>
            <a:off x="6638373" y="730718"/>
            <a:ext cx="4091157" cy="29828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06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3651-A3B4-CE1C-35A9-92CCF339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68370D-4837-756E-733C-E7415DD405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19AA86-BFDE-0045-9E9D-42BFEF68F9F8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19B3F-4035-4450-3302-A1301F8D1D44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47E75C-D82D-69B6-FD95-1DC3B2FBF77D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D5610-565E-100E-E932-BA338485CAF5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2C281C-9C6B-2AEF-8650-31580FBE0B9A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4E8F00-CF93-38BB-7742-F6AA5015889D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0D3DDB-DB95-756A-D3D8-38A5690A9BD1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11F384-75F2-120A-1EE5-1E5800C217CB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76237D-1445-7941-ADC4-12DB0EF16BC5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EA2139-BD63-50CF-9774-388948E7E7B1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4BD155-F5E2-D531-552B-E8596C8D65C8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39E7AC-C7AD-0B5F-5D65-FC950AEB0211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D0F2BB-C93B-5D42-E60D-2A45E77584F7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21FBA7-3570-33D1-9FBD-69B6DEBCCD25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875FBF-9C8F-2A00-F5EB-E86C4C739B2A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465B55-861E-1A61-8807-AA345426F2B7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2CE82E-3AA9-44AD-3348-F42E20378806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397075-EE39-1B61-7B6F-317BA2AD2E01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408A44-282C-4307-32CB-7527F077FC95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E70D8A-3ABB-FB55-340A-95C51BCAD559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FAC57D-55AF-D721-8B2A-1FAFF6388288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79CDF2-2C20-BAEE-6AFD-2B736C2C4D72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D9666D-57B2-5C32-3B2A-D758BA49F7B8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EE808A-02E5-726C-EFF0-EB9F3DE61A0D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FC8E42-EFDC-C32A-4975-FE9B826223CB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EF8734-5C0A-E544-C15E-72FD2C6EDE46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74E5B7-5808-9A69-BB27-B9914B49D4A9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1B4239-FB22-1AF9-86D2-4EA370434807}"/>
              </a:ext>
            </a:extLst>
          </p:cNvPr>
          <p:cNvSpPr/>
          <p:nvPr/>
        </p:nvSpPr>
        <p:spPr>
          <a:xfrm>
            <a:off x="7756102" y="553236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21A1C6-2B0F-107D-9932-9DFC2BFF1522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FD50E6-1EFA-3646-5A44-0886B7AE1E57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20FE38-44EF-6E6C-7519-115ADD6774DC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8A2E46-60E1-37D6-7C92-1E70A229F399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525820-6440-8A37-3ED5-AE599C0346E8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A8CCFD-AC37-1989-9F70-77D750B1926A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4266B9-FA42-7374-6BAD-2AC7EED50BC3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AEE63D-2D44-D3D0-B604-AC233498E91A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465E7B-E74F-E151-73B1-FAA298E32F38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A82F4D-E5CA-8D8C-04DB-520F608A063C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9F5742-7912-10E8-0C89-27BE248F7383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CB658DF-1B80-C158-1CF2-0A52ABD7544F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E375A3D-9865-9DD4-9C38-184FFA91BC63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D50B775-E169-FCCD-CA92-414E43B0FC80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E5FC209-D964-8ADA-1FF2-43DA2F97FAE9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F70E814-06B2-8FCB-AD72-CF236016628C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24EFBFE-5AF0-41A8-2D4B-DF509D0ACAD5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7421076-F974-8D20-1BE9-F9EB5B28975B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1DA6D19-47E9-4198-F56D-FC734AA53D0D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A5AFEE6D-D633-3E74-3DB4-EB67942595B3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 , p , q , M , Y , r , s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611129-63C7-85E3-8173-4CABF58D2F83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1B395D3-6B6A-8533-4E64-0B2ED06792D0}"/>
              </a:ext>
            </a:extLst>
          </p:cNvPr>
          <p:cNvSpPr/>
          <p:nvPr/>
        </p:nvSpPr>
        <p:spPr>
          <a:xfrm>
            <a:off x="8325471" y="5057199"/>
            <a:ext cx="2075865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06EC86-6A1E-188A-B29E-8337E27BCB45}"/>
              </a:ext>
            </a:extLst>
          </p:cNvPr>
          <p:cNvSpPr/>
          <p:nvPr/>
        </p:nvSpPr>
        <p:spPr>
          <a:xfrm>
            <a:off x="5952938" y="3933519"/>
            <a:ext cx="2842482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CD2B000-3E77-3224-068A-8093AF0E652F}"/>
              </a:ext>
            </a:extLst>
          </p:cNvPr>
          <p:cNvSpPr/>
          <p:nvPr/>
        </p:nvSpPr>
        <p:spPr>
          <a:xfrm>
            <a:off x="5447679" y="2802918"/>
            <a:ext cx="6370508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F92B0EB-DE5D-5B5E-4C0E-5DB2F4F2408D}"/>
              </a:ext>
            </a:extLst>
          </p:cNvPr>
          <p:cNvSpPr/>
          <p:nvPr/>
        </p:nvSpPr>
        <p:spPr>
          <a:xfrm>
            <a:off x="6903102" y="730718"/>
            <a:ext cx="3117090" cy="2405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D12759-08BB-6988-7CF6-825FF036F349}"/>
              </a:ext>
            </a:extLst>
          </p:cNvPr>
          <p:cNvSpPr/>
          <p:nvPr/>
        </p:nvSpPr>
        <p:spPr>
          <a:xfrm>
            <a:off x="5413561" y="2054732"/>
            <a:ext cx="3117090" cy="1325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146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DE0E3-C38E-2B13-525E-AC929527E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EA803C-302A-6906-AECB-45EA16D34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A6D7A9-44AE-B517-635B-603F1510EBBA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612B67-0BEE-BE85-B2A0-AC9B7AFD04CC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B01C7A-D3CC-2ABE-B9F5-A8ECFABDEAA4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3B8F36-120F-D9BD-4534-9C22889F6085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4B57EF-2F4A-2974-59FD-0D96901426DA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A5E6EB-1580-3056-3F4F-00C0EEF49D4B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504BCE-48E2-48E1-1723-A9AF0044D6BA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7A9582-5391-CB69-B537-02A7C34B175E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6D2E45-7D81-ECA5-C42E-3A9D83B6BB1E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AF1D5-3DFD-DB4D-1A32-A16D88F17400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4BEAAC-9803-CD94-6A7B-9EC253ADFFC4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3D928D-1C18-59DA-9ADB-6FF71E3116F2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CAF2FF-89B2-FC80-BB7F-081D58250843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7DB19D-A803-EFA3-CC1B-B547BB652554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CFEE6C-5788-994D-E6BD-9F8A728BDF82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40A5C6-FFDF-A377-D901-ABD274A9B599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5E0EAC-B47A-C091-651B-7E079E91858C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C7EB73-3A0E-C1F4-59AD-227F2774B43A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1AE0EB-4D0C-8D80-A51A-26AC833E4AE1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D53382-AE7C-D35E-9C18-5C7581AE30BD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A95AE6-663E-7924-B6B3-35738A191FC7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BFEE00-E2D6-65D0-89CF-DC59B0B83829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E98EF9-89D2-6DC5-3DB7-375FFDC261C3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A97096-6E89-0981-DC31-EB10611A183E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EFE1AF-6173-2671-C99B-77A8A9FAB167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34740D-DCC7-7BA6-6A56-4C5181D6B4FE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427BC7-25AF-4364-6168-1A703D3F85F9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4F4143-5662-F858-B251-EBD38A1163FF}"/>
              </a:ext>
            </a:extLst>
          </p:cNvPr>
          <p:cNvSpPr/>
          <p:nvPr/>
        </p:nvSpPr>
        <p:spPr>
          <a:xfrm>
            <a:off x="6040820" y="2216797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A49CAE-CC15-5C97-8BB0-47371C4F965C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6A627-CA37-0B38-A191-26C3685D7315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041D8F-90FC-3D0C-2CE4-07E5DCBFD25C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0E52FB-333D-6076-D171-3FE301C7198B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495311-3CAB-2148-451F-1ECDA3B5E196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E4E637-2B8F-6B0E-BD95-0AC4E0E53176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6ADF75-7974-E679-A089-4C285C82493B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DF44B0-7886-745B-8D47-E107CC2259B0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4ACAD7-D95B-966F-BA0E-190A5DEDF5EA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747EA9-3C02-48A0-FB0B-3206CD5AA082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DF0728F-D090-3751-8A56-BE5038FF2AE4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A4B6EE-3B1D-E317-8570-0DAA4FCEA2FA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4E41E65-1FF7-B42F-5C0F-2DFBF5328BD0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9966F6-A079-7B20-A20C-F8C852795FFD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B5D79F3-6465-EDE7-9379-3A348FBC0C2D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98871F7-207C-AC12-FB15-CEADDC08459A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A66ACB5-4C18-9782-875C-2863D97252A2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FEFFB68-6469-BED1-FD36-D0356F625FA6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D91439A-B770-21F0-C3FD-0A8F14F574BC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179CF949-165B-AF1D-7F30-BA5D3A0A2E8D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 , p , q , M , Y , r , s ,G 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523CD9-BFF0-527A-5893-57ADB159C9A2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279E13E-C83E-4980-8105-543E7526ADD8}"/>
              </a:ext>
            </a:extLst>
          </p:cNvPr>
          <p:cNvSpPr/>
          <p:nvPr/>
        </p:nvSpPr>
        <p:spPr>
          <a:xfrm>
            <a:off x="8325471" y="5057199"/>
            <a:ext cx="2075865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C79B7-7B63-6DE7-9EAB-2FFBB486F852}"/>
              </a:ext>
            </a:extLst>
          </p:cNvPr>
          <p:cNvSpPr/>
          <p:nvPr/>
        </p:nvSpPr>
        <p:spPr>
          <a:xfrm>
            <a:off x="5952938" y="3933519"/>
            <a:ext cx="2842482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9605C9D-5A63-64D2-6357-1B0A67BAB8F3}"/>
              </a:ext>
            </a:extLst>
          </p:cNvPr>
          <p:cNvSpPr/>
          <p:nvPr/>
        </p:nvSpPr>
        <p:spPr>
          <a:xfrm>
            <a:off x="6589045" y="2802918"/>
            <a:ext cx="5229142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28F1F45-31C5-5110-A49E-1E79A756E554}"/>
              </a:ext>
            </a:extLst>
          </p:cNvPr>
          <p:cNvSpPr/>
          <p:nvPr/>
        </p:nvSpPr>
        <p:spPr>
          <a:xfrm>
            <a:off x="6612836" y="373224"/>
            <a:ext cx="3811448" cy="29258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354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316E-24B0-16D7-C078-A171FE94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EEF391-80CD-F004-A0B4-947F86F3E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42B5E1-0256-5DC3-9EBB-97E28D725126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46F6E-3DED-8FA3-C78C-E83C4F0CC9C3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38A373-6B83-6D97-D67F-6BDA1CD97248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750F89-443A-D7DA-B2DB-F61D0FEE772F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C4AA40-1A32-525C-0373-F54B2F667F5F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31C4FF-9A98-E331-B2A5-D20D2CA0D665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6CACC3-9520-69A2-EB93-0C2F32F1F919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C9DCFC-AC18-A824-167C-AFC3B6A1E319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9D7DC1-9394-757D-2D28-90501D8A18AA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314CD2-0B30-71A9-BC44-BFFB069C93F8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391029-582B-DAA6-A566-AF2111B78B35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8DDAC7-4E73-D9F9-9E6C-6E68F06EB049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54A671-457B-8D1B-19CE-3E4E14552E48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27CB6D-81CA-BAED-479B-83629DD5FC36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09059C-CBB5-432E-3CB2-5320276FE714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E3554F-F627-3F4F-D2C9-D068EF5E1310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2ADCB0-0365-F497-9BC3-F8DD26050666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FFF84F-B8CC-F279-B26C-377BF8A1F4A7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34BC98-C9D4-16CC-C198-9ED303DBFFA4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D071C3-E2AB-C998-DAE4-73E2FE84DDF4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6BBDD4-E846-E8E5-A928-94FF5481F6BD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A2A1B6-B9EE-FB76-9F6A-C8A1B9FFE275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C00CC1-8861-AAD7-3C72-7C10F2630CCE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6B5443-29E5-295F-CBFF-8B8DF795A75E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1B3203-DEB2-BE03-6625-8F360386E29C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083267-DE61-D25C-E825-0BF9DB07D825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FCA8FD-91F8-4276-EE65-0E49AB1228A9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4703B83-099D-BA7F-A583-C719666DCEA0}"/>
              </a:ext>
            </a:extLst>
          </p:cNvPr>
          <p:cNvSpPr/>
          <p:nvPr/>
        </p:nvSpPr>
        <p:spPr>
          <a:xfrm>
            <a:off x="5641452" y="333018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C371A5-9906-1F6F-7C65-404419D806BF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860B3-A018-09F0-A475-5AC020A5D9A4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38F55B-27EE-E9CB-415C-913FCC1C9E17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43F7E8-06C6-2A61-38E7-3536A90FF0D7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6F6D26-4D10-5682-CF19-D64E2B4317CD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61BEE1-E60D-D84A-4D18-FB4AB1CEDC04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667290-0761-34E8-0FE0-DC5B95A219A7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0922424-45CD-A674-5C15-C44065A1F778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949E9D-9D70-4517-17FE-AF947EADA625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D6EBBD-68FF-787C-903C-A81A9E45D1D6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15AA21C-E6EC-6181-6D77-A92363A116A2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15B929-671D-FDE6-CB9B-064C90A46244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042D26A-4974-CA6F-3E29-DE3C30A14E68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D41E07-ED35-8998-BDFB-805F69F7705C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014679-E04C-7509-11C9-1213A72BAAB0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CF60A1C-35F3-9AAA-042A-37585A16E4E9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567FD8-9487-360C-5B2F-C86AD1C2D87F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DC20F8-4BCE-1E06-1E4E-7D36184A6AEA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A8C0458-4C95-6811-DE81-103302575E07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215893C4-57F9-4439-9C7F-F0CE959BFA01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 , p , q , M , Y , r , s , G , N 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D1DC9B7-6DB5-04E7-EEF5-36D0EBF82391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57C2E5-B413-1090-F68D-FED0069E0902}"/>
              </a:ext>
            </a:extLst>
          </p:cNvPr>
          <p:cNvSpPr/>
          <p:nvPr/>
        </p:nvSpPr>
        <p:spPr>
          <a:xfrm>
            <a:off x="8325471" y="5057199"/>
            <a:ext cx="2075865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48DBE0-99FD-AFFF-5F30-A61330BF0344}"/>
              </a:ext>
            </a:extLst>
          </p:cNvPr>
          <p:cNvSpPr/>
          <p:nvPr/>
        </p:nvSpPr>
        <p:spPr>
          <a:xfrm>
            <a:off x="6583440" y="3933519"/>
            <a:ext cx="2211979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104D8D1-990D-790F-5203-3C13B0CA8F25}"/>
              </a:ext>
            </a:extLst>
          </p:cNvPr>
          <p:cNvSpPr/>
          <p:nvPr/>
        </p:nvSpPr>
        <p:spPr>
          <a:xfrm>
            <a:off x="6612835" y="2802918"/>
            <a:ext cx="5205351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1609050-4314-F456-9874-9ECD20CE683D}"/>
              </a:ext>
            </a:extLst>
          </p:cNvPr>
          <p:cNvSpPr/>
          <p:nvPr/>
        </p:nvSpPr>
        <p:spPr>
          <a:xfrm>
            <a:off x="7143858" y="345233"/>
            <a:ext cx="4826728" cy="37401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37F9378-E83E-F3CD-D859-7D1CEF1AAA53}"/>
              </a:ext>
            </a:extLst>
          </p:cNvPr>
          <p:cNvSpPr/>
          <p:nvPr/>
        </p:nvSpPr>
        <p:spPr>
          <a:xfrm>
            <a:off x="5959143" y="3947801"/>
            <a:ext cx="4826728" cy="10823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87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5E4EE-EB79-540C-1C1D-0AAE0A6F6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F7872E-FC09-1FE6-42B8-0168F78E0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7CC25D-F718-EF40-141A-D3A384A8BB5C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268EE3-8222-137F-A325-3CF3A41BE6EC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749F66-E169-837E-2D46-BB9B8EF202AE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634C18-3E8F-CA2E-BFAE-102FAA14D430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450FD1-CB0D-B8B5-32A4-018B9F717910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E88EE9-075E-725D-5E3B-EC7CCCEB9206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ACE1FE-012E-06F4-968D-FB458E0E7812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672DA8-2DA7-7289-84AD-7A7CA533DA5F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419F19-6C87-F26E-B670-A91B986CC97E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0E8429-B713-2EC3-9E19-1BA4F6043B57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C6B18-53B3-8E87-D41C-73D8BCE03847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EBF88D-44F3-1297-18C2-86835C652560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9D4551-7EB9-77FC-3DEF-136CEA2CD774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75BEAF-06EB-37D4-C5F7-1DF20A16F1BA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DB8E96-E00B-FA06-92B9-7C7C719EA47A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E8F742-B85C-E305-AD6D-7BAA8CDD046A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1496B7-1C6F-CE3D-F253-2D2B5D9EDB41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CBA7D1-CA42-CB47-C8E0-A3A82DB90B1C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E7E0A6-F19A-2C4C-F817-3FD7B717BDFA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7519FE-5C46-71C2-AEB8-5B5E2949D3B7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2E93D8-7FEF-FC83-C767-2A30960855AF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7E67F0-1A58-950F-A402-920E6F84F2D7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E921B5-DB9E-C72A-4171-AE24D0B02AF1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7730DF-E0AE-824F-C134-A87766AD1DC4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3F1943-1F85-4FA9-D3E3-CA9D9029C50F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AD411C-8728-C7A4-414E-A09B5FF4172F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45A1CF-BA3C-FD5E-668A-38E9B35C2C55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8527AE-B6BE-52F5-F93B-20795FA38065}"/>
              </a:ext>
            </a:extLst>
          </p:cNvPr>
          <p:cNvSpPr/>
          <p:nvPr/>
        </p:nvSpPr>
        <p:spPr>
          <a:xfrm>
            <a:off x="5919666" y="4425610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335A6A-76C2-CF07-B9CA-C66C97E20FBE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D16A3-06FC-197C-F4BF-74E503CC0E01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1A8F5E-0C78-5325-8942-564DF43CDE35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2C57CC-5418-4740-112D-AAD8B4E4A397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737071-6120-BAD0-3381-3BC7B8EF1F52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999F24-F010-2EFE-F90F-A6CC446B667E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60FB69-1096-50BD-764F-46FA9167532D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9E2303-F33D-9994-9E8A-6606B4C35FD3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90CAA-C1C1-BCAB-83A8-C91035A2A3A9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D08492-5116-E524-7383-D082FFA2FF6B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B4C19F-2382-E149-DB3C-AACE8A510C70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A45EA4-6CEB-0AA0-BC8A-AFF77E2B81AF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A224F6-59BD-F5BB-A6E2-9625D185366D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B1496EF-49C3-929D-2405-F1622CAAD7ED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745705A-B415-4428-AD8D-B6D66FADB77D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E87BB7-B62C-7301-0CD5-0FCC6514D529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D5B8BFF-451B-8963-B37B-A00D6ED78250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488628-AD02-AB1F-5418-DFA3E3695559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7469D8-5A12-7D3C-C515-4801ABD786DB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AADDA808-2109-D887-36A4-FC7979F0D89F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 , p , q , M , Y , r , s , G , N , Z 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03CED7-3A54-733D-C8BD-A81F4B8B8A9A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C8AF24-8F2E-EECB-E1F6-BDCDED33E410}"/>
              </a:ext>
            </a:extLst>
          </p:cNvPr>
          <p:cNvSpPr/>
          <p:nvPr/>
        </p:nvSpPr>
        <p:spPr>
          <a:xfrm>
            <a:off x="8325471" y="5057199"/>
            <a:ext cx="2075865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4CF273-42B0-0A23-9129-7F8F684DBFE8}"/>
              </a:ext>
            </a:extLst>
          </p:cNvPr>
          <p:cNvSpPr/>
          <p:nvPr/>
        </p:nvSpPr>
        <p:spPr>
          <a:xfrm>
            <a:off x="6583440" y="3933519"/>
            <a:ext cx="2211979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62B20ED-3A64-741C-CC35-3762D58CEFAA}"/>
              </a:ext>
            </a:extLst>
          </p:cNvPr>
          <p:cNvSpPr/>
          <p:nvPr/>
        </p:nvSpPr>
        <p:spPr>
          <a:xfrm>
            <a:off x="7320999" y="2802918"/>
            <a:ext cx="4497187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C1F984C-A526-7767-27CC-BD6F7977D86A}"/>
              </a:ext>
            </a:extLst>
          </p:cNvPr>
          <p:cNvSpPr/>
          <p:nvPr/>
        </p:nvSpPr>
        <p:spPr>
          <a:xfrm>
            <a:off x="6541951" y="2807370"/>
            <a:ext cx="2211979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CACF2B5-F9A0-D76C-CF63-E7A076E23F3B}"/>
              </a:ext>
            </a:extLst>
          </p:cNvPr>
          <p:cNvSpPr/>
          <p:nvPr/>
        </p:nvSpPr>
        <p:spPr>
          <a:xfrm>
            <a:off x="6983919" y="1868073"/>
            <a:ext cx="2211979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53C160-E7BF-770A-ADAE-46802A913262}"/>
              </a:ext>
            </a:extLst>
          </p:cNvPr>
          <p:cNvSpPr/>
          <p:nvPr/>
        </p:nvSpPr>
        <p:spPr>
          <a:xfrm>
            <a:off x="6708500" y="730718"/>
            <a:ext cx="3292289" cy="13276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2673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695C4-7C34-DAB6-1B9A-31BDD08D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C870C2-263E-CB18-1556-734E4F184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B0143F-C9B1-FFA3-3076-0B1D3D95E4BD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FFCF71-BAA2-3F41-7204-4E40D98F8A2F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A72D68-B778-C1E0-4288-68FC8CBD31F4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D0EDA9-7822-3622-278C-33806A361E4B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AD83F-FCB3-9338-2899-EFCE54CDCFD3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8C99D-4051-68EA-9B88-EF8240E2A24B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694933-3FC3-A5AE-93AC-41E6A19B14B8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F4A6F5-02AA-B7EF-48CE-8ACBCD13DCC2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296FB0-4CD4-7F1E-73D1-D675EEE49275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88729A-686E-945B-25B0-28E32EE8A990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A2B768-5332-5F5A-9392-6118E6E348AC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B4E0D6-E4FD-7A18-A469-AF3E32440222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49E900-5128-AE34-BA39-20311138A462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F37291-1D1C-C39A-0CFC-A285DA176FDC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6DFB5F-5423-F39E-7CEC-02020FD2EBAF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A87547-AF23-444F-0039-882079A94944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C099B7-328E-90E1-2E6D-1E088DBF0B9D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CF3302-B80D-C339-7067-A5A5CDB6E251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EADBBA-5749-F485-82AC-0008E4AEA73F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2F4BFC-A8A6-6BA7-8459-58533DE96B59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99000B-75FA-91DB-19E2-2D7C657C5032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3F69F8-42C1-08CC-0AA0-1D6180322689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3E6BBB-C2A9-9ED7-ACB8-22B7E69CE237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FA0925-0529-A977-287F-DBBE0CDBE27B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3B9BFF-DB60-09DC-8B30-75D547729EFF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6E7C3-677C-8241-9E39-08911EF9F1FC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C48596-46B4-B8EE-79A9-737E1623CA14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8480E2-BDF7-F066-C59F-B174C23C5936}"/>
              </a:ext>
            </a:extLst>
          </p:cNvPr>
          <p:cNvSpPr/>
          <p:nvPr/>
        </p:nvSpPr>
        <p:spPr>
          <a:xfrm>
            <a:off x="8383448" y="553236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9CBEC7-6C8D-E99A-F82E-68F18781394C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69A42E-AA7F-E9FE-396C-F7E207901C7B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81CB06-C1B8-0109-86D0-B00C27E7A660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576825-AA63-2A9E-7C8C-D66C7CA072E3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18E837-7B8D-5F2E-24FF-BD05A2E5D313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3EB725-B7F2-3770-E299-9DB1F3400476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04752D-DD26-9942-076A-C120857E3932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F26820-CEE3-664E-D965-0EEB373CC5B8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AB9004-C011-135C-4382-8EFA101C9E07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4BB4C4-7FA5-97C5-89A6-C03BB502A1B2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76E30B-D3BF-69FC-CA94-50C0DA3FAE8C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FB1B5D-EF94-83DE-CD7F-7FC21B816487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0EA73A-BFFD-482F-C7FE-AC55BA763224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4A59B7-5512-9C17-5C0E-CE0D6F4D393F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32DE63-5217-F9D8-2504-FFA6041BD0CF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5C93B38-C56A-702F-E431-BBA3319FE7EF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A872C5B-572D-DCFA-6DC7-01D15B647512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0D8CCF4-F44F-C6F8-EC7D-736A6D9C8E5B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B658C1-05BC-F03A-BFA7-F533C32372F7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BCEE1439-5D07-495C-E618-763E80A81BD8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T , h , i , K , U , j , k , V , l , m , W , n , o , C , F , L , X , p , q , M , Y , r , s , G , N , Z  , t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3BF425-39A1-1023-BDEE-BD9C0E8886C1}"/>
              </a:ext>
            </a:extLst>
          </p:cNvPr>
          <p:cNvSpPr/>
          <p:nvPr/>
        </p:nvSpPr>
        <p:spPr>
          <a:xfrm>
            <a:off x="8747531" y="1967948"/>
            <a:ext cx="2393723" cy="3083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003DA69-D7EF-7DD9-FF59-4CA09BE5B295}"/>
              </a:ext>
            </a:extLst>
          </p:cNvPr>
          <p:cNvSpPr/>
          <p:nvPr/>
        </p:nvSpPr>
        <p:spPr>
          <a:xfrm>
            <a:off x="9190699" y="5057199"/>
            <a:ext cx="1210637" cy="1070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F79BB0-E096-A96D-EF37-57C0DDECA823}"/>
              </a:ext>
            </a:extLst>
          </p:cNvPr>
          <p:cNvSpPr/>
          <p:nvPr/>
        </p:nvSpPr>
        <p:spPr>
          <a:xfrm>
            <a:off x="6583440" y="3933519"/>
            <a:ext cx="2211979" cy="1137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3C932AD-1263-32BC-0C2E-713AF79AB9CA}"/>
              </a:ext>
            </a:extLst>
          </p:cNvPr>
          <p:cNvSpPr/>
          <p:nvPr/>
        </p:nvSpPr>
        <p:spPr>
          <a:xfrm>
            <a:off x="7320999" y="2802918"/>
            <a:ext cx="4497187" cy="1130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38BE3EF1-5790-6F37-C6A9-F2D228E06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954" y="5519065"/>
            <a:ext cx="1329043" cy="499915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333A3DE2-2C84-5A8B-051F-4B36218CE6A6}"/>
              </a:ext>
            </a:extLst>
          </p:cNvPr>
          <p:cNvSpPr/>
          <p:nvPr/>
        </p:nvSpPr>
        <p:spPr>
          <a:xfrm>
            <a:off x="6632359" y="2704380"/>
            <a:ext cx="2211979" cy="2301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2738640-5997-79E1-E94E-1D4C4A2DEF04}"/>
              </a:ext>
            </a:extLst>
          </p:cNvPr>
          <p:cNvSpPr/>
          <p:nvPr/>
        </p:nvSpPr>
        <p:spPr>
          <a:xfrm>
            <a:off x="6770452" y="601704"/>
            <a:ext cx="4069059" cy="26529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924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A386D-F67A-1484-7AEC-089C30749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F22721C-DC2E-C88D-8624-DC69A672A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2D6F323-CB70-50BC-47AD-078037A2E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64BEC-7CEA-87D2-23FB-6E7004D5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1- limited Depth-first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DB38F-FA54-5A65-B6B0-2BD6BE8A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Same as Depth First Search, but with limited levels [d=max levels]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14F3B2-636E-D3DC-1963-1F312BF9C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1108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65921-FCE0-5F83-8807-E49106F5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D1502-918A-2F2C-2588-0F882EFC8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56FEC8-BFA3-FEBC-E2A8-E95C82AD9DEC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FA685F-A8FD-3755-499C-7854B49E8FC0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4F2E2B-F291-8DA2-A35E-B82DF46DF57D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4320D0-2A88-E945-D23D-08CCD744BB48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EADA9-DECE-2C7E-0611-16FFFED7C9A1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8D4DFA-8D7D-CD9B-278B-02CF182BDCB7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E9B416-7AFC-D449-CABD-96B9C466FA72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44B39A-97D1-D32A-3371-F2ABABC47A89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4ADC20-1352-7EF9-22A7-C95F81E6F40B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1D47AD-6287-BA71-CFAF-BFDC56E19DEF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7215D5-EEF6-A34E-8015-EA9B43746C68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198C8D-E20C-61A2-DC60-54DAE1C39074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8C235E-527D-A83D-3AEF-8BBCA5983443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783104-BF17-E815-1746-32365C99EE90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CFC297-282C-8FB0-FDB2-805BE7289B69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89070D-1B5C-C535-2BE2-5762D0CB810D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3453CD-2EA8-BE29-8DEC-C574B85FB133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B9880-799E-414B-2083-94CA5FDF802F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2D9C77-989D-D815-ADF4-17237C3D00F0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BD1D35-AF4D-1F66-4238-9C794DB79A98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E08CFE-47F3-5C33-2974-B6AFC72F2C96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F4339C-E7E5-80A2-BE15-BCDBE083828E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161E66-D4C3-402B-0701-1A8CB9B2EA0B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E49DEF-3846-01A5-228B-E8D3B37F7B7F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05E02B-1940-C76A-DAB4-A11EC267DA72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813693-9121-95A9-D9B6-0CACDCCA8D43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4DD0EE-5719-4ECB-5833-C40C4F1590D2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5DEE08-FEF8-6861-6B63-A4E259241681}"/>
              </a:ext>
            </a:extLst>
          </p:cNvPr>
          <p:cNvSpPr/>
          <p:nvPr/>
        </p:nvSpPr>
        <p:spPr>
          <a:xfrm>
            <a:off x="6060117" y="54093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AC8761-5E65-6B6D-E2F9-C2D9F6BFF0E6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0757E-5D53-F396-3182-50199CC6BA0B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4EE364-566B-2184-A15D-78C0863E4A24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7C0A2E-4A66-FAA8-81CA-802251408909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46AA2D-0229-CEEC-A0DD-779CBF778000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7EC928-B682-EBEF-E6B2-787B862D7ADE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FDE6D91-3C31-99D4-B1CA-E891A397359B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66A398-AD7A-A190-E44B-CF72539E5C04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41AE4-26C9-BB48-6C13-1B3C9C4FFE28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15ACC5-2A3E-0422-0504-8BBACAA0BB42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82F67A-8253-F2E4-39C5-2A7A914F7F59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227F8F4-3588-98CF-C1CF-B0AFC2D039A3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E60E70-A7A5-8BB9-B34D-59CDEF83272E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3ED3BD-3CE2-7385-CCCC-0207C96FDFC3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7EE6A08-6597-C469-0478-0E3A65AFDFF4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CB157CD-50C3-5FC7-270B-D7BF8D864D3C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3C4A3F8-64E6-3FB2-4A33-89770C89BCE0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05752D-9B2A-C38B-FACE-F68248E86463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4657F6-DED4-E077-AD1E-6CE87891C300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AE569AFE-4925-5D94-31C4-65A0D9C61D36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DEA066E-EE15-C593-A0CB-0CC525E54D15}"/>
              </a:ext>
            </a:extLst>
          </p:cNvPr>
          <p:cNvSpPr/>
          <p:nvPr/>
        </p:nvSpPr>
        <p:spPr>
          <a:xfrm>
            <a:off x="5220737" y="1019163"/>
            <a:ext cx="6012558" cy="50591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B25148-8248-E79F-090D-D2666AC9B654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7EDFF4-F3EF-227D-F638-E345EDDE64BF}"/>
              </a:ext>
            </a:extLst>
          </p:cNvPr>
          <p:cNvSpPr/>
          <p:nvPr/>
        </p:nvSpPr>
        <p:spPr>
          <a:xfrm>
            <a:off x="158620" y="1937222"/>
            <a:ext cx="11227075" cy="4293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531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9091-DC64-F3A5-4FA1-F79C59EB1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97D1D6-2A59-C4AF-D356-3FC4514C2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611D43-5D3A-9C99-E44B-A2CEB16931DC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B9B3A8-FE66-1140-63BF-E1C62B82C93D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A3312B-20FA-5299-A9C0-41C14461634B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A26C3-CA53-E333-53F8-183125C50B58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FB87E-310F-DD4E-28CD-910988E4FF58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E17EC9-8FD7-C12C-C79D-D926B37EFA61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78DC1A-E02C-FF3E-127B-939EAAB3ADD9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879CD-8201-E0CE-42B1-F92283AB6BFE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1696EC-7407-6167-F0C8-FD5C7400F851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F13B39-45F7-6EC6-C8DA-963AE43579D1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B3E7A9-46B0-F0FE-B1B7-13F36EE6C89D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7D740C-66ED-CB7F-A655-A32773E2656E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6DA299-0F60-0D58-08D5-9C8D7D4EFEE8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EFD3C1-A16A-0E53-71DD-1A2699AC610D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562878-3C9F-ADEA-4AEB-F2530796C265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260EB3-7A84-C69B-4FEE-FD55513D26E7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F5CA7A-12E1-287C-F0BB-4E739B3D84FE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B0E163-EB26-46E2-C8C9-4CB8A0DA3280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F31F91-2616-E7F9-AA6B-F473A7432635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7E30DB-B2D3-176F-2C34-470A07766572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D0E3ED8-320F-AD63-3843-BF7FA56AF6A3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3BDAF-64E0-5650-42FE-601D9784E109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C19988-39D5-D744-3558-085D0E84BC59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C64E5C-273C-3D7B-2873-D1C097F71AD3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147628-CDDE-4D10-41F9-DE9372898EE7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D65544-9ACC-C320-62A5-96F79F93E448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36D0A7-36E7-AB1E-6580-76D27080C72C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8F95D3-256C-01B5-1785-C0FD6410A636}"/>
              </a:ext>
            </a:extLst>
          </p:cNvPr>
          <p:cNvSpPr/>
          <p:nvPr/>
        </p:nvSpPr>
        <p:spPr>
          <a:xfrm>
            <a:off x="3162819" y="112996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68D9A7-958C-47AD-C1AF-414D60AE6968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73F87E-6228-227E-F669-E5F3694227E1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CE1212-005E-BF2C-1E42-B3127DF4909D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90622E-77B8-58FD-BD86-1878BCF9E7D9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F06A44-B780-055F-695D-1E21CF345F2F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E2F1E3-94F9-10AD-97ED-3C09E6826B92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11D62C-774C-3805-1B88-E19BF97C4A7B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5E0927-6BAC-F2E6-CE08-505B479B939B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F516A-5FA1-6158-66EA-B493AD9E6F5B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F739FB-1EBB-8786-444E-ED79499EEAA6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C9B2A0-4C47-1F19-B23D-6D60F97E8FE7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CAED8AA-F968-E103-036A-F19048267968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CBA8E3-B778-0918-9AC6-182A195A47F8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0C672BF-0DAF-1F68-C428-62DB97223D87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8503C4-84CC-EF03-C212-717D8C2E2DA4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0357D6C-035A-62BE-6FA9-2CC911D842D1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E740CA-3890-84BB-D61D-BC3AAA9CCF50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D2AD9CE-ACAB-1C51-C3DC-5EECAFF8C0D8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FD03A8F-71C6-3B06-DFA9-7F820F3C952C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DCE8AFB1-4FA6-DCD6-6DA5-109E69F5F993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A511C53-0FA7-CEEB-F40C-299F6F397E60}"/>
              </a:ext>
            </a:extLst>
          </p:cNvPr>
          <p:cNvSpPr/>
          <p:nvPr/>
        </p:nvSpPr>
        <p:spPr>
          <a:xfrm>
            <a:off x="3559347" y="1784822"/>
            <a:ext cx="7673948" cy="4293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CDF4ACD-5581-2297-4524-736BBED8EAA1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B6A19-C152-F33B-CBA2-9764C4E37656}"/>
              </a:ext>
            </a:extLst>
          </p:cNvPr>
          <p:cNvSpPr/>
          <p:nvPr/>
        </p:nvSpPr>
        <p:spPr>
          <a:xfrm>
            <a:off x="210687" y="2832112"/>
            <a:ext cx="7938779" cy="3292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94013FE-B075-1E93-92A9-2709F3A76BFA}"/>
              </a:ext>
            </a:extLst>
          </p:cNvPr>
          <p:cNvSpPr/>
          <p:nvPr/>
        </p:nvSpPr>
        <p:spPr>
          <a:xfrm>
            <a:off x="4991588" y="901151"/>
            <a:ext cx="5220842" cy="4379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446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D6FC6-BF0B-ABC7-7BDA-9FD04CF1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4F85A0-7783-E57D-D7CE-B780D4CEF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076AF3-EE05-9C27-5335-2F8475E582FF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B695A-9762-DC74-AA80-5F5E3CFE327C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1F53DD-4AFF-0D49-B245-B43C59A1FF35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E9A9D-B8BA-DE0D-FC77-099BD116E0D3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0367AA-3EBA-0E81-1B76-DF9038E8A9A2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786AF9-D40B-FEB3-8C7D-AA0E782171F3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1F4C60-2EBD-3027-BF8E-B8C7D2608A36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FA7B43-9994-A2BE-966C-CFA50119517E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BF9A4-5B5E-B54E-1B01-5CA2DEC87798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703B9A-C0D5-2D9D-2F3F-72CB30AE4342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8996C0-A10D-5AD3-8927-D6B18F0F2142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762E7B-BEAE-07DD-7894-B27BE78BADED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F1CAB8-3E3E-AEA5-66AD-9EA6D447EB20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87EE1C-D8BC-125A-F5A4-DCE544CCDBF3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8DCAA-0FA7-9EDF-A258-CD78F1A13C33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8F88C0-28A5-2E6C-DBC3-C670104DC6A0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8901C5-0489-F923-B674-B775E573030E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C59375-1BB7-5F7A-42E2-5862712FE140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4619D0-54D3-3F0F-8C70-F6C8EAB93C1D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020596-2104-C26E-51E8-063B28D73FEF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2E9D04-FE35-FE05-255B-6D5A307CF935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1569EC-C44B-0BBC-1D72-5D06079CB9BB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074CFE-D12E-7AB4-0CCD-F71A3F5E156B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93972C-582A-8C5F-ECE7-8E202BA7A61A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E1E0A4-A2FB-A1C2-7E9F-138FEA598DD3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B67BEC-DCB7-3095-01F7-A7C42B250D0E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D4F1B2-DBB0-AC29-A25E-C52FFA2DEED1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84CEA6-C78F-77A4-1B15-CE76F844869B}"/>
              </a:ext>
            </a:extLst>
          </p:cNvPr>
          <p:cNvSpPr/>
          <p:nvPr/>
        </p:nvSpPr>
        <p:spPr>
          <a:xfrm>
            <a:off x="1961025" y="2232639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56AD20-B18C-C7A7-8300-F6BE6ACEAC4E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695C3-9240-1C38-8571-3D93D54C0AF1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C1C09F-537F-9B02-507B-1965D905FE52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EA0C18-9E6A-E896-4F30-638709C9F379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DD2453-F34E-E566-C39E-4DF1DE89F1F4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40591F-738A-9D2A-2C55-3CD3CEABD87E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A0EF84-6E86-E559-A78E-EA608263FE8F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7EE1944-CF8F-FF38-CC7B-30D57A68E6A2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61AC2A-448C-56FC-CB0B-C793A210C6BC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73A3EE-1B6B-93A4-BE0A-BDF1663B3872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13331A-58BD-49DD-F4E6-E69C54D4E9ED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A884A33-F895-7D26-5F41-5E2CDAEF810B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976D4C-5AC9-BCD5-808E-FD7FA460A15D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856307-DA91-F911-AAA6-1EB6A8FE5500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C654387-5BA7-79CE-AED1-D3E725764F35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D38FBD8-CA35-9B47-CA9A-2E8D959D094C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7F70F2-A711-A9F4-22F8-C3B97F525ADF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310639D-5493-7880-F661-DC2B8BCF28FD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AE0E45-4CD8-8D46-4EDE-386DB36CE5EB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382C8289-1498-0531-A935-0BD165088FA3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D27710A-58E2-0879-D761-773296FB32E7}"/>
              </a:ext>
            </a:extLst>
          </p:cNvPr>
          <p:cNvSpPr/>
          <p:nvPr/>
        </p:nvSpPr>
        <p:spPr>
          <a:xfrm>
            <a:off x="3559347" y="1784822"/>
            <a:ext cx="7673948" cy="4293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38C45C4-8CE0-44A8-8064-C058F1759817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60EE38-B52D-F20D-3BDF-0B11F1AD1433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E64C286-663C-CAF0-8C02-D490F3B8DB3C}"/>
              </a:ext>
            </a:extLst>
          </p:cNvPr>
          <p:cNvSpPr/>
          <p:nvPr/>
        </p:nvSpPr>
        <p:spPr>
          <a:xfrm>
            <a:off x="5274372" y="933061"/>
            <a:ext cx="6223754" cy="44622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F609385-CD7D-CF1D-A69E-EB3C44DFC42E}"/>
              </a:ext>
            </a:extLst>
          </p:cNvPr>
          <p:cNvSpPr/>
          <p:nvPr/>
        </p:nvSpPr>
        <p:spPr>
          <a:xfrm>
            <a:off x="2197068" y="2860026"/>
            <a:ext cx="6223754" cy="208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5D846CA-3A0A-EB13-E3BA-8D2C3A9BD3CB}"/>
              </a:ext>
            </a:extLst>
          </p:cNvPr>
          <p:cNvSpPr/>
          <p:nvPr/>
        </p:nvSpPr>
        <p:spPr>
          <a:xfrm>
            <a:off x="2349468" y="3012426"/>
            <a:ext cx="6223754" cy="208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9544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D21C4-3589-EF82-D421-E8546009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D2BDAB-8BC4-B676-C68E-B59D485D5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C561C1-1584-4020-5CD6-78B59B2DBBCC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311666-F674-5AF8-9783-18959409B3E6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D29977-49A1-F224-83C3-2ECF70E6CBFA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C0195-881B-2629-7FE7-CA34B2710851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87A948-5844-94A2-7F7E-9EA07C395CFD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275C34-E3F9-2B89-0235-BCB8393E4BDD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74AD2B-210F-695F-D2A4-4F91768EF583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B55315-8C00-07C7-F821-A893601C7BEF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03F0CA-C291-DA5A-843B-10C8CAD46055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E69B9-4373-7557-F004-6F1CB2878683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D68A82-68DE-C651-880B-1BA3907D6059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76120F-96E4-AE7A-09A5-8F235B34A5AB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5C5F35-976A-751B-90DD-52447B4B7D07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FFA3DD-8372-94CE-458B-B9E35DDA04AC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7BA301-D166-928D-1DDA-FC757888B310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D85DB3-96BF-DD4A-CD94-EB8BD67B7201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C85A78-553B-0824-3309-64F452624397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07DAC5-E898-6C93-CE01-01EB1E362068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701640-E910-F272-EA1E-FE2785E80DB4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313BAD-A15D-6152-4CC4-6FF9C4EA68E8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5E449F-B711-01EA-97B8-F6A5FE91F28F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A95279-D324-401E-32F5-D3254243FADC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FF2642-3FE8-BC1A-9573-5A73EA3A4926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C201F5-78F2-988F-C696-747E05B46B04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5D6FBC-B3B1-2449-A0E9-A45121D046E4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DEEC79-5ABB-0BE7-852F-27ADD779A705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F95A97-893D-90C0-2ACB-7A2D8DD709FB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A754EC-FCB9-EB58-D43A-035FD496FF6D}"/>
              </a:ext>
            </a:extLst>
          </p:cNvPr>
          <p:cNvSpPr/>
          <p:nvPr/>
        </p:nvSpPr>
        <p:spPr>
          <a:xfrm>
            <a:off x="992464" y="3318297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8B85A3-303E-5C9B-0CE8-476475A8C1C4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BE02C-B749-9C47-B44A-411137EF9678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85317E-3053-7E37-37A1-A03DD29592D7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2D26682-3DA9-8673-E242-6A0838161EE1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2D804A-A5FA-1955-B599-D2956AC80072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5EEDF9-C30B-D75C-3308-521A943EFD9D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DE521B-5B26-6E3F-611A-44EFCD7038FA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287362F-474A-8889-9A76-2301223C5B33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586CA-3C57-A273-6D40-9D2D896155A8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06B483-C510-1632-20FB-1ABFAF3C1782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BFEAED-D310-7EBB-D59A-7B3216E834E8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A3A73FD-6975-DCF9-B48A-1E1C1C225B76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E29E8E3-F5AD-3EB4-5F3A-27C4763BE46D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2E7B676-1A17-5C24-92F0-6C0F0232AB0F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79BE52-A458-57D1-96C8-A229419BA316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3CCFD4E-1A77-74EE-1F4C-4E34C89868C7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F66CC2B-9692-9BC8-8A65-776FC5344C0E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DABF98-4B3E-7391-C015-10042409186A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234377C-8010-57BF-65BE-EEE17742CBB6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2254C850-70DC-3519-950D-0411694F373E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4BC15B9-2AF6-424E-55C5-D4CC87410533}"/>
              </a:ext>
            </a:extLst>
          </p:cNvPr>
          <p:cNvSpPr/>
          <p:nvPr/>
        </p:nvSpPr>
        <p:spPr>
          <a:xfrm>
            <a:off x="3559347" y="1784822"/>
            <a:ext cx="7673948" cy="4293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FA5EB6-0EA8-8AF5-EAC8-04C23F2FCDCF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C19A-DE14-E139-F876-43BD5DB50D61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F5E549A-5569-50DF-7336-8560ED07D824}"/>
              </a:ext>
            </a:extLst>
          </p:cNvPr>
          <p:cNvSpPr/>
          <p:nvPr/>
        </p:nvSpPr>
        <p:spPr>
          <a:xfrm>
            <a:off x="5111204" y="854241"/>
            <a:ext cx="6223754" cy="208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D48270E-2A7E-1850-6C11-A324B37949C9}"/>
              </a:ext>
            </a:extLst>
          </p:cNvPr>
          <p:cNvSpPr/>
          <p:nvPr/>
        </p:nvSpPr>
        <p:spPr>
          <a:xfrm>
            <a:off x="2344529" y="2835984"/>
            <a:ext cx="6223754" cy="208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574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D98CF-08F2-9B1E-397E-3B7A8C99E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245525-5013-6853-4511-B4694BCE4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223C51-2AA6-1877-1C0F-6C05DE16BFFE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0F48CE-5E67-5C1F-E9A3-BAA539C23171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9F193-4A05-D707-3D21-A8BBB49F017F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086A0E-143A-1831-4227-6F298BCFB65A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29FCDD-43B4-84E7-BEE0-243CCA3F701B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582B4A-9E39-55E1-A128-528FABB3692C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E64213-678F-188F-8830-3FFF46C8C745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BB6F59-C498-0448-BDCF-AE2D96A30411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45C13F-75A7-2B3A-027E-427FC0D2FAD8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DFC557-31DE-320C-587C-AF1801982FF9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E7EB11-40E9-74D9-28D7-FA93BE75FED6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369068-B241-7776-AF77-3EC021C63683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580169-A501-4F22-FE00-87C98395BAB7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450427-3BEB-FF53-5E65-4A232E2D9D47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D9AF8A-B409-4004-663E-FAE8B7BED74C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17AD20-32E9-9238-445E-B005FA4B5676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26B461-756A-7D50-5D69-75DA2BE28E02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05AE9C-BD0A-50C6-965E-4B87BF09FC77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B39707-305A-1E6F-3921-FF26201B882F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055D17-6EFB-8877-994F-3F8C6351C340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3653F9-DA66-2F64-E39E-180B7D2CA89E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D8C51A-34A0-D9C5-966A-9B2588144777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8D065A-7AD3-37D9-A73D-8D8FD91D5C26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D6441C-1E7A-62EA-8C2D-38595549880D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C620AD-8D7C-AFD9-0B47-9BEAE0AEACFE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A05974-05B1-69EB-3615-11058EB48D61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03DE01-7A2A-F2A7-0789-FE3900D9AB77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743369-F920-AB27-AC92-592D556456F1}"/>
              </a:ext>
            </a:extLst>
          </p:cNvPr>
          <p:cNvSpPr/>
          <p:nvPr/>
        </p:nvSpPr>
        <p:spPr>
          <a:xfrm>
            <a:off x="2889180" y="3312362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5930C7-6FE9-8A26-3514-66E99014901D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197F1-1C5B-9AA4-E74E-87261B8148F8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812F1C-44F5-4FBC-EB63-696ADF334563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0E81A9-258A-C4E5-CB6B-51E335AC1EE0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736AED-9F1D-0339-9317-1991E945A8F1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58CFA3-EDCD-5D1A-01A4-C4F8546E4825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B76B09-C4A9-F468-65C0-51E7D6AFD9BA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4CE877-4EC5-CDE4-EF84-27A8BE861A34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A3BD4-39D7-D28D-B138-4D02E2E96144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327A1-536C-356D-9D6C-03E19A0A538E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CC9505-40EF-6A85-A2A6-9DA0183B1D90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E689692-6641-97BF-66A3-EC94D6AEA1A1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9FB76F-4A03-21B6-32C7-9DAC0F814432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DE2B33-A743-0ED7-9AB0-B2376DA7EF94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71716AE-804C-1870-1CD6-ADCAD7B7E215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FF3DB28-FAE9-EA75-CA1E-823205C85B81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E352D59-D9A6-193B-B4EC-FBA8176886A3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0CC42AC-9500-135E-7B45-809966B378D8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CFDE0F2-7550-E13C-5C23-5F7CBAA91A40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AAE31754-A849-F436-93AD-9E0B05BE553D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D7741E5-D09B-5F0F-E815-AEFC21E377C3}"/>
              </a:ext>
            </a:extLst>
          </p:cNvPr>
          <p:cNvSpPr/>
          <p:nvPr/>
        </p:nvSpPr>
        <p:spPr>
          <a:xfrm>
            <a:off x="3559347" y="1784822"/>
            <a:ext cx="7673948" cy="4293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07E5C4-CD12-EE74-3D4C-D53FDDC4F87C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CD372C-63FF-5F39-8279-CEBC7CD0A5E2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CE646AB-7677-71BB-BFF5-ECA29DB74856}"/>
              </a:ext>
            </a:extLst>
          </p:cNvPr>
          <p:cNvSpPr/>
          <p:nvPr/>
        </p:nvSpPr>
        <p:spPr>
          <a:xfrm>
            <a:off x="5207225" y="1044012"/>
            <a:ext cx="5459326" cy="4293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6639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83B72-494F-7C33-D15C-8B5B59BDE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00D296-1352-C619-10BC-176BE02BF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595160-2BFF-FD71-284B-7E20ACA2ED25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28CEB-43EF-0E2D-E9CA-EBF7550D3FB7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96D1B2-9446-5035-41BD-95E6237ADC86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C90F75-1613-FC52-0DC4-F9529EF614F8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74957B-695A-9E27-11E3-E6F8A07038DD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14E95F-65B1-15B1-67F1-E7D70B44E270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60CDBF-A107-B8C0-C4FB-4D91EEA06D11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B690BB-A394-919B-A907-F169E7CAD82F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BD6897-0F82-F99A-68DB-44E712DA3011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288091-2B6E-C3AA-65F2-241374B20AEA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30C5EA-BA7B-353E-1CA4-4216177024FC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7D5FB1-B6CA-78F3-EACA-242D45A19B28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3632D4-423C-79F0-5468-A911850DA8CB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596843-CDF9-5A15-7B43-37F47ABE8EFA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64285E-9B31-1E0E-15A7-13AF6EE2BDCF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36497-C409-30DB-8881-2B184A996245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26B084-F3D2-D4CE-E565-EEC5931824BD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C46D85-1DBC-89F2-EDC7-4EA21B1E0387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7B021F-C2B0-2A19-68A2-7F759DC7E71A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B4EF72-B7AE-98E7-E190-492A98DA5623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A4938-F13E-00F6-65DD-DE67F397C932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8C97F6-71A2-1C02-DC11-FF8924246CD2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7DA12C-5D14-2274-BC8B-0740D2D06B4D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442E96-DB14-D2E3-9371-10C60AA630B0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43FCC8-2FC2-35ED-9482-A91C348C007D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313576-C812-EFCC-4D9B-3B1618DDC3E2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8EBEC2-C5CF-F0DA-ADE5-8457A6A3D1B8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64C919-47A0-AFB4-322C-3BBA0C2B6B91}"/>
              </a:ext>
            </a:extLst>
          </p:cNvPr>
          <p:cNvSpPr/>
          <p:nvPr/>
        </p:nvSpPr>
        <p:spPr>
          <a:xfrm>
            <a:off x="6012356" y="1151737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E07AF9-F982-FF41-2F5A-EACADBF12B88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D2F32C-597F-296D-AB67-E0A59142629B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BC2632-C50F-41B5-EB87-D5AFD6AD1E79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BBB7C2-7026-703D-8067-79AEF92D868A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C0F728-8F87-CC9C-4A21-A83117640B1D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2770FF-4298-D8F3-1EE6-F91B2688E742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FD4421-340C-3E55-F905-1AEB53B88D5A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E0F0C0-AB58-8980-49D2-0A99B523E53D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BADC2F-CDD4-DDCC-36C5-1D906C3FC6DA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7668FC-FC4B-33EF-E56D-3AF1B4CD4C4A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4D95DD-4060-98BE-5C85-D6B4B7D43E5C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B0E98C-F637-0E8E-BFEE-1BE881E55AC4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5CB61C3-81EB-C77F-E92F-0C6E51123F65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FE2C708-7704-D484-8E68-73A38383D7A1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4644A7C-7556-0D1E-2EFE-0D525D2BDFE4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4207424-01C4-F79F-F308-6D68007CA594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0A88E60-A306-52E9-EBC1-5E0A76450A29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9DDEB47-212F-56E5-1ED3-0781CDC078AE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D60954A-7DC0-EE11-C4B4-7A698428036E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420B2C94-2173-B04C-FEA1-F6A2E182D510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444C5D8-59BD-33F4-B15F-85E3CAC149D5}"/>
              </a:ext>
            </a:extLst>
          </p:cNvPr>
          <p:cNvSpPr/>
          <p:nvPr/>
        </p:nvSpPr>
        <p:spPr>
          <a:xfrm>
            <a:off x="3559347" y="2816909"/>
            <a:ext cx="7673948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3E4D28-911C-CC25-DA65-499A9A6E497F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0F5E7-B5AB-26D1-3C7E-34EFC265E2B8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9E67F76-0F56-4D4B-C1ED-1074B80B03DF}"/>
              </a:ext>
            </a:extLst>
          </p:cNvPr>
          <p:cNvSpPr/>
          <p:nvPr/>
        </p:nvSpPr>
        <p:spPr>
          <a:xfrm>
            <a:off x="8815082" y="1662259"/>
            <a:ext cx="2474221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0D4D65A-BD7E-0C9D-4658-E00A20272707}"/>
              </a:ext>
            </a:extLst>
          </p:cNvPr>
          <p:cNvSpPr/>
          <p:nvPr/>
        </p:nvSpPr>
        <p:spPr>
          <a:xfrm>
            <a:off x="5447678" y="2129405"/>
            <a:ext cx="4638467" cy="3310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28F4203-A4B6-1240-3D5C-304327066A7F}"/>
              </a:ext>
            </a:extLst>
          </p:cNvPr>
          <p:cNvSpPr/>
          <p:nvPr/>
        </p:nvSpPr>
        <p:spPr>
          <a:xfrm>
            <a:off x="6683433" y="600244"/>
            <a:ext cx="4638467" cy="3310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176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C4961-A412-023D-78B5-8F80AC61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97C79F-3A7B-E356-489E-32E7C9803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2BC516-D5AF-2784-BA96-4AE18C964823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16AE4-33A1-222F-BD4E-EE0A139D1CE0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FD6788-E1B9-3636-297A-DDE3BBC51B1B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97ADCB-FD11-DE10-A354-C98219A257D8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4AA697-3CCC-8829-BE7A-5B5259E1DCD6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6810C9-2523-6698-F87C-128B93352811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1716BC-C8E5-58BD-0138-CC3949F6C33D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95ACB8-C2BE-147E-FA5F-CF66F3D1F6CC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01D0E9-DE82-4724-5FE4-5822B812F9C3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40912F-2602-CC4F-4EA0-D4CCFF1ACF63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6D28DE-2C78-112E-2645-0BE9FD8B7DF4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CE0415-BC91-AE7B-7AC0-FA5513626113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6507A4-9BDA-AF5C-F6A0-78BE0B86CB51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5B851D-54E5-6E32-45C3-9A9E6129C40E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7D4E5-AF69-AD02-6F4F-39D15A609946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4AC930-9527-0212-C61D-248D99259BEC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5195E7-5B95-2DA9-7306-3D18E810A032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2BE459-9456-060D-B784-208E18CC5666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4C79E0-7807-1B90-A770-FA6688C9E749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C9873E-B41C-26CF-B165-0BFCD1FBC61E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149DD5-3D4E-2A6A-DC30-DA620F7CCCB6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0875AD-EC77-0931-059F-40FED337D6C9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2E51EB-6BFC-1EE9-3E75-20068F525873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474526-51D9-7467-A51B-D3D7BE19F8A4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2B1891-6C24-71ED-F006-7112E10223B6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B51ED7-5FA6-E49B-483E-F48688053D5D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0C902E-C380-1062-EDCF-0F99B515AF6C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006144-EB56-0362-018B-B08D646EE806}"/>
              </a:ext>
            </a:extLst>
          </p:cNvPr>
          <p:cNvSpPr/>
          <p:nvPr/>
        </p:nvSpPr>
        <p:spPr>
          <a:xfrm>
            <a:off x="4179635" y="223890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0C1065-0C8F-155C-7499-464D9BAD6374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D25E57-68F6-F19A-70FE-BD2579063960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DF5DEE-C04F-F4CE-D47A-5CC223C20680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331138-6416-15AD-F5DB-B883A893D715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132DE7-3B8B-5F68-5923-C21A37002DEE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026CF1D-D3CA-9ACF-62AC-96777734BEA0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581A07-0E64-2710-30F5-8CE19B5867F9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2ED0F2-493E-5F5E-DB30-31EBC245FF4A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74662F-1871-4850-2828-6B8B34E693BC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44550D-8552-7554-6CB6-888B35C2DEF8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AE65BBD-E254-3CAF-8C3B-A2B47F3F2641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1EC6F9-C457-20BE-2E06-5ED136864AF9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9B2D7F-CD42-60B9-23BE-B9547951419F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14A81F-ACC2-C671-5614-53A4B1173845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D32715-BBF4-4676-C9D4-AC206FB4369A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35104BB-7D95-E630-FCF9-710B0AE1A125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584DC3F-3503-4DD8-6365-8ECB3E71B229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96781FA-D3F3-2C0D-956F-EAFC5C5439B2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DCF3A98-0B3F-55EA-FAB4-B693128BB6FB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DA424721-A50D-3BCD-40B4-382785070270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73EEFD7-60BE-728F-8901-6790352CAA0A}"/>
              </a:ext>
            </a:extLst>
          </p:cNvPr>
          <p:cNvSpPr/>
          <p:nvPr/>
        </p:nvSpPr>
        <p:spPr>
          <a:xfrm>
            <a:off x="5513753" y="2816909"/>
            <a:ext cx="5719542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0265F18-D7CC-DDB7-8F65-403742EB1AAF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6AB099-A416-BCD5-E511-8F646C6E6CBF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B7FE32-B982-8B6E-219C-D149025C9D74}"/>
              </a:ext>
            </a:extLst>
          </p:cNvPr>
          <p:cNvSpPr/>
          <p:nvPr/>
        </p:nvSpPr>
        <p:spPr>
          <a:xfrm>
            <a:off x="8815082" y="1662259"/>
            <a:ext cx="2474221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9DABA0-8642-B48B-3EC3-9EA198F2EBB5}"/>
              </a:ext>
            </a:extLst>
          </p:cNvPr>
          <p:cNvSpPr/>
          <p:nvPr/>
        </p:nvSpPr>
        <p:spPr>
          <a:xfrm>
            <a:off x="6721226" y="645832"/>
            <a:ext cx="4169965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9EFDDC-2D78-0444-101C-6B8C1F01BD59}"/>
              </a:ext>
            </a:extLst>
          </p:cNvPr>
          <p:cNvSpPr/>
          <p:nvPr/>
        </p:nvSpPr>
        <p:spPr>
          <a:xfrm>
            <a:off x="5381467" y="2131935"/>
            <a:ext cx="4169965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CF94706-68BD-8BC0-C6FF-CFA505480508}"/>
              </a:ext>
            </a:extLst>
          </p:cNvPr>
          <p:cNvSpPr/>
          <p:nvPr/>
        </p:nvSpPr>
        <p:spPr>
          <a:xfrm>
            <a:off x="4489869" y="2843997"/>
            <a:ext cx="4169965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36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3624-53F1-9741-D900-66560A51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422E12-DAC9-5A02-CCFC-3D143A716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6C7A36-DE1F-1F46-9951-6D064180D89E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BC44FF-AE0E-B30E-95A7-D2AC389D4EB4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D62272-0D06-1E2E-47EA-4D21652B3892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63741A-B7CD-3ED7-D355-2B713588A0F3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C5672B-C2F4-D734-206C-7B14A1B68822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65DE89-85A6-33CB-C735-78C5BD164A6B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4516F6-6FF6-85A7-044F-09202FA60439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C18264-6245-64AA-E183-173FF7AD4AF8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C6F461-BB09-F369-CA6E-C64983C09DF9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7C94C-0D38-D783-DFCA-24E853E5A903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5F41FE-A637-D710-7A09-75B15725F2AE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9BD07-D0CF-FDA3-0ABA-78C01DC07FD0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471EC3-A802-9F4A-948E-B2BE1073CA1A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4D58B0-AEA0-A726-98E9-2AAC29A27ACC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B11A0E-00BA-8B61-2ECC-96B5CA9B1C3A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7364D4-5001-2F93-51AE-F3B2DB3DE9E2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4E281A-9F1C-F141-348B-19B50C0CBAD2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B6DB4B-C196-50F1-61E7-C51D0A6ACCAC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D7BC87-619A-75E2-D0FF-E0EB06F15860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133C8D-6A93-5820-D991-E7693A5554E9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05AF5E-83E7-4B23-42FD-475583D979BB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11594B-48A6-39C3-31DE-0E3B6E20C116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3D192C-C905-5247-D05C-30CBC1DC297F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052C42-80C4-10EB-486D-90A823513317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1D8F66-819B-CD48-B0BE-D59B9957F674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E5CF89-FC7F-6643-615A-AFD73696BB9E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9CCDAE-7452-A123-E70E-5EC326B57322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A367EC-8873-E12C-76CF-4722A48625FC}"/>
              </a:ext>
            </a:extLst>
          </p:cNvPr>
          <p:cNvSpPr/>
          <p:nvPr/>
        </p:nvSpPr>
        <p:spPr>
          <a:xfrm>
            <a:off x="3728394" y="3340617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F19D03-7A45-BF17-2AC7-958376AAD38C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862B3E-5BCA-32EF-2D7A-1A569EA6D948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0E6ED9-B986-0E61-5084-83AB3423AFD9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64298B-5893-E59A-43A7-0782BBD2F72C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DA0C2F-CBD0-3511-779C-2E84F68B8641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67871F-F76C-D9AC-967D-6F3E9A51200A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E4C567-E95D-B3C4-76DF-3761DF82E394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8828E8-CECE-FF95-5D65-EE9511F0D18B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E14EDA-A709-F78C-0B51-145CAA20BD5C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705177-30ED-7474-B93D-44D6999500C9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E7E195-DC7D-DB5D-A030-8F82E36CA95C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04A373F-2AC4-A3B0-D7FD-F5497CC07D14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DA93F9-85AE-5688-0649-3A6F9C2E4DA9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46628D2-FD82-C775-BB44-622A5F35D3B1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5591861-2E22-1A8C-65A9-56EAE3CF772D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52F9CA-0587-38F5-145D-80323DC89FF8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F4948F-7764-3069-8323-9081637B3CAE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546945F-6083-12E0-D9E0-ECDFF2ABDAC0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D8BBA18-3741-2653-35C4-0F9B72F9D896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6CD23F94-1E76-CEF9-BCB1-E0BD9167E559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82DFB2-8C35-0E4E-4AF4-741E15A46415}"/>
              </a:ext>
            </a:extLst>
          </p:cNvPr>
          <p:cNvSpPr/>
          <p:nvPr/>
        </p:nvSpPr>
        <p:spPr>
          <a:xfrm>
            <a:off x="5513753" y="2816909"/>
            <a:ext cx="5719542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D57408B-6E40-8273-78DB-0D3E6BC07CFB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64D02F-36A8-E272-27ED-B485E36D1DD7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A12D43B-3670-1632-3C7C-9993A86C29FD}"/>
              </a:ext>
            </a:extLst>
          </p:cNvPr>
          <p:cNvSpPr/>
          <p:nvPr/>
        </p:nvSpPr>
        <p:spPr>
          <a:xfrm>
            <a:off x="8815082" y="1662259"/>
            <a:ext cx="2474221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328B612-45FC-344F-7407-CA03C8038EAC}"/>
              </a:ext>
            </a:extLst>
          </p:cNvPr>
          <p:cNvSpPr/>
          <p:nvPr/>
        </p:nvSpPr>
        <p:spPr>
          <a:xfrm>
            <a:off x="4548273" y="2843997"/>
            <a:ext cx="7055352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7A268C-F4F2-5931-C0BB-2CDE6482DDCE}"/>
              </a:ext>
            </a:extLst>
          </p:cNvPr>
          <p:cNvSpPr/>
          <p:nvPr/>
        </p:nvSpPr>
        <p:spPr>
          <a:xfrm>
            <a:off x="5390816" y="2049142"/>
            <a:ext cx="4728272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8607D6-E808-F47D-6389-A5D259191FC0}"/>
              </a:ext>
            </a:extLst>
          </p:cNvPr>
          <p:cNvSpPr/>
          <p:nvPr/>
        </p:nvSpPr>
        <p:spPr>
          <a:xfrm>
            <a:off x="6733420" y="445929"/>
            <a:ext cx="296893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752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73BE-A30F-10C7-E680-C4F0E79DC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4A905B-7F4B-E237-FAA5-53F8A77F2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A4A089-9964-4269-953E-1B2DBCC9311F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E58077-F6C2-41E9-B857-F5BAE0E74A60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37D3B-1BFE-C0FD-0E86-00829C7C944D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ACCC35-12BF-52E7-013A-C6E8F2712622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0571E3-5304-9C00-1A9F-D7E9B0D6BE7F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FBBBAC-55B3-863F-2322-C393B40C421A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C9BFF6-7864-14CC-837A-A3D7A6F2A5BC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D1E166-2DFD-A265-093D-856983814307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17D91F-7312-9C97-1D8D-C0A9C5F374C5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FB9ACC-05B9-5193-1815-D534C99A6204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5E3405-8BD7-DCC9-161F-5365BB50E191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23E16A-BD4D-0722-D037-F61F8B2F2840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194576-991F-EF99-A487-4B2FC4F42D80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555605-3F87-30F7-A446-A4731FCBDA50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525939-DA56-1AD4-99BE-0A2C50F6BD63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4BDDC5-85CF-5D7F-F483-F5041B83FE12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982AD1-9E2F-A086-E736-F8C62417A20F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EEC385-2368-686A-F6FD-361235D999EA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ED8690-2767-EE4B-C268-3FEE3A9C1C23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EDA3C3-BAF4-E0F2-5924-39F52A4AACEA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A3110D-6F95-B75E-A1C5-8028F7938EF8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ABF95E-B49A-3941-A919-06F83DF419D6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7E9CFE-D440-DFA0-7F0A-262D794CC26C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A15A9E-53B3-D3E5-2089-B78DD4D755A9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FDAD59-7185-A5BE-98BB-F4EE5194579C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ECEDB5-2376-AA92-FC9F-2C790C040742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9E48E3-5B99-2B50-2417-C2A1E8839F49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E88648-8250-2F64-5613-21AC2B5D9854}"/>
              </a:ext>
            </a:extLst>
          </p:cNvPr>
          <p:cNvSpPr/>
          <p:nvPr/>
        </p:nvSpPr>
        <p:spPr>
          <a:xfrm>
            <a:off x="4757351" y="3318720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D14A9D2-AA39-C710-667A-A9A9CA7E997B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D9A1C3-0535-7CD5-1DB8-81FF93D3775B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3C4942-3B15-5F63-DAC5-E01090C26987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362AC6-45FE-0D86-C9BA-ADD4DA7EE4B1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E0123B-426E-801F-D0B2-20F38AB98CCF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E1B53E-E094-2B70-ECF1-504CBC5EEAA1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C8BFC3-2CCF-B70E-3A1C-76DDF010AA77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D990E6-8DB5-43CF-2AC7-24401F1DBDCF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F1248F-AA7A-5108-5D2C-D9CF7CF2EEC2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C0CBD3-A5E4-7682-7097-965823FB5FCB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DDBB9B5-6FD7-C197-FC0B-DA1CFB0755D4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FEAB12D-0521-559D-AAD8-8E7A2B0AF426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5AB265-FA10-73C6-54B7-9AF83CE14D93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62E80B-0E74-C592-2423-12BC261F63C4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5A8977-B1E6-875C-D6CB-72DECCB653C4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87A334-E516-0A26-FEC9-181468EF23D8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66738F-011F-DC61-6E2C-F1B7AA26AE25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77B911-B1DB-820E-71A5-F8CAD46AB638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39E9ECC-7962-9125-744C-C64853F1C5BF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A4D8E937-D53D-D461-0CB4-95B5C21433FA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DCEF473-4A1C-0A6B-EF3B-80E736E31670}"/>
              </a:ext>
            </a:extLst>
          </p:cNvPr>
          <p:cNvSpPr/>
          <p:nvPr/>
        </p:nvSpPr>
        <p:spPr>
          <a:xfrm>
            <a:off x="5418635" y="2129405"/>
            <a:ext cx="5814660" cy="3948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EBC4E43-4EC7-26A2-658F-7F8A7E595CA8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8A8DB2-2F60-D976-947B-0102CF24F01B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7984519-F384-A255-08D5-E9BCA6640A4E}"/>
              </a:ext>
            </a:extLst>
          </p:cNvPr>
          <p:cNvSpPr/>
          <p:nvPr/>
        </p:nvSpPr>
        <p:spPr>
          <a:xfrm>
            <a:off x="8815082" y="1662259"/>
            <a:ext cx="2474221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5ECABA1-C6BE-A53B-808B-1CACED928D56}"/>
              </a:ext>
            </a:extLst>
          </p:cNvPr>
          <p:cNvSpPr/>
          <p:nvPr/>
        </p:nvSpPr>
        <p:spPr>
          <a:xfrm>
            <a:off x="6691706" y="368013"/>
            <a:ext cx="4728272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158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E05F1-4283-4574-BFD0-0B152B286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3B68A0-006D-519D-222E-5B9468D19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4ABACB-E1B1-FEEB-551B-2237DE0EE8D9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E390C-5017-010D-D0FD-98786F8A67B2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D85107-A913-9A1E-A104-D9A274F18702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066204-FA2B-E817-C9AF-61269E3088EA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2BE57E-A3C6-9BF7-BC7C-4FE45F07C7C2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D6C78D-962E-8779-00AD-D44DA8154DB2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9FAC19-7A2C-3384-5FE7-7286B8E4E942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371744-6FC5-64F1-A6A8-E61EFD342497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113648-169D-3964-F76F-638214C07BDC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3A1CED-52DC-2B4B-6F23-EFE61E68B786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2E7AA-AE23-1D47-17AA-DFE60E83D480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DA8D89-2EB7-D196-63BF-02DF837FA3DC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2EB05D-8028-7D29-F0B8-B03978AE8F22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28576E-FF9C-9DB3-544C-62A489972AD5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26400D-713B-D503-CBF9-7335BF2C982A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6312DD-FCC9-CDC9-8FBF-36690CCB9DC2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C26B26-C517-43CE-4035-D3E76A9A81F4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60DBC-C850-F7D9-953C-457B657110B9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871D3C-247A-58ED-D1F3-F7994D48C627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8105E9-D437-5D72-9156-1D878B6C8CDE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6F17BB-899D-F97C-62C3-352B7F472223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E0FAD2-1181-C4F0-7CC3-7FB4F76A9982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44BE0A-EB25-7994-2882-7403C41A2BE9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DB5B55-75C7-046F-57E2-E3CB4D055B6D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B344B2-5C7E-EF9B-78F4-DD3C52FDD882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6EEFA8-3DA3-519B-B245-CA9E63488987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EE778B-8DF5-EC29-D7C3-37369DE0363E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40264A-04A9-5D5B-40AB-94CA69CD0215}"/>
              </a:ext>
            </a:extLst>
          </p:cNvPr>
          <p:cNvSpPr/>
          <p:nvPr/>
        </p:nvSpPr>
        <p:spPr>
          <a:xfrm>
            <a:off x="6054602" y="2234225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7850F5-6927-25DB-1D1D-46545486CFE1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F7D13-9844-2002-35A4-24002FC69B11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54A03B-DDC9-D57E-5427-CDD59E11A02B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F17FA3-F580-CF3D-DAC0-7D828D291177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931201-BEB6-AA51-4DFE-F267793B1DEE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59C651-1F72-ED8F-B36F-84D04A18BF0E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133593-16F2-0835-98C1-34978662CE5D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8CA4DC-B3DC-CB63-CE74-A7DCC8AFA4B9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3C2F9-E365-AE23-31B6-FF5CFB6B3785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BD2E6B-6CDD-D437-30FB-A50E2517E7C4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6DA4A99-6626-F492-6508-911621E2ABBF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CC1D335-795C-22BD-025D-674E5F84861E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5A3303-479D-6139-B271-688DC5EE1657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952751-CB28-1C1D-365D-23AEAB1F71D8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701438C-4835-A4AA-B7BC-F97EFE78C19F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FE9C82-C1D8-99CC-C510-2EC31A3973E0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34FC82C-2D3D-69AD-1E63-8CE2BE1F1179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9D231C1-EB7F-9355-DCE4-5C4BEF888AD2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53E69F-DCEE-263A-FF2B-0C867BF22C50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2DABDB7A-8F41-AD86-79BD-C1D71B2E3A84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M, G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1ABA281-BBAF-CB37-BC0B-D115CEE22214}"/>
              </a:ext>
            </a:extLst>
          </p:cNvPr>
          <p:cNvSpPr/>
          <p:nvPr/>
        </p:nvSpPr>
        <p:spPr>
          <a:xfrm>
            <a:off x="7317293" y="2816909"/>
            <a:ext cx="3916002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A6AEE12-46AE-F5BB-5399-751FFA39000D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20EC2-0AFF-2D35-92F9-11E8ACE30ABE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CFE8358-F89E-6BBC-3B23-617F810601D0}"/>
              </a:ext>
            </a:extLst>
          </p:cNvPr>
          <p:cNvSpPr/>
          <p:nvPr/>
        </p:nvSpPr>
        <p:spPr>
          <a:xfrm>
            <a:off x="6708500" y="587829"/>
            <a:ext cx="4580803" cy="433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8607CAC-9D00-EBC8-2BB6-123AD606CE30}"/>
              </a:ext>
            </a:extLst>
          </p:cNvPr>
          <p:cNvSpPr/>
          <p:nvPr/>
        </p:nvSpPr>
        <p:spPr>
          <a:xfrm>
            <a:off x="6322724" y="2906193"/>
            <a:ext cx="4580803" cy="1591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1484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D6BE-ACDC-0FA4-818B-1EC2B8AA7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DC23C3-0E60-7555-15A1-8981251C9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E71A9E-95B4-B889-2C55-C2A288C14149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8D0A7-BD41-11EB-B29B-EEBDD3DD8036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C34EA2-C87D-844D-FB8A-7A9D07ECA1B4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60616C-F80A-5772-E5B1-9F7617B7307F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D12A76-DD4C-977E-2597-4E065DCC3C8F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F029C-62BF-BE83-5C40-C0FC3FCD5EF1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2DB7B1-AD1D-7BF3-288F-3887BDE571BF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C601E8-6C83-35C8-CE4F-FA2DE4733107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55B7FB-EF40-6910-5228-53621FA26971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5288C5-9F6B-1995-AC5B-93B9FBE296B3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93ACB7-0641-E737-69DD-9BD33D80DEF0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256279-2DCB-D878-C7F1-C04D1C65B779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EB2414-AF4E-5476-D4AF-E9FEB5D33924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581DCD-47FA-1181-294D-81DC648DEEEC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EA8E5D-4BEB-3F04-FFB3-7D40C7A921F6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E276DF-8C4D-CDDF-87BD-10CA52E18779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283619-D85B-AEB7-B30B-D9832A1223F3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313259-11BC-140C-A007-0D2FEFFAA48E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93BA80-F0AE-A5E5-34E8-550E5B6D376D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42CD08-792B-E0EC-703E-C44F01B0DF67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5B490D-D67C-E646-1D80-1EFA47B405A9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8CCC77-D994-A6FF-B59D-0C86D97231B5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68AA5C-7B74-EDA7-944A-BE0AE02BD7F1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4769D6-412F-A3A9-DF30-21C77D24E2BD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570F1D-548A-F1E7-49BF-33B814AE4BD6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4C1993-5C39-6E8C-27DE-A42A5D91A48D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6D9F97-F162-4186-68C1-E52C0AF68D46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94C096-F446-1560-21A7-1C0F69143627}"/>
              </a:ext>
            </a:extLst>
          </p:cNvPr>
          <p:cNvSpPr/>
          <p:nvPr/>
        </p:nvSpPr>
        <p:spPr>
          <a:xfrm>
            <a:off x="5593849" y="3301628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33312EF-8007-CD6A-EA7F-85AB6A648BA7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6115B-E552-CAD9-EB37-BD10D1D7245A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31ED80-9535-CDB6-91BE-1E37C2DB5E26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0DD463-5EE4-60E3-D403-A174CEBD1EE1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12A982-4F1D-A882-77A3-6C0D5B9DD91A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9B84BC-F048-8BF0-636D-81F21D7EB8D8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92CE38-1E0A-8258-001E-E634EB72B735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7A8FCC-3FB2-6716-8278-F13F355F5AD8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2D280D-0CDB-8F34-4876-9F8A4FDA57D3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9C115A-9311-4AA1-B492-5A78DA0A8291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AFA6DE9-8D66-24D3-1155-D259C4374B0B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B64137-70D5-F30E-22BA-07E3491D4F53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3C436C-6B4F-8908-BDDE-2767EBDE1579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F62D22-E955-DA11-44F7-E00741FF84F4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8B1FC0-3741-C34C-160D-03BFDF3AB44B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92F1D-4506-E741-7FC2-B52211FD867E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CCC88CC-CCAA-E03B-E892-1BA41C3575A3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B866CBE-4C8B-1961-91CF-C86CD1849C07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AF18BE-9962-040C-BCCD-A2E053840C06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1FBE1190-8C6F-F780-A27D-35D74A9CDB6C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M, G , N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60280D-D1D2-C35B-A0F1-0519CE85AE0E}"/>
              </a:ext>
            </a:extLst>
          </p:cNvPr>
          <p:cNvSpPr/>
          <p:nvPr/>
        </p:nvSpPr>
        <p:spPr>
          <a:xfrm>
            <a:off x="6327823" y="2866897"/>
            <a:ext cx="4905472" cy="32113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7B5E0A8-B038-C350-6B35-73AF893CA3EA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233F5-CF4C-5362-6C2C-15707C0B05CD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48603F4-26A5-979C-B7B4-FC56B7466E5F}"/>
              </a:ext>
            </a:extLst>
          </p:cNvPr>
          <p:cNvSpPr/>
          <p:nvPr/>
        </p:nvSpPr>
        <p:spPr>
          <a:xfrm>
            <a:off x="8815082" y="1662259"/>
            <a:ext cx="2474221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08A214-5F65-C8D3-7872-686C46A24766}"/>
              </a:ext>
            </a:extLst>
          </p:cNvPr>
          <p:cNvSpPr/>
          <p:nvPr/>
        </p:nvSpPr>
        <p:spPr>
          <a:xfrm>
            <a:off x="6686084" y="558505"/>
            <a:ext cx="4905472" cy="5353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253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25917-FBC9-8968-F5F4-D2BD1591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F1D914-C0EA-6468-40AE-60B696D8E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0A5B3D-9FCB-244E-8305-986F8B93F3E2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BEAAA6-DF21-7EC4-B1D9-0FDA9641D946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85A3C2-5B47-DBB7-A002-422589CAAB37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482832-4A72-B266-97D4-D720594AC28A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A02BDB-18D2-5B78-F39F-3CE5247F0C2A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0DF2EB-4AAD-E525-EF73-492A1F569AE5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F04232-2FBD-174C-BB04-16A321588847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8C0942-5EE5-E64D-1A5B-0ACC391CCCBE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39FBF2-AD8C-13F5-F5E5-28DA84D891CE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268C7D-BDD7-CDF0-8B96-FCC15F8F5D0C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B19457-AC0D-1E5D-1F76-059C38FA80EE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D1253B-970B-CCA0-253A-C8530B3B7912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A4A6EC-D272-1BCA-90E5-41506152B0BE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AE2A19-55C4-A7B1-917E-2A3737E44CDD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C10B7C-92C0-11EF-222A-B868E1798E5F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35B376-9A8A-EE68-3AD6-DBB4DC5B5A38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8F3C80-E39E-125A-C045-DE717324CC6D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39ED4B-F4EC-061F-CAAC-49A058530372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91B427-42A7-5A33-08EC-B2ABA0334DA7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EAEB50-67E9-7D79-C0C8-C9A8019B13F1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5997EC-87CB-44CC-CD25-A068FC59E6A5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8F2EE3-6F93-16C2-039A-8959BD46E025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14D1B7-3D52-25B5-C205-93DC9C53FF24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C1F842-1704-0F52-7BB5-177721CDF5AC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597951-CED3-2D8E-96DB-A449C80CF3A8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82AD28-69F2-941B-83AD-8CF9A1B3D39A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89D1DB-BBF0-6B55-975E-3E5F6262A095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118BE9-C540-2F1D-2806-ECB9A24B6CAC}"/>
              </a:ext>
            </a:extLst>
          </p:cNvPr>
          <p:cNvSpPr/>
          <p:nvPr/>
        </p:nvSpPr>
        <p:spPr>
          <a:xfrm>
            <a:off x="6511491" y="3321915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29ACAC-E38D-95AD-AE55-3C72348A872E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EC8D93-644D-D86F-F4F1-1BEC41EDD6CC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EDC4BA-D02A-0283-2249-358F83DAA68D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31C444-6EF5-5F16-2F87-CDBD4456B6CD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479E2C-578A-9EEA-CD63-37F0BD3290C6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EF4F765-25B5-D9AA-F508-671409B8410F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FDCC75-7409-653A-09A3-8242514182E3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4BA9E7-46C9-712C-BA15-90596F33AA75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637135-4E37-FC28-90C7-55A63853831C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E57036-4D03-7091-D48F-DC4ED2A7DF61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D156B2-CFD5-DBFE-6515-BD38EE8DF5F7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99CF20-AA53-8524-0AC6-E602CC483E48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53C23C1-CDD3-B1D6-06DD-06B8DEAF9E1C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2017899-FB2A-80CB-0DBD-97F8DF57B0DA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3ABD2D3-BA08-5282-6CA7-821B79D17C1F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927DC48-D87E-B32A-ADF8-C17DA33C2EE3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67B839D-0CD6-8659-2EDD-BF2A2DFAAFF7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2DA61B-B92A-FE53-43BC-0B4648F73355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1CA4FF-40AC-9B74-9E15-0513856F25E7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A917F6ED-130F-1188-DB08-5E0FC3750FE9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M, G , N , O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34A4EBA-B8CA-F8A3-FBBF-DC95E6880796}"/>
              </a:ext>
            </a:extLst>
          </p:cNvPr>
          <p:cNvSpPr/>
          <p:nvPr/>
        </p:nvSpPr>
        <p:spPr>
          <a:xfrm>
            <a:off x="7317293" y="2816909"/>
            <a:ext cx="3916002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BC5494-1F14-8D71-9B44-EDAFEBAD1844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2D88D0-C770-597C-0080-A6C1D7175D96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149E7F-FA79-882A-DB08-B466EAB7E1E7}"/>
              </a:ext>
            </a:extLst>
          </p:cNvPr>
          <p:cNvSpPr/>
          <p:nvPr/>
        </p:nvSpPr>
        <p:spPr>
          <a:xfrm>
            <a:off x="7225336" y="733397"/>
            <a:ext cx="4063968" cy="41902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17522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DAE6E-DD51-2344-EA9A-4DE097CC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621637-687E-3BB4-A052-3C3264513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03DC46-A78C-F1F9-4367-6EF37FD96C59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BEDC9D-28B7-AA22-6246-111212DE3F45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5CFDE1-3AB5-6279-D8A6-3815FDE2497C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308A9A-0E77-B573-66CC-C580ECE795A3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53F6B1-C3E9-D5B0-8BDF-665ACBEAB96E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27A2BF-A44A-EAA0-A45A-005E7660A17F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798117-EC20-A11D-3F61-A65EBED531C2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ED43C5-6CC2-8FB0-81FB-951B3E66A532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20D74C-CC83-1552-48EC-966A99811A7C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FD4F7F-3F8B-4382-0215-E4F6DF672EA3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F9E5FB-DD78-60E0-3EF4-9F25875A3619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887218-D5DC-D469-E5A4-C65D7212548F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4E3595-A2CE-AB64-0C1A-77F15E04BAEC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F5BA41-1B2E-56F8-16C2-78D72964F766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FCD25-F478-8FBE-1E74-4B6340AFAC6A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EFE6D6-A038-F568-0FB1-04E487513483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D8BB7A-C145-34A3-2575-3C2A7832E0E5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D52805-32D8-9E86-0481-558FEE8F8A19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DE923A-5B9C-D104-00ED-8BF31EE113F9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4A077F-0E18-AD9F-D71A-70DC905BFBD6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E7C811-5D81-BB40-7BA6-EA038CB162F3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A5A63F-ABF7-6B56-D72D-C56A83AE5EFC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B91C35-6CCA-3B2E-433C-6ED5201245EE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29711E-0789-1A5E-B0C3-62BEAC19AB41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89459A-A1D3-E1FB-6AE4-16BEFABBFE37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8BFEAB-6AA2-5B81-A123-E06EBDA30214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9A49E8-7645-FA94-0DD3-5FBC379B696E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6A1E1F-D983-2EBA-A288-2ED4713EA79D}"/>
              </a:ext>
            </a:extLst>
          </p:cNvPr>
          <p:cNvSpPr/>
          <p:nvPr/>
        </p:nvSpPr>
        <p:spPr>
          <a:xfrm>
            <a:off x="7855081" y="2215329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7D0593-6415-A436-45FC-393E6D0A3077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95FB5E-51E1-E281-D1D9-6825B01B0E3E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1B3D76-682B-8A78-1D03-4154BB003880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B7A1DA-8188-DA6E-FEBF-C64E37907189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F0E466-F798-4752-3783-C8542832569D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88FA4B-9D12-C61B-0BE6-8709D9AA42B0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7E2754-EE6E-77D7-5F09-CD62A7A511A8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609F46-7DF0-00ED-1513-9CD039CE7439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1EAEF2-2FFD-F133-9F30-78BAF419BBC3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B1D9C1-74B9-47E0-D95A-4BBA0FA7AF22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78276D-6BDB-D4BD-5E5E-7D4A5594BF7F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B8B90E-D108-B8E5-34C6-6E7E39DCFF73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5678B68-A218-5355-701C-09B47DDD6B61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F0E35F-AA63-5E96-FE35-958BF66E70B8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0BBE78-A8EF-0AD2-5BD0-740E633A0674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FA7B41F-7072-1F6D-1A39-E35B1B408097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EA47595-3486-7E4B-BE4D-433FADD2FBDF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0CF9CD-6C38-18B4-9D1E-93EADDF5218F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B1098A8-8D5D-4F93-FCC5-62175E3762B8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DA7682B5-286A-F14B-EF01-AD04DA479537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M, G , N , O , H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77C998-87DB-8A3C-CB46-FE93BBFC9602}"/>
              </a:ext>
            </a:extLst>
          </p:cNvPr>
          <p:cNvSpPr/>
          <p:nvPr/>
        </p:nvSpPr>
        <p:spPr>
          <a:xfrm>
            <a:off x="7317293" y="3922649"/>
            <a:ext cx="3916002" cy="2155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0A70EF7-0EC1-5784-0890-49F8BFD226C2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A7CA92-207C-91BC-F861-6C77B4FF15C0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B681A5-850B-B825-E1AB-F56250CF64FD}"/>
              </a:ext>
            </a:extLst>
          </p:cNvPr>
          <p:cNvSpPr/>
          <p:nvPr/>
        </p:nvSpPr>
        <p:spPr>
          <a:xfrm>
            <a:off x="9185569" y="1662259"/>
            <a:ext cx="2103734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F5FD4D-FB40-2ABB-287B-69B6F970129E}"/>
              </a:ext>
            </a:extLst>
          </p:cNvPr>
          <p:cNvSpPr/>
          <p:nvPr/>
        </p:nvSpPr>
        <p:spPr>
          <a:xfrm>
            <a:off x="7360712" y="2816063"/>
            <a:ext cx="4080991" cy="2259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F2F43E-042F-AE8C-6F9B-B09055D1A762}"/>
              </a:ext>
            </a:extLst>
          </p:cNvPr>
          <p:cNvSpPr/>
          <p:nvPr/>
        </p:nvSpPr>
        <p:spPr>
          <a:xfrm>
            <a:off x="7635529" y="9370"/>
            <a:ext cx="3213289" cy="19831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6053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37370-EADD-D808-2736-72D985DC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E0EC01-0659-EE7C-206D-8749B35D1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587F83-787B-6B57-92BF-A12F190AE52C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3289F-06DA-5FB7-738F-A75AA6E7022D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6FF58-077C-1590-EB16-795CAC7E253D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719B2C-76A3-DA8F-8EE6-0D8F8DD473B0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2ED914-FB79-347F-64B7-51D8A4C70DFE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441F4-B78B-EF2F-6621-204BAD726960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C94F17-97C1-A51F-53C8-BCEE73B8892A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7332F4-6902-8E8B-441E-9E86A3154AC6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9A5F8C-7E4E-C543-1D9C-CDCDF0773CD5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4A5D6-A414-0A1F-0A43-D17F16083EA8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B07A31-CB60-3D1D-2C51-EE9C5B49CA7D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0FD2E5-2BF1-8F44-7DAF-BFF1D29D5F0B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DE45D-69C7-5D42-2523-295048B463C6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1783BD-C9C1-353B-8D2A-465A7C38B1FB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55709A-BA68-E58F-58F7-4F13A9156372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846A2-ABAE-5C74-9437-DACEED915D97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F4140F-EDE0-2BEC-9B47-C7A3A33EE1D9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2A8797-1482-B452-A4CA-7C843F126BF8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0122DE-0B25-6AED-4723-502E33446B0E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2C976C-F4C2-E8E9-2DC1-B1A85ADBCBC4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DA5059-B73E-D9A1-FF1E-80D816B78480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1EDDE3-2C29-9C29-5D21-A2DE614A058E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827F9A-06F0-AB36-EEA1-8EE5D5A39652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FC0F02-D505-B771-FFDB-B620F207D579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942240-2E8D-0776-4DD6-5C007AC9E8E5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8277B7-BE49-5707-8ACB-CD2F811E1A81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B244ED-A305-7995-1D7F-31AF27FC84C4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5B5278-F7BA-459D-D5F4-99E63F7F9B07}"/>
              </a:ext>
            </a:extLst>
          </p:cNvPr>
          <p:cNvSpPr/>
          <p:nvPr/>
        </p:nvSpPr>
        <p:spPr>
          <a:xfrm>
            <a:off x="7441562" y="3304512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FDEF675-6C3E-1DC6-0DD8-0C95D4F1C541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74C60-C9E2-9FC0-A6CE-E624896C59D2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F82B4F-73E4-7246-5BBB-6AC02E1173C2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20C4FE-9257-41CC-52E9-1218BD1274C1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FDFC9B-1A3E-6980-306A-5087925BB310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1ED4C4-76D2-C86B-7073-86368BF79386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CB8342-5E70-7EB4-5EA7-F68FE88DE990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0D0E98-3EAF-0824-BD41-362DC208922F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0530D9-ACBC-91B0-69B3-9E2D049AC35C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A3E288-0713-42AB-96FB-D6A665A81E61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D5F2D6-B1DD-8800-F6B4-08BD46D7D67B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AC1062C-932D-D235-706E-4B3A9CD19AF9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9A9A50-AB3F-635D-4A3A-3CE3868CA57E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1FAA22-C139-0CB9-CFCA-3820D70773C3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864058-41F7-A807-7B94-556FE3BFA5E9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1F64011-0B1F-20AA-89FD-B3D2A6241872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06142C8-608D-0164-EEFE-A9859B090A8B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27A630-F306-BD39-600F-1FD13A4B40D8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5DF6A03-5E6E-F7FE-CD83-960B2319DC53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D13FB298-909E-A197-3D1B-3BDA9B50BB5B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M, G , N , O , H , P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0E3A2E0-E224-931F-0FE3-9F47ED9BEA2F}"/>
              </a:ext>
            </a:extLst>
          </p:cNvPr>
          <p:cNvSpPr/>
          <p:nvPr/>
        </p:nvSpPr>
        <p:spPr>
          <a:xfrm>
            <a:off x="7317293" y="3922649"/>
            <a:ext cx="3916002" cy="2155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A63C094-8016-32B6-A014-FED3983026B6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DCC537-4A53-BAB3-3971-41323887CC9C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E1B9DF9-DCE6-C169-0BFA-B1107F5CB255}"/>
              </a:ext>
            </a:extLst>
          </p:cNvPr>
          <p:cNvSpPr/>
          <p:nvPr/>
        </p:nvSpPr>
        <p:spPr>
          <a:xfrm>
            <a:off x="9185569" y="1662259"/>
            <a:ext cx="2103734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746459-F2CF-CEEF-AA63-10B8E85D8DB0}"/>
              </a:ext>
            </a:extLst>
          </p:cNvPr>
          <p:cNvSpPr/>
          <p:nvPr/>
        </p:nvSpPr>
        <p:spPr>
          <a:xfrm>
            <a:off x="8168911" y="2850665"/>
            <a:ext cx="2103734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89C58B9-754B-0755-C70D-7B113CF3C86F}"/>
              </a:ext>
            </a:extLst>
          </p:cNvPr>
          <p:cNvSpPr/>
          <p:nvPr/>
        </p:nvSpPr>
        <p:spPr>
          <a:xfrm>
            <a:off x="7742170" y="7548"/>
            <a:ext cx="2196513" cy="2067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0690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2364-7558-B3AB-9A7F-14FCCD10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303AA1-D59D-2A2A-B06C-6C6390801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559487A-E27B-ED57-36AB-1C421D82E725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5C7DAD-65DF-0814-15EF-122ED96E69DA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2FA0EC-64B7-5B6C-8D49-92C222112D59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918933-B2B5-1F50-D8B7-BCBDA0C1BD0F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8C3DE5-B6E2-F925-44F6-3F4AF56F15E9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7F005D-7B65-852D-372B-0362EEBC7409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4F6982-AD9E-9369-9740-7C195784A324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5F8568-0D11-E65B-AD01-8052D5D8FB63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98833A-1EFE-2B4B-30A8-9E1B191EB71E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12576B-0662-ADE2-F243-385851627B5D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78098-7A93-DB0F-BE5C-ACFCEAFF96AD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9B56C8-CC86-D2A1-86BE-15FACE3863C3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2C1714-CDF7-34F1-58B1-54A61046FC39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FFF0FB-7C6C-A1B0-1FA2-996CA9C00653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CB12A4-3C1A-DEA8-A6E0-5112F930A19A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22F6C2-B5A0-E8DF-F33D-04251EACE386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2A11B3-A43F-AB3F-09F1-5B2A2333AAB2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33AD95-0398-D794-009F-48C53A8C860E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7AF40F-5B75-72C7-E1A7-4F3D7167FD9A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084EEC-BD25-9118-E18E-21302BE0D8A9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489CCB-06F1-1F58-7258-5D6019B06A83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D68907-EB8C-88E1-1541-73618AFDE13F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F0F7ED-4699-63BF-C36B-D1CD8BF551F8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FE4B81-611E-FFEC-B0A4-EB5F95F2B97F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425F9D-13E3-5CF4-2565-A5491AA745E6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9F5534-F18B-2101-D7C1-E91BF943828D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C2C651-B228-6DAD-9300-8DF2EAA2B9A6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6045C7-F0F6-609A-CA10-CE42971B1592}"/>
              </a:ext>
            </a:extLst>
          </p:cNvPr>
          <p:cNvSpPr/>
          <p:nvPr/>
        </p:nvSpPr>
        <p:spPr>
          <a:xfrm>
            <a:off x="8407884" y="3335189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ECDEC6-8678-AA20-BCAF-599429BE4D51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443DBE-129F-BB5D-84A3-76D71E7ECCEC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2D8516-49ED-FEB8-CBCA-26CCD11BF776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036125-7809-C662-1BA1-3DF08B9D1AA8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E9E365-B959-E9DC-9871-2EA4C37A4C88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90101A-128C-D1AC-C060-3E0602C51D98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2EBD71-7B1C-9454-84C8-31993E93FDB1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FACBB-3E7A-B169-D000-456B0F8B7353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AA220-882E-4C30-A326-C339E78BF2C6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B88F42-2F4F-AAC9-B364-4DD98575A49D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5E5889-D5C3-DE46-A886-A2D434F64038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B58A24D-7E81-0B5A-A4A2-ABC511497205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A6B3CDC-933D-3AE5-9B6D-19B03659C08E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03AD2B3-BD95-9796-84E7-F50C574AD218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CFA773-8330-1AEC-3CDD-13E1DD144EF8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E9EDA40-9D5B-57B9-F1C4-2BE4D7436BF2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7328D2-29E8-EC61-C119-EDED305B93B1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03ECBC8-E70B-23B3-3940-2628E5551A7E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A8834C-39DA-C042-9B98-64CE0284E4F7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31A2E81E-8802-3DDD-1AA8-EC61C38E554A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M, G , N , O , H , P , Q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9CE0F1-E264-6ADE-ECD8-5727B3C6B517}"/>
              </a:ext>
            </a:extLst>
          </p:cNvPr>
          <p:cNvSpPr/>
          <p:nvPr/>
        </p:nvSpPr>
        <p:spPr>
          <a:xfrm>
            <a:off x="7317293" y="3922649"/>
            <a:ext cx="3916002" cy="2155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603C4B1-FA00-F14C-7CF0-B209CC8FED7B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2544CF-0F29-DDEE-15BA-92B078270900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4062650-CC2C-5F07-349F-77D7474D4A27}"/>
              </a:ext>
            </a:extLst>
          </p:cNvPr>
          <p:cNvSpPr/>
          <p:nvPr/>
        </p:nvSpPr>
        <p:spPr>
          <a:xfrm>
            <a:off x="9185569" y="1662259"/>
            <a:ext cx="2103734" cy="32613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EA6447F-F0F1-2A5B-CCEF-E3E506F27489}"/>
              </a:ext>
            </a:extLst>
          </p:cNvPr>
          <p:cNvSpPr/>
          <p:nvPr/>
        </p:nvSpPr>
        <p:spPr>
          <a:xfrm>
            <a:off x="6898254" y="461096"/>
            <a:ext cx="3019260" cy="151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0420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56FA-DE93-A8A8-3FB1-363C6E709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1F2214-430C-412D-1E0C-5C3998F44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9C6E5E-FFE6-075F-EC03-6122A5A08A5C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63E9D-950A-531E-5B8B-C8FE08116C3A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048F38-51B3-9D67-EDE2-2D4DD07B39EC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8E6A08-EED9-7029-B679-D58EE726B296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F411E-5627-EDC2-774A-E03C41651F47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DD032-0A34-7792-B1C0-48F175AB6B1A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530F9F-4117-8108-B2B1-68802FD8969C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2B7CA8-7E37-B773-9E76-947BF47B465E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6717F8-3909-D609-89FC-B795E303208F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985FA8-6D05-9983-BB2B-30076D93E658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C3B7E9-5294-249A-658D-F7D1117C3799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BBFC7F-6541-9F3B-8F7C-0A6B046FEE75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E2300E-A125-C214-2261-01FF16712693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164B27-01D2-A5D0-A85B-BA7144176ACE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B48B69-3C47-EA08-80DC-06541147CE87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16DB08-D175-8B51-985D-8C29835115D2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A815B1-7F39-68BC-1ED6-55EC180E4C5F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E0F065-6EB4-B768-A55D-67C81BA59001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4854ED-0744-1F66-A1B3-FC5184D19F27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0A6A5E-793B-4CFD-9B4B-1FB1C42C50F6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DB271E-3842-F531-2FAE-76E24312F882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C2D0D1-8353-7463-ECB6-7312DFD73FB4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EA6159-8866-09C6-AB0D-3AEF94723B00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B54A0E-72EC-C314-9BA7-7C585539BF52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421C65-8DBA-5E39-0447-D9C88948315B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1BF73B-4023-83ED-DDD0-4D5B6841CCC3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F3FE7-7704-74CB-BB5F-086370E0A0EA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012962-9593-CDFE-B58D-C92F6A82A225}"/>
              </a:ext>
            </a:extLst>
          </p:cNvPr>
          <p:cNvSpPr/>
          <p:nvPr/>
        </p:nvSpPr>
        <p:spPr>
          <a:xfrm>
            <a:off x="8839512" y="1141116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425260-5BBB-669E-DF5C-CDB8CB57CCD0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8BAB51-7B66-4C3A-0592-59CCE7721ACD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393247-977F-B6CC-8B57-F5A3CC8554CB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2847DE-F8F2-1EFE-A12D-9A8C4CD73CBB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C78B84-962B-461E-6558-2F82720D511E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43FD30-FA36-B531-5799-B30F2699D527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F21C79-12C1-FE4B-C5B5-3D96F4A06BC4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D1C49C-517E-C476-0FB2-01028D6DC0DC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861892-1106-8C5D-08A5-DF930BCF5139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B7E251-3B73-2496-92AE-25A876EFE28B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E85AFB-8DC8-0C24-0A7E-ADB32E918CF2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2CAC46-2483-0642-BF66-3A1572626E2B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81AD75F-5B7D-8678-9478-3B1343C793C3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DCD71B-63BE-2F59-56D1-AFAF240FC85D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0CEA17E-A7F4-526B-0460-67774FA0E5AB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C0415C-058F-B905-C276-B8F7FD80EA01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46CEDE3-C6B0-A63E-61B9-433C39BEF09D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7E6615-7923-A8BE-B8ED-89533056D380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A0F930A-4083-E714-2C7A-167C14C066C8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907726FD-77F1-84AE-74F7-67AD2C3C09A2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M, G , N , O , H , P , Q , D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CBBB7FC-BBA8-AA20-7F61-603EB6FFDFB6}"/>
              </a:ext>
            </a:extLst>
          </p:cNvPr>
          <p:cNvSpPr/>
          <p:nvPr/>
        </p:nvSpPr>
        <p:spPr>
          <a:xfrm>
            <a:off x="7317293" y="3922649"/>
            <a:ext cx="3916002" cy="2155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A0360A-D638-C02D-E606-79431D01976B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44174D-09E5-2589-6119-31F5650EBD08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2FE2DB3-BE04-5149-2175-1213A4A54EEE}"/>
              </a:ext>
            </a:extLst>
          </p:cNvPr>
          <p:cNvSpPr/>
          <p:nvPr/>
        </p:nvSpPr>
        <p:spPr>
          <a:xfrm>
            <a:off x="9135555" y="2090248"/>
            <a:ext cx="2103734" cy="2102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83014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8BD0C-9955-621E-D40A-D303FA9BD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44161B-F211-5B4F-4DB2-CC8E8A0C3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C817C9-977B-1E61-3FE0-E152BFD84354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A73DB-28A8-F795-D244-D3BF1369FC90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F8193D-53D4-5B60-D341-F41342356A26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B3FB84-4218-11F8-F5DD-4D3C7894980E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5C6953-C905-DB48-28EE-BCDF8C6E33AC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0B5A68-ECFB-8C22-F925-6683E7D09C4A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FB6CD8-B462-9386-E5D6-FB441A951840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A44937-BEA7-2519-1688-EF2CA75EF53D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60746E-BCE8-473C-EB95-9810C03F3E8B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E83447-F518-ED01-D714-47F1A80B6C98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CFD93E-26AA-08B0-D76B-8E2FD6006C4D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F59651-2F0F-D131-D39F-4D55C32B88A8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70DF0E-C0C9-D4DC-F5B6-D70D599D779A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111288-0808-F73E-6AE8-20246CBBC64B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ED6ABA-6AF1-EF9F-FC03-3A439C82C8E4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DE8AC1-3EF6-E01C-8265-2888E5E86933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17AA67-6AE8-4B67-4CA9-BF4759C99EC2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F63A95-9BAF-C0E9-88C0-DE06E7ED0999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DD50FB-710D-1511-4BB7-2465F4C3FF92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C10C4F-F707-F858-4445-B42D49558224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F64F7-067F-2E85-4B4E-F8F2A17A5715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F2DA2D-B289-5FB8-6BC8-DDADD5C1FCBB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F95F14-CE10-CA43-64B7-5294F007F2AD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E9ABF8-8794-C364-24BC-A968399D1A16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EF3664-FCE7-358D-7BF9-2BE89843D663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05E509-FA19-9006-3D93-7537CA46A35B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D6AB1F-5B0C-3E53-E6C1-E749D19F5B2A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CEDBD9-8A53-9E7C-CF45-A625F7E6927D}"/>
              </a:ext>
            </a:extLst>
          </p:cNvPr>
          <p:cNvSpPr/>
          <p:nvPr/>
        </p:nvSpPr>
        <p:spPr>
          <a:xfrm>
            <a:off x="9806748" y="2229043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7D8DDB-63EA-F007-9784-8FF0B8B5AA24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721C50-4808-F68A-5A02-5ED37124A38F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C90E88-00B1-9266-A59F-37D862B5312E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889A61-9F38-9AB7-4EB6-F7EE4A2FD7A3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4145AF-303B-5822-8A8D-2AB6C3936EFF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3C445C-8A22-A7EB-6042-1D68A324C212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09F253-A13B-E1F3-8484-DC017403A847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9FF9F1-FB7F-5AD2-5C32-3F9A6CA7B2FC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E2A554-572A-6CC6-C252-D3E4FF4494E5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9E9EE5-8D1F-5A33-C931-87636C3BFD34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147EED0-E0D6-40E4-D2D9-AF57902F4896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9A9B69-442F-9E38-861A-B6AA985CA915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511054B-7DDC-C34C-494C-701C2E88EEA3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2777B72-4D7B-6D65-67A7-B06485310E4A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FC9BEA-126B-E4B9-4E70-69F8B6C24B54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DFF6F7-7DEF-0994-CFDF-277F0741EC48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D3D1D39-8E17-786B-DCEA-EA5EB707F437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E4C50-BA32-77D1-9207-D3A6EB257212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6601DF3-1E12-A5BC-0C93-C4F59935EA6B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2107C1B4-8718-8C65-A9D8-045CD1125F56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M, G , N , O , H , P , Q , D , I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94E48B-A75A-8FD8-5333-F5DC27B26EA4}"/>
              </a:ext>
            </a:extLst>
          </p:cNvPr>
          <p:cNvSpPr/>
          <p:nvPr/>
        </p:nvSpPr>
        <p:spPr>
          <a:xfrm>
            <a:off x="7317293" y="3922649"/>
            <a:ext cx="3916002" cy="2155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7098A53-CEF2-2521-583A-9E2F01FD5C59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34CAD5-ACAA-49DB-AB10-4085CF101EFF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1C09A0-9653-AE8A-4373-146C94DE90E9}"/>
              </a:ext>
            </a:extLst>
          </p:cNvPr>
          <p:cNvSpPr/>
          <p:nvPr/>
        </p:nvSpPr>
        <p:spPr>
          <a:xfrm>
            <a:off x="9202754" y="2811727"/>
            <a:ext cx="2986149" cy="1377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4469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E251-AAD1-C3D4-2250-4BEF3AED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110A4E-83FE-65B4-B3BE-475A94BEC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A9E42E-DB70-FD87-7D11-49FE31A9CFA5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2A37EC-D8E8-0E19-A7C2-6D60E57A033E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49844-089B-70E9-9C98-93DD66903B9F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8966D-DA36-840C-E86B-C081D1D13289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4FF06A-E023-0424-223B-6F9C7C5B2B9A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BA84F-6C0D-96BD-E0F4-F99852633B86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D489CF-6D89-9457-6D61-A7ABAEACFB55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624746-0D6A-E25E-76B3-D4CEB176FB0D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E54226-CF58-E2F9-D2E8-C776B361AF40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D33305-6377-382D-778F-36C4CF495939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AB3ADE-8292-6E7C-311F-5A86D550D64A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00C072-6110-1D38-FF5F-D0468FEAFA22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2C66A1-5227-5F94-FFC5-87150E13A368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0DA46B-898B-F722-F5CB-D82AD0F46CDE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9282A6-5D54-F88E-57F0-37F5BBAC7D25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DA3DEE-DFC3-F9E6-53F4-C8EFA23AE40E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8744EE-02CE-EFE1-714A-399B24DE24C8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D27EDE-4F84-B1D5-42A8-7219FA31D09E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846559-FFA0-5B85-B1A6-5A4E56C6156E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D6E563-320D-ECD8-E59B-F25E1CE2626D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1746DF-3770-CF3C-F788-661D3E022C5F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23919A-6302-4A4C-3AE8-6FDDF7EDD079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711B4C-689A-7C52-6E39-4B286A3F5F46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2E0019-2879-5E77-FF6F-89ACCC455FE1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EFD2E8-9A58-DA4C-0F89-C6004F09A8CC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1A9FAA-73E0-374F-7780-FCD72A9139C0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8D8238-3152-DCBA-C970-65CCA582E99E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74A41B-D6D7-2496-E03B-54F307E2D4A3}"/>
              </a:ext>
            </a:extLst>
          </p:cNvPr>
          <p:cNvSpPr/>
          <p:nvPr/>
        </p:nvSpPr>
        <p:spPr>
          <a:xfrm>
            <a:off x="9275294" y="3342422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8A194A-A5D7-C885-29EC-A3DFE3B35743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8D16E9-DED6-6547-E5F0-D5F5FD9B3381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1F4212-B509-76DA-1165-F83F50516BB0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9B7C47-05CB-486E-0242-F32AEE1DBAB7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64AACB-5447-42F5-DF57-6EA232CAD2DB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EB6E80A-8061-D9E3-35E7-71D2B1D46495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D590B4-E6B4-9D05-3285-A02FBB1BD90B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D256F54-F2D1-8FC9-66BB-E63DAB60D581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336C51-5B96-1E17-1443-5E17263BB4A9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6F8308-5C9F-0104-EC8A-0BC5A0B81478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2875BD-99D1-9841-937A-BBADC53D5297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4886D25-1836-036D-9569-294B8DC7F36A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DC608E-DCFF-C480-F3E0-DD8262C468BF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4A0E9D-9E91-02C6-DC2E-FD7D184065D0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B7604CA-B617-E179-E532-4799551A66ED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DC2CF4-E1E1-45D7-8EFE-5C2EF8F40343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136E7F-8DFA-E7DA-9E6F-9F124FE378FA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0AA6C6-2D16-778F-AD4F-43C025B72AA1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E924396-EC96-48EB-464E-4DA84C5F5B6A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4DF89B6B-290D-1521-2C4B-E764BC8C770E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M, G , N , O , H , P , Q , D , I , R 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39AA858-6968-D30C-BD5D-3A80C44DDE5E}"/>
              </a:ext>
            </a:extLst>
          </p:cNvPr>
          <p:cNvSpPr/>
          <p:nvPr/>
        </p:nvSpPr>
        <p:spPr>
          <a:xfrm>
            <a:off x="7317293" y="3922649"/>
            <a:ext cx="3916002" cy="2155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94373FB-0A7F-1012-E6F9-608E76888ED5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95EB73-E7F8-167F-7ECF-63BF5820D94D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6454FB7-7114-1F68-D092-D3D0A599A855}"/>
              </a:ext>
            </a:extLst>
          </p:cNvPr>
          <p:cNvSpPr/>
          <p:nvPr/>
        </p:nvSpPr>
        <p:spPr>
          <a:xfrm>
            <a:off x="10039572" y="2839641"/>
            <a:ext cx="1710850" cy="10462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57410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02E33-E88E-CF19-A108-CC93AA4B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6A1C93-E276-5E8A-23E6-67DF5F46B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93" y="0"/>
            <a:ext cx="10067925" cy="6115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D1ABCE-204A-B0CE-FC86-BC9EDA02CB9E}"/>
              </a:ext>
            </a:extLst>
          </p:cNvPr>
          <p:cNvSpPr/>
          <p:nvPr/>
        </p:nvSpPr>
        <p:spPr>
          <a:xfrm>
            <a:off x="5327373" y="5342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3ADB4-69C6-58D8-FCAD-CC39773CC13E}"/>
              </a:ext>
            </a:extLst>
          </p:cNvPr>
          <p:cNvSpPr/>
          <p:nvPr/>
        </p:nvSpPr>
        <p:spPr>
          <a:xfrm>
            <a:off x="2448338" y="111813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D2C75-F3F6-F692-2934-E31B4D5B957C}"/>
              </a:ext>
            </a:extLst>
          </p:cNvPr>
          <p:cNvSpPr/>
          <p:nvPr/>
        </p:nvSpPr>
        <p:spPr>
          <a:xfrm>
            <a:off x="5308945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8A31B7-2F34-135F-F2C9-F88EFDD8913C}"/>
              </a:ext>
            </a:extLst>
          </p:cNvPr>
          <p:cNvSpPr/>
          <p:nvPr/>
        </p:nvSpPr>
        <p:spPr>
          <a:xfrm>
            <a:off x="8125031" y="114111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6F4DFA-A534-D580-9AE4-CDDCD4C46401}"/>
              </a:ext>
            </a:extLst>
          </p:cNvPr>
          <p:cNvSpPr/>
          <p:nvPr/>
        </p:nvSpPr>
        <p:spPr>
          <a:xfrm>
            <a:off x="1267033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075A13-76E6-3032-A696-C6FBC83BA812}"/>
              </a:ext>
            </a:extLst>
          </p:cNvPr>
          <p:cNvSpPr/>
          <p:nvPr/>
        </p:nvSpPr>
        <p:spPr>
          <a:xfrm>
            <a:off x="3720548" y="218808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A032B-EF06-7FFA-EB0E-2A715206E359}"/>
              </a:ext>
            </a:extLst>
          </p:cNvPr>
          <p:cNvSpPr/>
          <p:nvPr/>
        </p:nvSpPr>
        <p:spPr>
          <a:xfrm>
            <a:off x="5477911" y="217881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4FD629-BFD6-518E-E9AF-E00A1185ADDE}"/>
              </a:ext>
            </a:extLst>
          </p:cNvPr>
          <p:cNvSpPr/>
          <p:nvPr/>
        </p:nvSpPr>
        <p:spPr>
          <a:xfrm>
            <a:off x="7225335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2BBF28-FE12-6FD5-41ED-43C695205E03}"/>
              </a:ext>
            </a:extLst>
          </p:cNvPr>
          <p:cNvSpPr/>
          <p:nvPr/>
        </p:nvSpPr>
        <p:spPr>
          <a:xfrm>
            <a:off x="9171954" y="219946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3CBA0C-5848-EE55-9FF9-C8D4B4FDEDA2}"/>
              </a:ext>
            </a:extLst>
          </p:cNvPr>
          <p:cNvSpPr/>
          <p:nvPr/>
        </p:nvSpPr>
        <p:spPr>
          <a:xfrm>
            <a:off x="992464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4A4395-386C-7819-F89B-76518B3BFE87}"/>
              </a:ext>
            </a:extLst>
          </p:cNvPr>
          <p:cNvSpPr/>
          <p:nvPr/>
        </p:nvSpPr>
        <p:spPr>
          <a:xfrm>
            <a:off x="2742472" y="2850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C84525-CDDE-1C25-AC83-D3F67E12E08C}"/>
              </a:ext>
            </a:extLst>
          </p:cNvPr>
          <p:cNvSpPr/>
          <p:nvPr/>
        </p:nvSpPr>
        <p:spPr>
          <a:xfrm>
            <a:off x="3720548" y="2823428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D8404B-1252-D4CE-DC82-660712A2C16E}"/>
              </a:ext>
            </a:extLst>
          </p:cNvPr>
          <p:cNvSpPr/>
          <p:nvPr/>
        </p:nvSpPr>
        <p:spPr>
          <a:xfrm>
            <a:off x="4930844" y="2841479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DB4C56-5A89-6696-E652-912E97D4674B}"/>
              </a:ext>
            </a:extLst>
          </p:cNvPr>
          <p:cNvSpPr/>
          <p:nvPr/>
        </p:nvSpPr>
        <p:spPr>
          <a:xfrm>
            <a:off x="5564977" y="2826623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35D01C-3E8F-E8ED-6658-69421E6D90DB}"/>
              </a:ext>
            </a:extLst>
          </p:cNvPr>
          <p:cNvSpPr/>
          <p:nvPr/>
        </p:nvSpPr>
        <p:spPr>
          <a:xfrm>
            <a:off x="6775273" y="28446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2D2393-552E-2AEC-D102-C56D14915DD2}"/>
              </a:ext>
            </a:extLst>
          </p:cNvPr>
          <p:cNvSpPr/>
          <p:nvPr/>
        </p:nvSpPr>
        <p:spPr>
          <a:xfrm>
            <a:off x="7418103" y="282594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6268E2-1E80-579A-730F-7FC042BECCCE}"/>
              </a:ext>
            </a:extLst>
          </p:cNvPr>
          <p:cNvSpPr/>
          <p:nvPr/>
        </p:nvSpPr>
        <p:spPr>
          <a:xfrm>
            <a:off x="8628399" y="284399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0003A4-19C0-BAD0-A962-B6A7729D7E7D}"/>
              </a:ext>
            </a:extLst>
          </p:cNvPr>
          <p:cNvSpPr/>
          <p:nvPr/>
        </p:nvSpPr>
        <p:spPr>
          <a:xfrm>
            <a:off x="9364308" y="282159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05B78E-54BA-BEF7-D6DC-3A586A1D249C}"/>
              </a:ext>
            </a:extLst>
          </p:cNvPr>
          <p:cNvSpPr/>
          <p:nvPr/>
        </p:nvSpPr>
        <p:spPr>
          <a:xfrm>
            <a:off x="10574604" y="283964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09FF1F-9BF4-4E3F-1F2D-F787129AB92B}"/>
              </a:ext>
            </a:extLst>
          </p:cNvPr>
          <p:cNvSpPr/>
          <p:nvPr/>
        </p:nvSpPr>
        <p:spPr>
          <a:xfrm>
            <a:off x="596866" y="40159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E032D4-38B3-8CF3-ACC8-9D739FFC3922}"/>
              </a:ext>
            </a:extLst>
          </p:cNvPr>
          <p:cNvSpPr/>
          <p:nvPr/>
        </p:nvSpPr>
        <p:spPr>
          <a:xfrm>
            <a:off x="1926481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B9BDFD-B858-BE4C-F41D-CC778C779BEE}"/>
              </a:ext>
            </a:extLst>
          </p:cNvPr>
          <p:cNvSpPr/>
          <p:nvPr/>
        </p:nvSpPr>
        <p:spPr>
          <a:xfrm>
            <a:off x="288918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5860C5-986F-0632-2A71-E62722FA101D}"/>
              </a:ext>
            </a:extLst>
          </p:cNvPr>
          <p:cNvSpPr/>
          <p:nvPr/>
        </p:nvSpPr>
        <p:spPr>
          <a:xfrm>
            <a:off x="3746740" y="3985437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093379-EBCE-9ED6-B5E6-EAABEA78F085}"/>
              </a:ext>
            </a:extLst>
          </p:cNvPr>
          <p:cNvSpPr/>
          <p:nvPr/>
        </p:nvSpPr>
        <p:spPr>
          <a:xfrm>
            <a:off x="4537057" y="397899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82628B-47BC-AFF0-4946-74CF049DC4C6}"/>
              </a:ext>
            </a:extLst>
          </p:cNvPr>
          <p:cNvSpPr/>
          <p:nvPr/>
        </p:nvSpPr>
        <p:spPr>
          <a:xfrm>
            <a:off x="5366249" y="396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78FDFC-2F55-6FE7-99B0-6D7C7B9DAA7A}"/>
              </a:ext>
            </a:extLst>
          </p:cNvPr>
          <p:cNvSpPr/>
          <p:nvPr/>
        </p:nvSpPr>
        <p:spPr>
          <a:xfrm>
            <a:off x="6096000" y="3945174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EEEAA3-6297-F453-0CC4-D6942442C41D}"/>
              </a:ext>
            </a:extLst>
          </p:cNvPr>
          <p:cNvSpPr/>
          <p:nvPr/>
        </p:nvSpPr>
        <p:spPr>
          <a:xfrm>
            <a:off x="6708500" y="3935952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82F8F-BB7A-32E9-E035-6FFD86138B9A}"/>
              </a:ext>
            </a:extLst>
          </p:cNvPr>
          <p:cNvSpPr/>
          <p:nvPr/>
        </p:nvSpPr>
        <p:spPr>
          <a:xfrm>
            <a:off x="10237436" y="3332992"/>
            <a:ext cx="627193" cy="5826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98CB16-F11D-7C53-5752-1125D968BC64}"/>
              </a:ext>
            </a:extLst>
          </p:cNvPr>
          <p:cNvSpPr/>
          <p:nvPr/>
        </p:nvSpPr>
        <p:spPr>
          <a:xfrm>
            <a:off x="7412781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C8ECEA-6737-6EA2-E775-5822F3D22789}"/>
              </a:ext>
            </a:extLst>
          </p:cNvPr>
          <p:cNvSpPr/>
          <p:nvPr/>
        </p:nvSpPr>
        <p:spPr>
          <a:xfrm>
            <a:off x="8011924" y="392766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DDA8D-19B3-431F-3475-6CD193B05143}"/>
              </a:ext>
            </a:extLst>
          </p:cNvPr>
          <p:cNvSpPr/>
          <p:nvPr/>
        </p:nvSpPr>
        <p:spPr>
          <a:xfrm>
            <a:off x="8610187" y="394904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2FAC4F4-7CCC-7E75-D7F8-7FCCB5B09846}"/>
              </a:ext>
            </a:extLst>
          </p:cNvPr>
          <p:cNvSpPr/>
          <p:nvPr/>
        </p:nvSpPr>
        <p:spPr>
          <a:xfrm>
            <a:off x="9224860" y="392330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436135-39BE-BDF6-0745-1CE046B5C65F}"/>
              </a:ext>
            </a:extLst>
          </p:cNvPr>
          <p:cNvSpPr/>
          <p:nvPr/>
        </p:nvSpPr>
        <p:spPr>
          <a:xfrm>
            <a:off x="9861928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6FCF65-C6A4-6F6A-8913-DAD9E25821D8}"/>
              </a:ext>
            </a:extLst>
          </p:cNvPr>
          <p:cNvSpPr/>
          <p:nvPr/>
        </p:nvSpPr>
        <p:spPr>
          <a:xfrm>
            <a:off x="10559160" y="393155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C055311-8792-E18C-D7BD-DCEECFDC9160}"/>
              </a:ext>
            </a:extLst>
          </p:cNvPr>
          <p:cNvSpPr/>
          <p:nvPr/>
        </p:nvSpPr>
        <p:spPr>
          <a:xfrm>
            <a:off x="61477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8C147C-33F0-8CC6-64D1-D8214D51299C}"/>
              </a:ext>
            </a:extLst>
          </p:cNvPr>
          <p:cNvSpPr/>
          <p:nvPr/>
        </p:nvSpPr>
        <p:spPr>
          <a:xfrm>
            <a:off x="1525450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7A514A-0F48-5D67-B60B-DCB54882D07D}"/>
              </a:ext>
            </a:extLst>
          </p:cNvPr>
          <p:cNvSpPr/>
          <p:nvPr/>
        </p:nvSpPr>
        <p:spPr>
          <a:xfrm>
            <a:off x="2209130" y="5071036"/>
            <a:ext cx="484287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66D19E-B52E-D73A-A376-C400649B7D1E}"/>
              </a:ext>
            </a:extLst>
          </p:cNvPr>
          <p:cNvSpPr/>
          <p:nvPr/>
        </p:nvSpPr>
        <p:spPr>
          <a:xfrm>
            <a:off x="2777681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208A88-1459-5217-D9F2-C0CE71907814}"/>
              </a:ext>
            </a:extLst>
          </p:cNvPr>
          <p:cNvSpPr/>
          <p:nvPr/>
        </p:nvSpPr>
        <p:spPr>
          <a:xfrm>
            <a:off x="3451005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B32674-E356-3766-E8AF-1807E5A39C12}"/>
              </a:ext>
            </a:extLst>
          </p:cNvPr>
          <p:cNvSpPr/>
          <p:nvPr/>
        </p:nvSpPr>
        <p:spPr>
          <a:xfrm>
            <a:off x="403143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3C7E1E-B723-A6FF-E8A1-0C9BA9854B76}"/>
              </a:ext>
            </a:extLst>
          </p:cNvPr>
          <p:cNvSpPr/>
          <p:nvPr/>
        </p:nvSpPr>
        <p:spPr>
          <a:xfrm>
            <a:off x="4715117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F08E94-F42A-08B6-52CC-0A26B6A1B93D}"/>
              </a:ext>
            </a:extLst>
          </p:cNvPr>
          <p:cNvSpPr/>
          <p:nvPr/>
        </p:nvSpPr>
        <p:spPr>
          <a:xfrm>
            <a:off x="5277484" y="5071036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72067B8-73D8-ACB2-69DA-78AE5628C622}"/>
              </a:ext>
            </a:extLst>
          </p:cNvPr>
          <p:cNvSpPr/>
          <p:nvPr/>
        </p:nvSpPr>
        <p:spPr>
          <a:xfrm>
            <a:off x="5880873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91DB0B5-E9A3-FF26-8E60-C2545FE5410A}"/>
              </a:ext>
            </a:extLst>
          </p:cNvPr>
          <p:cNvSpPr/>
          <p:nvPr/>
        </p:nvSpPr>
        <p:spPr>
          <a:xfrm>
            <a:off x="6443240" y="5042380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A95EAF4-BD44-4388-F12C-D71DA5324A58}"/>
              </a:ext>
            </a:extLst>
          </p:cNvPr>
          <p:cNvSpPr/>
          <p:nvPr/>
        </p:nvSpPr>
        <p:spPr>
          <a:xfrm>
            <a:off x="7118694" y="5064481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EBC7616-D894-BC58-32A9-C108EDDF92A6}"/>
              </a:ext>
            </a:extLst>
          </p:cNvPr>
          <p:cNvSpPr/>
          <p:nvPr/>
        </p:nvSpPr>
        <p:spPr>
          <a:xfrm>
            <a:off x="7722083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25E71B9-19C1-60CB-5BAB-D429568D7775}"/>
              </a:ext>
            </a:extLst>
          </p:cNvPr>
          <p:cNvSpPr/>
          <p:nvPr/>
        </p:nvSpPr>
        <p:spPr>
          <a:xfrm>
            <a:off x="8397537" y="5035825"/>
            <a:ext cx="516835" cy="4137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149E277B-55F6-5BC4-D257-6653C37F2630}"/>
              </a:ext>
            </a:extLst>
          </p:cNvPr>
          <p:cNvSpPr/>
          <p:nvPr/>
        </p:nvSpPr>
        <p:spPr>
          <a:xfrm>
            <a:off x="288235" y="6134156"/>
            <a:ext cx="11581568" cy="71629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: A , B , E , J , K , C , F , L , M, G , N , O , H , P , Q , D , I , R , S</a:t>
            </a:r>
            <a:endParaRPr lang="en-GB" sz="24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56A881D-D4D9-EF01-889B-67531BA0C6E4}"/>
              </a:ext>
            </a:extLst>
          </p:cNvPr>
          <p:cNvSpPr/>
          <p:nvPr/>
        </p:nvSpPr>
        <p:spPr>
          <a:xfrm>
            <a:off x="7317293" y="3922649"/>
            <a:ext cx="3916002" cy="2155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FFC9CA7-10CA-8F90-CB5C-7E10B237838F}"/>
              </a:ext>
            </a:extLst>
          </p:cNvPr>
          <p:cNvSpPr/>
          <p:nvPr/>
        </p:nvSpPr>
        <p:spPr>
          <a:xfrm>
            <a:off x="361950" y="247650"/>
            <a:ext cx="1680335" cy="796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d =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81DE16-D41F-4E69-ABB6-CEC44A5C3373}"/>
              </a:ext>
            </a:extLst>
          </p:cNvPr>
          <p:cNvSpPr/>
          <p:nvPr/>
        </p:nvSpPr>
        <p:spPr>
          <a:xfrm>
            <a:off x="210687" y="3904599"/>
            <a:ext cx="7938779" cy="2220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BA05B2C-1EF7-0F76-03A7-03F6E8B36633}"/>
              </a:ext>
            </a:extLst>
          </p:cNvPr>
          <p:cNvSpPr/>
          <p:nvPr/>
        </p:nvSpPr>
        <p:spPr>
          <a:xfrm>
            <a:off x="9185569" y="4121190"/>
            <a:ext cx="2103734" cy="8024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0DA1481-F110-77A9-10B8-50ECAE041A09}"/>
              </a:ext>
            </a:extLst>
          </p:cNvPr>
          <p:cNvSpPr/>
          <p:nvPr/>
        </p:nvSpPr>
        <p:spPr>
          <a:xfrm>
            <a:off x="3890804" y="4403585"/>
            <a:ext cx="4121120" cy="10649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Note : </a:t>
            </a:r>
            <a:r>
              <a:rPr lang="en-US" sz="1800" dirty="0"/>
              <a:t>Limited Depth First can’t always find the goal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42965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EEB8ED6-9142-4A11-B029-18DDE98C4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8A87E-4132-7EEC-4B7D-0F82BDE02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/>
              <a:t>1. Given the </a:t>
            </a:r>
            <a:r>
              <a:rPr lang="en-US" sz="2800" b="1"/>
              <a:t>Arad/Bucharest </a:t>
            </a:r>
            <a:r>
              <a:rPr lang="en-US" sz="280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BCECCB84-6409-DE56-28E4-C3DAB72FE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944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1 – Breadth first </a:t>
            </a:r>
          </a:p>
          <a:p>
            <a:r>
              <a:rPr lang="en-US" sz="2000" dirty="0"/>
              <a:t>2- Depth first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650F1-C7BB-2AD1-82CE-82410C55BF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14" t="-780" r="3959"/>
          <a:stretch/>
        </p:blipFill>
        <p:spPr>
          <a:xfrm>
            <a:off x="324816" y="1577057"/>
            <a:ext cx="7119257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3617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EDDA7-FDB7-A35C-402F-88216F6B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17D552F-38D9-5E44-97E8-CB73368EC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D9D7E-164F-EC6A-6145-FD7270C6D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56713B6E-5497-D236-0C2E-0FC244C9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1 – Breadth first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0374F-C878-AAE2-60D4-689996482E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0490F2F-8B26-3774-5583-7BCEF5BA4C0A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5CDFCC-BB42-F2D2-2058-C857B3790798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EDFBAA-798D-62A5-F576-4884175F38EA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407566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7B514-F68E-6F95-039B-FE3F8315E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126D1CD-ABF0-F058-33AF-B4AB1D54B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D9C0C-61D5-6050-826C-B4921A3A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71FE7A26-C0E8-78AE-090C-D5EEE0DBA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1 – Breadth first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78D22-C729-C439-293B-842A68810B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DB34776-F764-637A-BAB6-089BECA4848F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0CA90A-7EF6-28E4-54CE-C949A9FCA99B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C84BD9-2E7D-6C22-2876-7EF39782DF73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DBB2DD-01A8-69CA-AE13-2DFAA9188820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Z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AABE3F-4E81-581A-B0A4-B6E19505E80A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EAB9BA1-88A9-7C6D-1BB4-4A078AE33CAC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9E28A283-DECC-40F8-50CD-54E9CF29A5AD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01C58B9-C626-4974-84AD-34A204CFF989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1336561D-0889-BB2C-E9BA-5DE1DAF6C793}"/>
              </a:ext>
            </a:extLst>
          </p:cNvPr>
          <p:cNvCxnSpPr>
            <a:cxnSpLocks/>
            <a:stCxn id="8" idx="5"/>
            <a:endCxn id="9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4690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8D140-B72C-D0FD-A25B-6DBAC1F6F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597E0B7-3AA8-3CB5-9D59-04766F18D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C2E9D-20BD-914A-506E-9965DD35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8BD2E9BD-642F-C050-6E0C-399C9C511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1 – Breadth first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8BF47-C370-8A40-CC72-A2EB2132B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D11D491-55A8-7FBA-4A04-89C3D0BD213F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FC0BDA-CDF3-9F64-87E2-8B5571DA69E5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D4128B-51BF-5289-CC14-0BC73F7394BB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6C2AFD-344D-D6B9-8537-72FD70853291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Z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98C1D0-42DE-6F7B-2C65-E5E025F22812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4AB74C-1CD1-B12F-6C22-EC1828170BC9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27F83389-D231-F368-BD16-461D2D41F2E5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7703CFAF-892E-CD28-2571-102EA325ABB8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FFB26689-AB86-3C1A-F16D-2770F98F294C}"/>
              </a:ext>
            </a:extLst>
          </p:cNvPr>
          <p:cNvCxnSpPr>
            <a:cxnSpLocks/>
            <a:stCxn id="8" idx="5"/>
            <a:endCxn id="9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6910C90-CD20-B4E9-12E5-918B21EC19E5}"/>
              </a:ext>
            </a:extLst>
          </p:cNvPr>
          <p:cNvSpPr/>
          <p:nvPr/>
        </p:nvSpPr>
        <p:spPr>
          <a:xfrm>
            <a:off x="9335313" y="4219886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A37697-6E02-B228-2ACA-5F3F42DE25B5}"/>
              </a:ext>
            </a:extLst>
          </p:cNvPr>
          <p:cNvSpPr/>
          <p:nvPr/>
        </p:nvSpPr>
        <p:spPr>
          <a:xfrm>
            <a:off x="8604924" y="42410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FA7F0B-A4EC-3CA4-264C-0ADD3A8A79F6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F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65FF8806-FB83-3BC0-93DE-71430A6E9CA9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CB7AAE85-238E-70CC-819E-019B33B796BA}"/>
              </a:ext>
            </a:extLst>
          </p:cNvPr>
          <p:cNvCxnSpPr>
            <a:cxnSpLocks/>
            <a:stCxn id="11" idx="4"/>
            <a:endCxn id="4" idx="0"/>
          </p:cNvCxnSpPr>
          <p:nvPr/>
        </p:nvCxnSpPr>
        <p:spPr>
          <a:xfrm rot="5400000">
            <a:off x="8849844" y="4051777"/>
            <a:ext cx="288517" cy="900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8CAE78C2-4900-C75A-E4D2-FCAF32B07143}"/>
              </a:ext>
            </a:extLst>
          </p:cNvPr>
          <p:cNvCxnSpPr>
            <a:cxnSpLocks/>
            <a:stCxn id="11" idx="5"/>
            <a:endCxn id="3" idx="0"/>
          </p:cNvCxnSpPr>
          <p:nvPr/>
        </p:nvCxnSpPr>
        <p:spPr>
          <a:xfrm rot="16200000" flipH="1">
            <a:off x="9301948" y="3842392"/>
            <a:ext cx="358032" cy="3969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27864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840ED-2875-A81D-300D-ACCD945E1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3E846E-20E3-4108-DFC3-9398E375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3E1E3-1C11-E5C9-3619-54DD543F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5E60A808-920F-8E98-9224-8507A767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1 – Breadth first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80F26-3646-7370-9180-33EE80EA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508DCE4-DC3C-4BF4-323C-DFD6BB25DF05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5A8F89-4E75-C3B7-AE6F-A5FB6D19A3E7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4C5D54-31EE-6D8C-325D-8A19DB468748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233E60-C18C-A74A-2E20-14B5547CDA04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Z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95590E-93A6-1D7E-9463-580B1ACF811F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9562C5-56B4-407E-A68B-57C584C2C111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B0F64C0-D226-1CF9-3A70-4BF4BB24FE62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53B3E503-73E9-1A59-9607-36ECF8FE4996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CB38068-9436-4619-DA12-ECE00384E360}"/>
              </a:ext>
            </a:extLst>
          </p:cNvPr>
          <p:cNvCxnSpPr>
            <a:cxnSpLocks/>
            <a:stCxn id="8" idx="5"/>
            <a:endCxn id="9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3468384D-2F8F-6DF6-53FC-86BE914ABD1C}"/>
              </a:ext>
            </a:extLst>
          </p:cNvPr>
          <p:cNvSpPr/>
          <p:nvPr/>
        </p:nvSpPr>
        <p:spPr>
          <a:xfrm>
            <a:off x="9335313" y="4219886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FB6944-8E3F-1588-5A4D-63C186594D28}"/>
              </a:ext>
            </a:extLst>
          </p:cNvPr>
          <p:cNvSpPr/>
          <p:nvPr/>
        </p:nvSpPr>
        <p:spPr>
          <a:xfrm>
            <a:off x="8604924" y="42410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D5AF27-4E66-A2F0-8401-2199C510266C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F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DDDF2930-0438-314D-0BD2-0F9F761FD465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A1F2125A-336B-4D6F-D20F-806DF5B51464}"/>
              </a:ext>
            </a:extLst>
          </p:cNvPr>
          <p:cNvCxnSpPr>
            <a:cxnSpLocks/>
            <a:stCxn id="11" idx="4"/>
            <a:endCxn id="4" idx="0"/>
          </p:cNvCxnSpPr>
          <p:nvPr/>
        </p:nvCxnSpPr>
        <p:spPr>
          <a:xfrm rot="5400000">
            <a:off x="8849844" y="4051777"/>
            <a:ext cx="288517" cy="900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92D1D3A6-6831-C830-6926-F3B7C1F34AC8}"/>
              </a:ext>
            </a:extLst>
          </p:cNvPr>
          <p:cNvCxnSpPr>
            <a:cxnSpLocks/>
            <a:stCxn id="11" idx="5"/>
            <a:endCxn id="3" idx="0"/>
          </p:cNvCxnSpPr>
          <p:nvPr/>
        </p:nvCxnSpPr>
        <p:spPr>
          <a:xfrm rot="16200000" flipH="1">
            <a:off x="9301948" y="3842392"/>
            <a:ext cx="358032" cy="3969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01867FA-4955-8982-93C6-2411DBF60944}"/>
              </a:ext>
            </a:extLst>
          </p:cNvPr>
          <p:cNvSpPr/>
          <p:nvPr/>
        </p:nvSpPr>
        <p:spPr>
          <a:xfrm>
            <a:off x="10096256" y="42198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685E6DB9-640B-C04B-4EB1-412BB9F75B2D}"/>
              </a:ext>
            </a:extLst>
          </p:cNvPr>
          <p:cNvCxnSpPr>
            <a:cxnSpLocks/>
            <a:stCxn id="10" idx="4"/>
            <a:endCxn id="15" idx="0"/>
          </p:cNvCxnSpPr>
          <p:nvPr/>
        </p:nvCxnSpPr>
        <p:spPr>
          <a:xfrm rot="16200000" flipH="1">
            <a:off x="10221536" y="4001035"/>
            <a:ext cx="247443" cy="1902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4521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BBFB5-620A-4EA8-7E76-ABB16B26C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1BA2F9E-D790-84B0-3B80-3FAC05489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E7D21-B986-1E64-2086-1BC20315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62B4755A-C503-FF62-5618-5508B11E0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1 – Breadth first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AA691-B738-CFE0-A3DB-6AAEB0084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F03EACB-7F1B-B9EB-138C-871249B5A80E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86ADEF-15E6-7326-881F-7ACD032CF019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82DEBD-E6DF-CF36-64B3-AD5340EEC6F8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0AA16F-760E-1DEA-DAA9-7314A0B31B00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Z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0DA0831-0EEC-A9F1-F07D-BA42C7A03BEC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0ECB48-52CC-D4A3-490C-34CD5EA5DB12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498262CB-9543-30BE-EA11-1E30FA897467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A6CA470-7942-8878-EB0A-95DAF9E6C81A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6CC28CEC-72D8-89F2-2A9B-62A3A4AB7EAC}"/>
              </a:ext>
            </a:extLst>
          </p:cNvPr>
          <p:cNvCxnSpPr>
            <a:cxnSpLocks/>
            <a:stCxn id="8" idx="5"/>
            <a:endCxn id="9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2F33075D-0D7C-2D41-C17F-A844320B20E6}"/>
              </a:ext>
            </a:extLst>
          </p:cNvPr>
          <p:cNvSpPr/>
          <p:nvPr/>
        </p:nvSpPr>
        <p:spPr>
          <a:xfrm>
            <a:off x="9335313" y="4219886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8EEB75-3E49-3154-7A08-C0C50CEE57B0}"/>
              </a:ext>
            </a:extLst>
          </p:cNvPr>
          <p:cNvSpPr/>
          <p:nvPr/>
        </p:nvSpPr>
        <p:spPr>
          <a:xfrm>
            <a:off x="8604924" y="42410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93119A-E6E6-041D-47C7-532AB44DEE4D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F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B2E12BED-F1D2-EB33-A72F-77605369672C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9DA0D037-3B66-6DA3-C610-4AB0EBA2942F}"/>
              </a:ext>
            </a:extLst>
          </p:cNvPr>
          <p:cNvCxnSpPr>
            <a:cxnSpLocks/>
            <a:stCxn id="11" idx="4"/>
            <a:endCxn id="4" idx="0"/>
          </p:cNvCxnSpPr>
          <p:nvPr/>
        </p:nvCxnSpPr>
        <p:spPr>
          <a:xfrm rot="5400000">
            <a:off x="8849844" y="4051777"/>
            <a:ext cx="288517" cy="900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B277B2C2-AA9E-8988-11B9-C2BC3F61CE5E}"/>
              </a:ext>
            </a:extLst>
          </p:cNvPr>
          <p:cNvCxnSpPr>
            <a:cxnSpLocks/>
            <a:stCxn id="11" idx="5"/>
            <a:endCxn id="3" idx="0"/>
          </p:cNvCxnSpPr>
          <p:nvPr/>
        </p:nvCxnSpPr>
        <p:spPr>
          <a:xfrm rot="16200000" flipH="1">
            <a:off x="9301948" y="3842392"/>
            <a:ext cx="358032" cy="3969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1882CA9-667B-1796-D503-E276C14F1E24}"/>
              </a:ext>
            </a:extLst>
          </p:cNvPr>
          <p:cNvSpPr/>
          <p:nvPr/>
        </p:nvSpPr>
        <p:spPr>
          <a:xfrm>
            <a:off x="10096256" y="42198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084224F0-810F-1D88-45C5-DAFB4667D00F}"/>
              </a:ext>
            </a:extLst>
          </p:cNvPr>
          <p:cNvCxnSpPr>
            <a:cxnSpLocks/>
            <a:stCxn id="10" idx="4"/>
            <a:endCxn id="15" idx="0"/>
          </p:cNvCxnSpPr>
          <p:nvPr/>
        </p:nvCxnSpPr>
        <p:spPr>
          <a:xfrm rot="16200000" flipH="1">
            <a:off x="10221536" y="4001035"/>
            <a:ext cx="247443" cy="1902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3D052DA8-1A03-6069-D47B-F8456DAC18A0}"/>
              </a:ext>
            </a:extLst>
          </p:cNvPr>
          <p:cNvCxnSpPr>
            <a:cxnSpLocks/>
            <a:stCxn id="9" idx="4"/>
          </p:cNvCxnSpPr>
          <p:nvPr/>
        </p:nvCxnSpPr>
        <p:spPr>
          <a:xfrm rot="5400000">
            <a:off x="11214730" y="4074888"/>
            <a:ext cx="288518" cy="438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5075978D-DA75-6916-112E-F89E90B91A8C}"/>
              </a:ext>
            </a:extLst>
          </p:cNvPr>
          <p:cNvSpPr/>
          <p:nvPr/>
        </p:nvSpPr>
        <p:spPr>
          <a:xfrm>
            <a:off x="10946700" y="4219884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4452235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58411-609D-30B5-19BD-73E2AE16D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D31F830-8699-338C-0606-8299C3F7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C7C3F-C5AA-EA5B-4201-5914B7F0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BE7A0D91-FCE5-757F-B02E-A3311722A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1 – Breadth first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223AC6-3086-45C9-5303-1F2FB9AD92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75F5902-7DE4-6FBE-B791-CBD0672D87E6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7E83F1-2A8F-7E39-D2BD-86C81D09D13B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375454-909E-7C80-836F-47FB6D184D38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A4F17A-9054-E1B9-9748-78596A7DF6B4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Z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9C3308-F40D-6CD4-DE93-1ED97CE42E8F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5D9BC2A-DBE4-6BF9-86D1-F6D5384CF181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90BC3C64-18C9-06E1-880B-0934083AFCBA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024DCCFE-178C-AAFA-769B-5431D28DBD21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105F6041-2765-2652-A559-8A2990EA1A72}"/>
              </a:ext>
            </a:extLst>
          </p:cNvPr>
          <p:cNvCxnSpPr>
            <a:cxnSpLocks/>
            <a:stCxn id="8" idx="5"/>
            <a:endCxn id="9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2298B1BF-F1FE-636C-88A1-31C69586F0B8}"/>
              </a:ext>
            </a:extLst>
          </p:cNvPr>
          <p:cNvSpPr/>
          <p:nvPr/>
        </p:nvSpPr>
        <p:spPr>
          <a:xfrm>
            <a:off x="9335313" y="4219886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4B6195-8D35-2EC4-FDA2-C05CA71BCE1B}"/>
              </a:ext>
            </a:extLst>
          </p:cNvPr>
          <p:cNvSpPr/>
          <p:nvPr/>
        </p:nvSpPr>
        <p:spPr>
          <a:xfrm>
            <a:off x="8604924" y="42410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8FA97E-456E-9B1F-AC32-B2A970868698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F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9D03307F-EF81-705D-197E-545E56FE63AB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497E16C7-FC45-A14D-98FA-48D00CA61E71}"/>
              </a:ext>
            </a:extLst>
          </p:cNvPr>
          <p:cNvCxnSpPr>
            <a:cxnSpLocks/>
            <a:stCxn id="11" idx="4"/>
            <a:endCxn id="4" idx="0"/>
          </p:cNvCxnSpPr>
          <p:nvPr/>
        </p:nvCxnSpPr>
        <p:spPr>
          <a:xfrm rot="5400000">
            <a:off x="8849844" y="4051777"/>
            <a:ext cx="288517" cy="900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7A984906-FDCB-3822-DAB4-0C97D6608364}"/>
              </a:ext>
            </a:extLst>
          </p:cNvPr>
          <p:cNvCxnSpPr>
            <a:cxnSpLocks/>
            <a:stCxn id="11" idx="5"/>
            <a:endCxn id="3" idx="0"/>
          </p:cNvCxnSpPr>
          <p:nvPr/>
        </p:nvCxnSpPr>
        <p:spPr>
          <a:xfrm rot="16200000" flipH="1">
            <a:off x="9301948" y="3842392"/>
            <a:ext cx="358032" cy="3969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39687B9-8238-8EF7-B6D9-B67719C50F87}"/>
              </a:ext>
            </a:extLst>
          </p:cNvPr>
          <p:cNvSpPr/>
          <p:nvPr/>
        </p:nvSpPr>
        <p:spPr>
          <a:xfrm>
            <a:off x="10096256" y="42198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F17295BA-C88C-1BA9-F15E-4CF85F2CD17B}"/>
              </a:ext>
            </a:extLst>
          </p:cNvPr>
          <p:cNvCxnSpPr>
            <a:cxnSpLocks/>
            <a:stCxn id="10" idx="4"/>
            <a:endCxn id="15" idx="0"/>
          </p:cNvCxnSpPr>
          <p:nvPr/>
        </p:nvCxnSpPr>
        <p:spPr>
          <a:xfrm rot="16200000" flipH="1">
            <a:off x="10221536" y="4001035"/>
            <a:ext cx="247443" cy="1902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0530CE0-8E6E-437B-CDD7-28A5EEA52009}"/>
              </a:ext>
            </a:extLst>
          </p:cNvPr>
          <p:cNvSpPr/>
          <p:nvPr/>
        </p:nvSpPr>
        <p:spPr>
          <a:xfrm>
            <a:off x="10992921" y="4241085"/>
            <a:ext cx="688258" cy="61943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</a:t>
            </a: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ADAB66BD-7F41-25D0-8C49-A8BEF75AD6DC}"/>
              </a:ext>
            </a:extLst>
          </p:cNvPr>
          <p:cNvCxnSpPr>
            <a:cxnSpLocks/>
            <a:stCxn id="9" idx="4"/>
            <a:endCxn id="22" idx="0"/>
          </p:cNvCxnSpPr>
          <p:nvPr/>
        </p:nvCxnSpPr>
        <p:spPr>
          <a:xfrm rot="5400000">
            <a:off x="11214730" y="4074888"/>
            <a:ext cx="288518" cy="438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EAE6B165-4CA7-82A2-AC1A-D1FA36D19B18}"/>
              </a:ext>
            </a:extLst>
          </p:cNvPr>
          <p:cNvCxnSpPr>
            <a:cxnSpLocks/>
            <a:stCxn id="12" idx="4"/>
            <a:endCxn id="31" idx="0"/>
          </p:cNvCxnSpPr>
          <p:nvPr/>
        </p:nvCxnSpPr>
        <p:spPr>
          <a:xfrm rot="5400000">
            <a:off x="7893030" y="4914245"/>
            <a:ext cx="369236" cy="2220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E51A96F-8510-0235-9709-C2E5D1DF66EB}"/>
              </a:ext>
            </a:extLst>
          </p:cNvPr>
          <p:cNvSpPr/>
          <p:nvPr/>
        </p:nvSpPr>
        <p:spPr>
          <a:xfrm>
            <a:off x="7622503" y="5209878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6034464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6CF72-82A1-AAC2-30F9-FAC94FBED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93DA1D-B7BD-37A6-F2E0-904DB2E16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7A058-F759-D170-3366-1D4AAE7AA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EFABD2B7-1A50-6184-8A6E-D32E75E9B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1 – Breadth first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CAC1F-A471-871A-63EE-FDDBCA6F5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6"/>
            <a:ext cx="8232996" cy="446702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FDC6152-D6A8-0420-925E-F554537AC7F6}"/>
              </a:ext>
            </a:extLst>
          </p:cNvPr>
          <p:cNvSpPr/>
          <p:nvPr/>
        </p:nvSpPr>
        <p:spPr>
          <a:xfrm>
            <a:off x="2517058" y="3252019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4D11E2-2308-6C4F-1BCB-6D06AB64AA2C}"/>
              </a:ext>
            </a:extLst>
          </p:cNvPr>
          <p:cNvSpPr/>
          <p:nvPr/>
        </p:nvSpPr>
        <p:spPr>
          <a:xfrm>
            <a:off x="5561646" y="4529601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72BD8E-9620-9B21-F664-979008CE0B41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6A9C12-A78B-5FE0-5F63-558244B731B7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Z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5EBD1D-5DC3-44E7-5AD6-8D5869CE42EE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83BFCB-4AFE-4BF6-D12B-F94FDA4DCFF3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980394CC-4B14-1B2B-57A7-5051D8672DE8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5B96EBC8-B73C-02B8-3762-F339D235E460}"/>
              </a:ext>
            </a:extLst>
          </p:cNvPr>
          <p:cNvCxnSpPr>
            <a:stCxn id="8" idx="4"/>
            <a:endCxn id="10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678C59B8-1B0A-6215-3C5B-7CD0B15B922D}"/>
              </a:ext>
            </a:extLst>
          </p:cNvPr>
          <p:cNvCxnSpPr>
            <a:cxnSpLocks/>
            <a:stCxn id="8" idx="5"/>
            <a:endCxn id="9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CFBD2572-0711-0FC6-ED98-A72B3F30CB81}"/>
              </a:ext>
            </a:extLst>
          </p:cNvPr>
          <p:cNvSpPr/>
          <p:nvPr/>
        </p:nvSpPr>
        <p:spPr>
          <a:xfrm>
            <a:off x="9335313" y="4219886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7D23538-34E1-39EA-2DA3-74C9244DFA29}"/>
              </a:ext>
            </a:extLst>
          </p:cNvPr>
          <p:cNvSpPr/>
          <p:nvPr/>
        </p:nvSpPr>
        <p:spPr>
          <a:xfrm>
            <a:off x="8604924" y="42410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C5A8B8-F2B1-E000-08D3-AE46B5914D00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F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6054C28A-20A9-A467-8554-4324AA955644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0F170DAA-993F-7D22-F125-2D480B0F4C03}"/>
              </a:ext>
            </a:extLst>
          </p:cNvPr>
          <p:cNvCxnSpPr>
            <a:cxnSpLocks/>
            <a:stCxn id="11" idx="4"/>
            <a:endCxn id="4" idx="0"/>
          </p:cNvCxnSpPr>
          <p:nvPr/>
        </p:nvCxnSpPr>
        <p:spPr>
          <a:xfrm rot="5400000">
            <a:off x="8849844" y="4051777"/>
            <a:ext cx="288517" cy="900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3A9DB5CB-2857-C852-F706-59E1CE4937AC}"/>
              </a:ext>
            </a:extLst>
          </p:cNvPr>
          <p:cNvCxnSpPr>
            <a:cxnSpLocks/>
            <a:stCxn id="11" idx="5"/>
            <a:endCxn id="3" idx="0"/>
          </p:cNvCxnSpPr>
          <p:nvPr/>
        </p:nvCxnSpPr>
        <p:spPr>
          <a:xfrm rot="16200000" flipH="1">
            <a:off x="9301948" y="3842392"/>
            <a:ext cx="358032" cy="3969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ECF3A3F-F602-4908-4D7C-C97E6297A42B}"/>
              </a:ext>
            </a:extLst>
          </p:cNvPr>
          <p:cNvSpPr/>
          <p:nvPr/>
        </p:nvSpPr>
        <p:spPr>
          <a:xfrm>
            <a:off x="10096256" y="42198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933F3C0-23AF-FB32-23BB-36FE69C59D55}"/>
              </a:ext>
            </a:extLst>
          </p:cNvPr>
          <p:cNvCxnSpPr>
            <a:cxnSpLocks/>
            <a:stCxn id="10" idx="4"/>
            <a:endCxn id="15" idx="0"/>
          </p:cNvCxnSpPr>
          <p:nvPr/>
        </p:nvCxnSpPr>
        <p:spPr>
          <a:xfrm rot="16200000" flipH="1">
            <a:off x="10221536" y="4001035"/>
            <a:ext cx="247443" cy="1902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FC3D0E2-3C83-81A4-B55C-BB3CB8BF537D}"/>
              </a:ext>
            </a:extLst>
          </p:cNvPr>
          <p:cNvSpPr/>
          <p:nvPr/>
        </p:nvSpPr>
        <p:spPr>
          <a:xfrm>
            <a:off x="10992921" y="4241085"/>
            <a:ext cx="688258" cy="61943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</a:t>
            </a: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40425199-9859-B207-A5DB-16F204F059A1}"/>
              </a:ext>
            </a:extLst>
          </p:cNvPr>
          <p:cNvCxnSpPr>
            <a:cxnSpLocks/>
            <a:stCxn id="9" idx="4"/>
            <a:endCxn id="22" idx="0"/>
          </p:cNvCxnSpPr>
          <p:nvPr/>
        </p:nvCxnSpPr>
        <p:spPr>
          <a:xfrm rot="5400000">
            <a:off x="11214730" y="4074888"/>
            <a:ext cx="288518" cy="438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F5F5606B-A49D-6ACA-528E-DFB5D6D252EF}"/>
              </a:ext>
            </a:extLst>
          </p:cNvPr>
          <p:cNvCxnSpPr>
            <a:cxnSpLocks/>
            <a:stCxn id="12" idx="4"/>
            <a:endCxn id="31" idx="0"/>
          </p:cNvCxnSpPr>
          <p:nvPr/>
        </p:nvCxnSpPr>
        <p:spPr>
          <a:xfrm rot="5400000">
            <a:off x="7893030" y="4914245"/>
            <a:ext cx="369236" cy="2220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CEE7D185-6B3F-34E1-49AE-7AC68451861C}"/>
              </a:ext>
            </a:extLst>
          </p:cNvPr>
          <p:cNvSpPr/>
          <p:nvPr/>
        </p:nvSpPr>
        <p:spPr>
          <a:xfrm>
            <a:off x="7622503" y="5209878"/>
            <a:ext cx="688258" cy="61943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A28F482-EA9B-A148-59BF-A0947D2DD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857" y="5692663"/>
            <a:ext cx="1329043" cy="49991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E0F187A-3DD9-AC3D-5341-FA35A0FE211F}"/>
              </a:ext>
            </a:extLst>
          </p:cNvPr>
          <p:cNvSpPr txBox="1"/>
          <p:nvPr/>
        </p:nvSpPr>
        <p:spPr>
          <a:xfrm>
            <a:off x="838200" y="6223687"/>
            <a:ext cx="4125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Order: A,S,T,Z,F,O,R,L,O,B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B0B00B-E1A8-1610-DBD2-77F50DA5DF84}"/>
              </a:ext>
            </a:extLst>
          </p:cNvPr>
          <p:cNvSpPr txBox="1"/>
          <p:nvPr/>
        </p:nvSpPr>
        <p:spPr>
          <a:xfrm>
            <a:off x="7644138" y="6226897"/>
            <a:ext cx="4125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Path: A,S,F,B</a:t>
            </a:r>
          </a:p>
        </p:txBody>
      </p:sp>
    </p:spTree>
    <p:extLst>
      <p:ext uri="{BB962C8B-B14F-4D97-AF65-F5344CB8AC3E}">
        <p14:creationId xmlns:p14="http://schemas.microsoft.com/office/powerpoint/2010/main" val="412231043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F8722-E8D5-1DA2-6ADB-DEF16D9D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8938B4-6539-3EE0-7102-BA2A411C3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788C9-47E1-6D67-AAB6-25E9A1E1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7814E376-94F5-B038-E706-27556563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2 – Depth first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8B0F84-CDD2-531A-10CC-82FB4B0B72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32A3FA3-D433-AA1B-4EA2-B4FACE8F3F17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4DDC28-BEC6-70BE-6A74-E1C661C3BE94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20C4EA-4332-2F83-9704-ECC71160A6EC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093C71F-EB47-AAF4-6CA4-B102FDF45AD1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9FD2A8C-497A-7928-ED26-E4972C8FAD99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13029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BDDD1-FF75-DC02-C9D8-43023DC70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98BA8E-AF54-ABBD-AE00-AD48E403E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C9116-3B38-D847-4C09-424DE075B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78683102-81BC-A669-D7D5-407A3E4A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2 – Depth first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784D5-88F2-C277-D073-10F65E4A9A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F53F3F4-AAA6-DDF0-B58A-B9EB05DAC39C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66CAD2-5278-965C-A004-5CA3943B3185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607720-8384-01BD-EA96-EA604C58814F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4B9DAE-C5F1-520A-E010-C8E9DB293569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C560FFE-6A82-C4BE-2DF0-80210728FF76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661048-B36D-AC69-A0FD-57C437EF3181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F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88B245C1-DEC3-7F7B-9C81-517007B3A421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80162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CEFEB-7436-458F-3AA3-4849E1E0C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A85DAEE-2387-BEFB-DFC3-66EBF07B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D887C-0008-52A1-2928-842F9CBDC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C44FB8FB-DFF9-5CE4-7613-A66553E4C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2 – Depth first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A3A74-7862-C713-BD17-6897FC3445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6"/>
            <a:ext cx="7995816" cy="48874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9684EA7-9B47-A0A3-0C48-7CFED0E852C5}"/>
              </a:ext>
            </a:extLst>
          </p:cNvPr>
          <p:cNvSpPr/>
          <p:nvPr/>
        </p:nvSpPr>
        <p:spPr>
          <a:xfrm>
            <a:off x="2433082" y="3403575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6BA653-A400-A834-4583-5CB1B2B559E1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FFBB93-67A7-55A1-AF4E-29D2ABD10C0A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D72F507-C712-FB4D-73F4-09E4FB61BBC9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0D03A10-7898-1997-9D8D-666381B98A2C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B5A4637-51BE-4348-AB14-EA8FA714F08E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F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52C78AFE-DA24-EF5D-6BFA-5392B2FCFFA0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E1FA31E4-1EED-78C9-AADB-F697094130A3}"/>
              </a:ext>
            </a:extLst>
          </p:cNvPr>
          <p:cNvCxnSpPr>
            <a:cxnSpLocks/>
            <a:stCxn id="12" idx="4"/>
          </p:cNvCxnSpPr>
          <p:nvPr/>
        </p:nvCxnSpPr>
        <p:spPr>
          <a:xfrm rot="5400000">
            <a:off x="7893030" y="4914245"/>
            <a:ext cx="369236" cy="2220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3E5385E-1492-E973-694A-02571FB374E8}"/>
              </a:ext>
            </a:extLst>
          </p:cNvPr>
          <p:cNvSpPr/>
          <p:nvPr/>
        </p:nvSpPr>
        <p:spPr>
          <a:xfrm>
            <a:off x="7569790" y="5150358"/>
            <a:ext cx="688258" cy="61943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FD2D24-3EF0-C8B0-F05D-C519A2F06FA4}"/>
              </a:ext>
            </a:extLst>
          </p:cNvPr>
          <p:cNvSpPr txBox="1"/>
          <p:nvPr/>
        </p:nvSpPr>
        <p:spPr>
          <a:xfrm>
            <a:off x="7683467" y="5765232"/>
            <a:ext cx="4125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Order: A,S,F,B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A04E39-F161-65B0-BCD9-A288F296186F}"/>
              </a:ext>
            </a:extLst>
          </p:cNvPr>
          <p:cNvSpPr txBox="1"/>
          <p:nvPr/>
        </p:nvSpPr>
        <p:spPr>
          <a:xfrm>
            <a:off x="7726510" y="6251360"/>
            <a:ext cx="4125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Path: A,S,F,B</a:t>
            </a:r>
          </a:p>
        </p:txBody>
      </p:sp>
    </p:spTree>
    <p:extLst>
      <p:ext uri="{BB962C8B-B14F-4D97-AF65-F5344CB8AC3E}">
        <p14:creationId xmlns:p14="http://schemas.microsoft.com/office/powerpoint/2010/main" val="412253606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9920" y="895170"/>
            <a:ext cx="10891520" cy="958996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2. Given the </a:t>
            </a:r>
            <a:r>
              <a:rPr lang="en-US" sz="2400" b="1" dirty="0"/>
              <a:t>Oradea/Lugoj </a:t>
            </a:r>
            <a:r>
              <a:rPr lang="en-US" sz="24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4AD89C-DF1E-4948-B597-5DD47B34A9CA}" type="slidenum">
              <a:rPr kumimoji="1" lang="ja-JP" altLang="en-US" smtClean="0"/>
              <a:pPr/>
              <a:t>114</a:t>
            </a:fld>
            <a:endParaRPr kumimoji="1" lang="ja-JP" alt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29920" y="2440928"/>
            <a:ext cx="2485813" cy="754357"/>
          </a:xfrm>
        </p:spPr>
        <p:txBody>
          <a:bodyPr>
            <a:normAutofit/>
          </a:bodyPr>
          <a:lstStyle/>
          <a:p>
            <a:pPr algn="l"/>
            <a:r>
              <a:rPr lang="en-US" sz="1333" b="1" dirty="0"/>
              <a:t>a)  Breadth first </a:t>
            </a:r>
          </a:p>
          <a:p>
            <a:pPr algn="l"/>
            <a:r>
              <a:rPr lang="en-US" sz="1333" dirty="0"/>
              <a:t>b)  Depth First</a:t>
            </a:r>
          </a:p>
        </p:txBody>
      </p:sp>
      <p:pic>
        <p:nvPicPr>
          <p:cNvPr id="1027" name="Picture 3" descr="page2image33880704">
            <a:extLst>
              <a:ext uri="{FF2B5EF4-FFF2-40B4-BE49-F238E27FC236}">
                <a16:creationId xmlns:a16="http://schemas.microsoft.com/office/drawing/2014/main" id="{17634DC7-A23D-EC48-9E2D-B957674007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" r="-1"/>
          <a:stretch/>
        </p:blipFill>
        <p:spPr bwMode="auto">
          <a:xfrm>
            <a:off x="3646311" y="2113810"/>
            <a:ext cx="7117645" cy="458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C57EFFA-64BB-CB46-A8CC-DCD7419CC0C0}"/>
              </a:ext>
            </a:extLst>
          </p:cNvPr>
          <p:cNvSpPr/>
          <p:nvPr/>
        </p:nvSpPr>
        <p:spPr>
          <a:xfrm>
            <a:off x="4691231" y="2204790"/>
            <a:ext cx="180623" cy="203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EG" sz="12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78F1002-30CD-8A43-887F-9B49A24B9748}"/>
              </a:ext>
            </a:extLst>
          </p:cNvPr>
          <p:cNvSpPr/>
          <p:nvPr/>
        </p:nvSpPr>
        <p:spPr>
          <a:xfrm>
            <a:off x="5221979" y="4884539"/>
            <a:ext cx="180623" cy="203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EG" sz="1200"/>
          </a:p>
        </p:txBody>
      </p:sp>
    </p:spTree>
    <p:extLst>
      <p:ext uri="{BB962C8B-B14F-4D97-AF65-F5344CB8AC3E}">
        <p14:creationId xmlns:p14="http://schemas.microsoft.com/office/powerpoint/2010/main" val="92017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321"/>
    </mc:Choice>
    <mc:Fallback xmlns="">
      <p:transition advTm="432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0B322-2AAF-1C6B-052D-757ADF69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Note :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C28BE-80A7-167C-FB9C-C6547E54F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 order </a:t>
            </a:r>
            <a:r>
              <a:rPr lang="en-US" dirty="0"/>
              <a:t>is the steps you took to reach the goal (the nodes you visited till you reached the goal )</a:t>
            </a:r>
          </a:p>
          <a:p>
            <a:r>
              <a:rPr lang="en-US" dirty="0">
                <a:solidFill>
                  <a:schemeClr val="accent1"/>
                </a:solidFill>
              </a:rPr>
              <a:t>The path </a:t>
            </a:r>
            <a:r>
              <a:rPr lang="en-US" dirty="0"/>
              <a:t>is the shortest way to the goal </a:t>
            </a:r>
          </a:p>
        </p:txBody>
      </p:sp>
    </p:spTree>
    <p:extLst>
      <p:ext uri="{BB962C8B-B14F-4D97-AF65-F5344CB8AC3E}">
        <p14:creationId xmlns:p14="http://schemas.microsoft.com/office/powerpoint/2010/main" val="1870820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856</TotalTime>
  <Words>8243</Words>
  <Application>Microsoft Office PowerPoint</Application>
  <PresentationFormat>Widescreen</PresentationFormat>
  <Paragraphs>4166</Paragraphs>
  <Slides>115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20" baseType="lpstr">
      <vt:lpstr>Aptos</vt:lpstr>
      <vt:lpstr>Aptos Display</vt:lpstr>
      <vt:lpstr>Arial</vt:lpstr>
      <vt:lpstr>Tahoma</vt:lpstr>
      <vt:lpstr>Office Theme</vt:lpstr>
      <vt:lpstr>Sheet 2: Search Blind Search</vt:lpstr>
      <vt:lpstr>PowerPoint Presentation</vt:lpstr>
      <vt:lpstr>PowerPoint Presentation</vt:lpstr>
      <vt:lpstr>1-Breadth-first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1-Depth-first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1- limited Depth-first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2. Given the Oradea/Lugoj route finding problem and the heuristics table below, show the list n of visited nodes using the following search techniques: </vt:lpstr>
      <vt:lpstr>Note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Basnat Aboshanb</dc:creator>
  <cp:lastModifiedBy>Abdulrahman Elmadkhoum</cp:lastModifiedBy>
  <cp:revision>123</cp:revision>
  <dcterms:created xsi:type="dcterms:W3CDTF">2024-10-21T13:36:39Z</dcterms:created>
  <dcterms:modified xsi:type="dcterms:W3CDTF">2026-07-27T02:31:56Z</dcterms:modified>
</cp:coreProperties>
</file>