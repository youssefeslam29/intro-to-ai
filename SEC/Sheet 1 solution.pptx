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8"/>
  </p:notesMasterIdLst>
  <p:handoutMasterIdLst>
    <p:handoutMasterId r:id="rId19"/>
  </p:handoutMasterIdLst>
  <p:sldIdLst>
    <p:sldId id="296" r:id="rId5"/>
    <p:sldId id="263" r:id="rId6"/>
    <p:sldId id="304" r:id="rId7"/>
    <p:sldId id="305" r:id="rId8"/>
    <p:sldId id="306" r:id="rId9"/>
    <p:sldId id="307" r:id="rId10"/>
    <p:sldId id="308" r:id="rId11"/>
    <p:sldId id="309" r:id="rId12"/>
    <p:sldId id="310" r:id="rId13"/>
    <p:sldId id="311" r:id="rId14"/>
    <p:sldId id="312" r:id="rId15"/>
    <p:sldId id="313" r:id="rId16"/>
    <p:sldId id="287"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C567A"/>
    <a:srgbClr val="0D1D51"/>
    <a:srgbClr val="0072C7"/>
    <a:srgbClr val="6666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0E3FDE45-AF77-4B5C-9715-49D594BDF05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7887" autoAdjust="0"/>
  </p:normalViewPr>
  <p:slideViewPr>
    <p:cSldViewPr snapToGrid="0" showGuides="1">
      <p:cViewPr varScale="1">
        <p:scale>
          <a:sx n="75" d="100"/>
          <a:sy n="75" d="100"/>
        </p:scale>
        <p:origin x="974" y="43"/>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p:scale>
          <a:sx n="100" d="100"/>
          <a:sy n="100" d="100"/>
        </p:scale>
        <p:origin x="1560" y="-146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7243D74-B9C1-450A-B0F3-6C6DCB0CF20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32C27C33-9BB1-41D5-A236-12767E7E722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7AB3EA8-A58D-4C92-A3AB-D271CCC294C7}" type="datetimeFigureOut">
              <a:rPr lang="en-US" smtClean="0"/>
              <a:t>7/18/2026</a:t>
            </a:fld>
            <a:endParaRPr lang="en-US" dirty="0"/>
          </a:p>
        </p:txBody>
      </p:sp>
      <p:sp>
        <p:nvSpPr>
          <p:cNvPr id="4" name="Footer Placeholder 3">
            <a:extLst>
              <a:ext uri="{FF2B5EF4-FFF2-40B4-BE49-F238E27FC236}">
                <a16:creationId xmlns:a16="http://schemas.microsoft.com/office/drawing/2014/main" id="{44A7EADB-04A4-4093-B238-438E2C7317A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EDDD8696-706D-440E-AE04-4C644F0613E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22A5DE8-F2C4-4DB3-88D1-656DCD59E73E}" type="slidenum">
              <a:rPr lang="en-US" smtClean="0"/>
              <a:t>‹#›</a:t>
            </a:fld>
            <a:endParaRPr lang="en-US" dirty="0"/>
          </a:p>
        </p:txBody>
      </p:sp>
    </p:spTree>
    <p:extLst>
      <p:ext uri="{BB962C8B-B14F-4D97-AF65-F5344CB8AC3E}">
        <p14:creationId xmlns:p14="http://schemas.microsoft.com/office/powerpoint/2010/main" val="178982435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AEFB4FA-E877-413E-B608-88789D806C57}" type="datetimeFigureOut">
              <a:rPr lang="en-US" noProof="0" smtClean="0"/>
              <a:t>7/18/2026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36304E-FDE3-4B4F-A3B7-EBE87F3FA5E2}" type="slidenum">
              <a:rPr lang="en-US" noProof="0" smtClean="0"/>
              <a:t>‹#›</a:t>
            </a:fld>
            <a:endParaRPr lang="en-US" noProof="0" dirty="0"/>
          </a:p>
        </p:txBody>
      </p:sp>
    </p:spTree>
    <p:extLst>
      <p:ext uri="{BB962C8B-B14F-4D97-AF65-F5344CB8AC3E}">
        <p14:creationId xmlns:p14="http://schemas.microsoft.com/office/powerpoint/2010/main" val="40851386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336304E-FDE3-4B4F-A3B7-EBE87F3FA5E2}" type="slidenum">
              <a:rPr lang="en-US" smtClean="0"/>
              <a:t>1</a:t>
            </a:fld>
            <a:endParaRPr lang="en-US" dirty="0"/>
          </a:p>
        </p:txBody>
      </p:sp>
    </p:spTree>
    <p:extLst>
      <p:ext uri="{BB962C8B-B14F-4D97-AF65-F5344CB8AC3E}">
        <p14:creationId xmlns:p14="http://schemas.microsoft.com/office/powerpoint/2010/main" val="344219030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6.sv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3.sv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4.sv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2.sv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FD93970-B13A-F96D-A4B1-3A1EE7484106}"/>
              </a:ext>
            </a:extLst>
          </p:cNvPr>
          <p:cNvPicPr>
            <a:picLocks noChangeAspect="1"/>
          </p:cNvPicPr>
          <p:nvPr userDrawn="1"/>
        </p:nvPicPr>
        <p:blipFill>
          <a:blip r:embed="rId2"/>
          <a:srcRect/>
          <a:stretch/>
        </p:blipFill>
        <p:spPr>
          <a:xfrm>
            <a:off x="1" y="0"/>
            <a:ext cx="12202379" cy="6857999"/>
          </a:xfrm>
          <a:prstGeom prst="rect">
            <a:avLst/>
          </a:prstGeom>
        </p:spPr>
      </p:pic>
      <p:sp>
        <p:nvSpPr>
          <p:cNvPr id="2" name="Title 1">
            <a:extLst>
              <a:ext uri="{FF2B5EF4-FFF2-40B4-BE49-F238E27FC236}">
                <a16:creationId xmlns:a16="http://schemas.microsoft.com/office/drawing/2014/main" id="{2456FD49-C258-4333-9422-358C976A341C}"/>
              </a:ext>
            </a:extLst>
          </p:cNvPr>
          <p:cNvSpPr>
            <a:spLocks noGrp="1"/>
          </p:cNvSpPr>
          <p:nvPr>
            <p:ph type="ctrTitle"/>
          </p:nvPr>
        </p:nvSpPr>
        <p:spPr>
          <a:xfrm>
            <a:off x="612648" y="502920"/>
            <a:ext cx="10954512" cy="3246120"/>
          </a:xfrm>
        </p:spPr>
        <p:txBody>
          <a:bodyPr anchor="b">
            <a:noAutofit/>
          </a:bodyPr>
          <a:lstStyle>
            <a:lvl1pPr algn="ctr">
              <a:defRPr sz="6600" b="1" i="0" cap="none" baseline="0">
                <a:solidFill>
                  <a:schemeClr val="accent2">
                    <a:lumMod val="25000"/>
                  </a:schemeClr>
                </a:solidFill>
                <a:latin typeface="+mj-lt"/>
              </a:defRPr>
            </a:lvl1pPr>
          </a:lstStyle>
          <a:p>
            <a:r>
              <a:rPr lang="en-US" noProof="0"/>
              <a:t>Click to edit Master title style</a:t>
            </a:r>
            <a:endParaRPr lang="en-US" noProof="0" dirty="0"/>
          </a:p>
        </p:txBody>
      </p:sp>
      <p:sp>
        <p:nvSpPr>
          <p:cNvPr id="3" name="Subtitle 2">
            <a:extLst>
              <a:ext uri="{FF2B5EF4-FFF2-40B4-BE49-F238E27FC236}">
                <a16:creationId xmlns:a16="http://schemas.microsoft.com/office/drawing/2014/main" id="{59758E15-A93D-4FB9-843D-1490E27A151B}"/>
              </a:ext>
            </a:extLst>
          </p:cNvPr>
          <p:cNvSpPr>
            <a:spLocks noGrp="1"/>
          </p:cNvSpPr>
          <p:nvPr>
            <p:ph type="subTitle" idx="1"/>
          </p:nvPr>
        </p:nvSpPr>
        <p:spPr>
          <a:xfrm>
            <a:off x="612648" y="3758183"/>
            <a:ext cx="10954512" cy="1307592"/>
          </a:xfrm>
        </p:spPr>
        <p:txBody>
          <a:bodyPr>
            <a:noAutofit/>
          </a:bodyPr>
          <a:lstStyle>
            <a:lvl1pPr marL="0" indent="0" algn="ctr">
              <a:buNone/>
              <a:defRPr sz="3200" b="0" cap="all" baseline="0">
                <a:solidFill>
                  <a:schemeClr val="accent2">
                    <a:lumMod val="25000"/>
                  </a:schemeClr>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US" noProof="0" dirty="0"/>
          </a:p>
        </p:txBody>
      </p:sp>
    </p:spTree>
    <p:extLst>
      <p:ext uri="{BB962C8B-B14F-4D97-AF65-F5344CB8AC3E}">
        <p14:creationId xmlns:p14="http://schemas.microsoft.com/office/powerpoint/2010/main" val="33884962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01">
    <p:bg>
      <p:bgPr>
        <a:gradFill>
          <a:gsLst>
            <a:gs pos="33000">
              <a:schemeClr val="bg2"/>
            </a:gs>
            <a:gs pos="59000">
              <a:schemeClr val="tx2">
                <a:lumMod val="90000"/>
                <a:alpha val="65163"/>
              </a:schemeClr>
            </a:gs>
          </a:gsLst>
          <a:lin ang="78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1078992" y="850392"/>
            <a:ext cx="3913632" cy="4800600"/>
          </a:xfrm>
        </p:spPr>
        <p:txBody>
          <a:bodyPr/>
          <a:lstStyle>
            <a:lvl1pPr>
              <a:defRPr>
                <a:solidFill>
                  <a:schemeClr val="accent2">
                    <a:lumMod val="25000"/>
                  </a:schemeClr>
                </a:solidFill>
                <a:latin typeface="+mj-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5358384" y="1965960"/>
            <a:ext cx="4050792" cy="2953512"/>
          </a:xfrm>
        </p:spPr>
        <p:txBody>
          <a:bodyPr anchor="ctr" anchorCtr="0"/>
          <a:lstStyle>
            <a:lvl1pPr>
              <a:defRPr cap="all" baseline="0">
                <a:solidFill>
                  <a:schemeClr val="accent2">
                    <a:lumMod val="25000"/>
                  </a:schemeClr>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8/6/20XX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
        <p:nvSpPr>
          <p:cNvPr id="7" name="Rounded Rectangle 4">
            <a:extLst>
              <a:ext uri="{FF2B5EF4-FFF2-40B4-BE49-F238E27FC236}">
                <a16:creationId xmlns:a16="http://schemas.microsoft.com/office/drawing/2014/main" id="{906EB944-76A9-6F98-104E-59CD34F5CF94}"/>
              </a:ext>
            </a:extLst>
          </p:cNvPr>
          <p:cNvSpPr/>
          <p:nvPr userDrawn="1"/>
        </p:nvSpPr>
        <p:spPr>
          <a:xfrm>
            <a:off x="256674" y="256674"/>
            <a:ext cx="11678651" cy="6352673"/>
          </a:xfrm>
          <a:prstGeom prst="roundRect">
            <a:avLst>
              <a:gd name="adj" fmla="val 4303"/>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Picture 7">
            <a:extLst>
              <a:ext uri="{FF2B5EF4-FFF2-40B4-BE49-F238E27FC236}">
                <a16:creationId xmlns:a16="http://schemas.microsoft.com/office/drawing/2014/main" id="{898C8E3F-6992-0D8A-CCA1-3DD2C147AA8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14756"/>
          <a:stretch/>
        </p:blipFill>
        <p:spPr>
          <a:xfrm>
            <a:off x="8853067" y="1"/>
            <a:ext cx="1875091" cy="1605320"/>
          </a:xfrm>
          <a:prstGeom prst="rect">
            <a:avLst/>
          </a:prstGeom>
        </p:spPr>
      </p:pic>
      <p:pic>
        <p:nvPicPr>
          <p:cNvPr id="13" name="Picture 7">
            <a:extLst>
              <a:ext uri="{FF2B5EF4-FFF2-40B4-BE49-F238E27FC236}">
                <a16:creationId xmlns:a16="http://schemas.microsoft.com/office/drawing/2014/main" id="{4417AC45-4CB7-72E8-3723-B1A3D81FB6EF}"/>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713775" y="5533690"/>
            <a:ext cx="493392" cy="495528"/>
          </a:xfrm>
          <a:prstGeom prst="rect">
            <a:avLst/>
          </a:prstGeom>
        </p:spPr>
      </p:pic>
      <p:pic>
        <p:nvPicPr>
          <p:cNvPr id="15" name="Graphic 14">
            <a:extLst>
              <a:ext uri="{FF2B5EF4-FFF2-40B4-BE49-F238E27FC236}">
                <a16:creationId xmlns:a16="http://schemas.microsoft.com/office/drawing/2014/main" id="{AE5941EF-B160-313A-DA99-73C86EDC4C17}"/>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46794"/>
          <a:stretch/>
        </p:blipFill>
        <p:spPr>
          <a:xfrm>
            <a:off x="10316909" y="2723673"/>
            <a:ext cx="1875091" cy="3600981"/>
          </a:xfrm>
          <a:prstGeom prst="rect">
            <a:avLst/>
          </a:prstGeom>
        </p:spPr>
      </p:pic>
      <p:pic>
        <p:nvPicPr>
          <p:cNvPr id="17" name="Graphic 16">
            <a:extLst>
              <a:ext uri="{FF2B5EF4-FFF2-40B4-BE49-F238E27FC236}">
                <a16:creationId xmlns:a16="http://schemas.microsoft.com/office/drawing/2014/main" id="{EEC16221-5852-F1A3-24D1-8EF5E907173A}"/>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b="41791"/>
          <a:stretch/>
        </p:blipFill>
        <p:spPr>
          <a:xfrm>
            <a:off x="3497179" y="6324654"/>
            <a:ext cx="910220" cy="541368"/>
          </a:xfrm>
          <a:prstGeom prst="rect">
            <a:avLst/>
          </a:prstGeom>
        </p:spPr>
      </p:pic>
      <p:pic>
        <p:nvPicPr>
          <p:cNvPr id="19" name="Graphic 18">
            <a:extLst>
              <a:ext uri="{FF2B5EF4-FFF2-40B4-BE49-F238E27FC236}">
                <a16:creationId xmlns:a16="http://schemas.microsoft.com/office/drawing/2014/main" id="{5D8B34C3-E35E-0B4E-1F8E-59C449A3C8DD}"/>
              </a:ext>
            </a:extLst>
          </p:cNvPr>
          <p:cNvPicPr>
            <a:picLocks noChangeAspect="1"/>
          </p:cNvPicPr>
          <p:nvPr userDrawn="1"/>
        </p:nvPicPr>
        <p:blipFill rotWithShape="1">
          <a:blip>
            <a:extLst>
              <a:ext uri="{96DAC541-7B7A-43D3-8B79-37D633B846F1}">
                <asvg:svgBlip xmlns:asvg="http://schemas.microsoft.com/office/drawing/2016/SVG/main" r:embed="rId4"/>
              </a:ext>
            </a:extLst>
          </a:blip>
          <a:srcRect t="31904"/>
          <a:stretch/>
        </p:blipFill>
        <p:spPr>
          <a:xfrm>
            <a:off x="1601212" y="0"/>
            <a:ext cx="1032928" cy="718708"/>
          </a:xfrm>
          <a:prstGeom prst="rect">
            <a:avLst/>
          </a:prstGeom>
        </p:spPr>
      </p:pic>
    </p:spTree>
    <p:extLst>
      <p:ext uri="{BB962C8B-B14F-4D97-AF65-F5344CB8AC3E}">
        <p14:creationId xmlns:p14="http://schemas.microsoft.com/office/powerpoint/2010/main" val="36578555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break 01">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1FEFCE-5DDA-D353-F1BF-36752F5F079A}"/>
              </a:ext>
            </a:extLst>
          </p:cNvPr>
          <p:cNvPicPr>
            <a:picLocks noChangeAspect="1"/>
          </p:cNvPicPr>
          <p:nvPr userDrawn="1"/>
        </p:nvPicPr>
        <p:blipFill>
          <a:blip r:embed="rId2"/>
          <a:srcRect/>
          <a:stretch/>
        </p:blipFill>
        <p:spPr>
          <a:xfrm>
            <a:off x="0" y="2917"/>
            <a:ext cx="12197191" cy="6855082"/>
          </a:xfrm>
          <a:prstGeom prst="rect">
            <a:avLst/>
          </a:prstGeom>
        </p:spPr>
      </p:pic>
      <p:sp>
        <p:nvSpPr>
          <p:cNvPr id="2" name="Title 1">
            <a:extLst>
              <a:ext uri="{FF2B5EF4-FFF2-40B4-BE49-F238E27FC236}">
                <a16:creationId xmlns:a16="http://schemas.microsoft.com/office/drawing/2014/main" id="{2456FD49-C258-4333-9422-358C976A341C}"/>
              </a:ext>
            </a:extLst>
          </p:cNvPr>
          <p:cNvSpPr>
            <a:spLocks noGrp="1"/>
          </p:cNvSpPr>
          <p:nvPr>
            <p:ph type="ctrTitle"/>
          </p:nvPr>
        </p:nvSpPr>
        <p:spPr>
          <a:xfrm>
            <a:off x="877824" y="1325880"/>
            <a:ext cx="10460736" cy="2286000"/>
          </a:xfrm>
        </p:spPr>
        <p:txBody>
          <a:bodyPr anchor="b">
            <a:noAutofit/>
          </a:bodyPr>
          <a:lstStyle>
            <a:lvl1pPr algn="ctr">
              <a:defRPr sz="6600" b="1" i="0" cap="none" spc="-150" baseline="0">
                <a:solidFill>
                  <a:schemeClr val="accent2">
                    <a:lumMod val="25000"/>
                  </a:schemeClr>
                </a:solidFill>
                <a:latin typeface="+mj-lt"/>
              </a:defRPr>
            </a:lvl1pPr>
          </a:lstStyle>
          <a:p>
            <a:r>
              <a:rPr lang="en-US" noProof="0"/>
              <a:t>Click to edit Master title style</a:t>
            </a:r>
            <a:endParaRPr lang="en-US" noProof="0" dirty="0"/>
          </a:p>
        </p:txBody>
      </p:sp>
      <p:sp>
        <p:nvSpPr>
          <p:cNvPr id="3" name="Subtitle 2">
            <a:extLst>
              <a:ext uri="{FF2B5EF4-FFF2-40B4-BE49-F238E27FC236}">
                <a16:creationId xmlns:a16="http://schemas.microsoft.com/office/drawing/2014/main" id="{59758E15-A93D-4FB9-843D-1490E27A151B}"/>
              </a:ext>
            </a:extLst>
          </p:cNvPr>
          <p:cNvSpPr>
            <a:spLocks noGrp="1"/>
          </p:cNvSpPr>
          <p:nvPr>
            <p:ph type="subTitle" idx="1"/>
          </p:nvPr>
        </p:nvSpPr>
        <p:spPr>
          <a:xfrm>
            <a:off x="877824" y="3749040"/>
            <a:ext cx="10460736" cy="2286000"/>
          </a:xfrm>
        </p:spPr>
        <p:txBody>
          <a:bodyPr>
            <a:noAutofit/>
          </a:bodyPr>
          <a:lstStyle>
            <a:lvl1pPr marL="0" indent="0" algn="ctr">
              <a:buNone/>
              <a:defRPr sz="3200" b="0" cap="all" baseline="0">
                <a:solidFill>
                  <a:schemeClr val="accent2">
                    <a:lumMod val="25000"/>
                  </a:schemeClr>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US" noProof="0" dirty="0"/>
          </a:p>
        </p:txBody>
      </p:sp>
    </p:spTree>
    <p:extLst>
      <p:ext uri="{BB962C8B-B14F-4D97-AF65-F5344CB8AC3E}">
        <p14:creationId xmlns:p14="http://schemas.microsoft.com/office/powerpoint/2010/main" val="15027234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02">
    <p:bg>
      <p:bgPr>
        <a:gradFill>
          <a:gsLst>
            <a:gs pos="33000">
              <a:schemeClr val="bg2"/>
            </a:gs>
            <a:gs pos="59000">
              <a:schemeClr val="tx2">
                <a:lumMod val="90000"/>
                <a:alpha val="65163"/>
              </a:schemeClr>
            </a:gs>
          </a:gsLst>
          <a:lin ang="19200000" scaled="0"/>
        </a:gradFill>
        <a:effectLst/>
      </p:bgPr>
    </p:bg>
    <p:spTree>
      <p:nvGrpSpPr>
        <p:cNvPr id="1" name=""/>
        <p:cNvGrpSpPr/>
        <p:nvPr/>
      </p:nvGrpSpPr>
      <p:grpSpPr>
        <a:xfrm>
          <a:off x="0" y="0"/>
          <a:ext cx="0" cy="0"/>
          <a:chOff x="0" y="0"/>
          <a:chExt cx="0" cy="0"/>
        </a:xfrm>
      </p:grpSpPr>
      <p:sp>
        <p:nvSpPr>
          <p:cNvPr id="7" name="Rounded Rectangle 3">
            <a:extLst>
              <a:ext uri="{FF2B5EF4-FFF2-40B4-BE49-F238E27FC236}">
                <a16:creationId xmlns:a16="http://schemas.microsoft.com/office/drawing/2014/main" id="{B6718ABD-4EA5-E3C5-0225-F6671DCA53AD}"/>
              </a:ext>
            </a:extLst>
          </p:cNvPr>
          <p:cNvSpPr/>
          <p:nvPr userDrawn="1"/>
        </p:nvSpPr>
        <p:spPr>
          <a:xfrm>
            <a:off x="256674" y="256674"/>
            <a:ext cx="11678651" cy="6352673"/>
          </a:xfrm>
          <a:prstGeom prst="roundRect">
            <a:avLst>
              <a:gd name="adj" fmla="val 4303"/>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Graphic 7">
            <a:extLst>
              <a:ext uri="{FF2B5EF4-FFF2-40B4-BE49-F238E27FC236}">
                <a16:creationId xmlns:a16="http://schemas.microsoft.com/office/drawing/2014/main" id="{D721A955-CA2D-A65D-6E60-DAAAA4ACFA38}"/>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31050"/>
          <a:stretch/>
        </p:blipFill>
        <p:spPr>
          <a:xfrm>
            <a:off x="0" y="2887579"/>
            <a:ext cx="2432421" cy="3604662"/>
          </a:xfrm>
          <a:prstGeom prst="rect">
            <a:avLst/>
          </a:prstGeom>
        </p:spPr>
      </p:pic>
      <p:pic>
        <p:nvPicPr>
          <p:cNvPr id="9" name="Graphic 8">
            <a:extLst>
              <a:ext uri="{FF2B5EF4-FFF2-40B4-BE49-F238E27FC236}">
                <a16:creationId xmlns:a16="http://schemas.microsoft.com/office/drawing/2014/main" id="{AB70155A-604C-AD00-BE69-4505C75CE01B}"/>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t="15874" b="-1"/>
          <a:stretch/>
        </p:blipFill>
        <p:spPr>
          <a:xfrm rot="5400000">
            <a:off x="11281284" y="2493882"/>
            <a:ext cx="1032928" cy="887899"/>
          </a:xfrm>
          <a:prstGeom prst="rect">
            <a:avLst/>
          </a:prstGeom>
        </p:spPr>
      </p:pic>
      <p:pic>
        <p:nvPicPr>
          <p:cNvPr id="10" name="Graphic 9">
            <a:extLst>
              <a:ext uri="{FF2B5EF4-FFF2-40B4-BE49-F238E27FC236}">
                <a16:creationId xmlns:a16="http://schemas.microsoft.com/office/drawing/2014/main" id="{F74D1084-EF5E-D016-13E0-1840BDFFD0AE}"/>
              </a:ext>
            </a:extLst>
          </p:cNvPr>
          <p:cNvPicPr>
            <a:picLocks noChangeAspect="1"/>
          </p:cNvPicPr>
          <p:nvPr userDrawn="1"/>
        </p:nvPicPr>
        <p:blipFill rotWithShape="1">
          <a:blip>
            <a:extLst>
              <a:ext uri="{96DAC541-7B7A-43D3-8B79-37D633B846F1}">
                <asvg:svgBlip xmlns:asvg="http://schemas.microsoft.com/office/drawing/2016/SVG/main" r:embed="rId4"/>
              </a:ext>
            </a:extLst>
          </a:blip>
          <a:srcRect b="-880"/>
          <a:stretch/>
        </p:blipFill>
        <p:spPr>
          <a:xfrm>
            <a:off x="9897978" y="5987153"/>
            <a:ext cx="490012" cy="505088"/>
          </a:xfrm>
          <a:prstGeom prst="rect">
            <a:avLst/>
          </a:prstGeom>
        </p:spPr>
      </p:pic>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1078992" y="365760"/>
            <a:ext cx="10277856" cy="1655064"/>
          </a:xfrm>
        </p:spPr>
        <p:txBody>
          <a:bodyPr anchor="b"/>
          <a:lstStyle>
            <a:lvl1pPr>
              <a:defRPr>
                <a:latin typeface="+mj-lt"/>
              </a:defRPr>
            </a:lvl1pPr>
          </a:lstStyle>
          <a:p>
            <a:r>
              <a:rPr lang="en-US"/>
              <a:t>Click to edit Master title style</a:t>
            </a:r>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3575304" y="2313432"/>
            <a:ext cx="6327648" cy="3218688"/>
          </a:xfrm>
        </p:spPr>
        <p:txBody>
          <a:bodyPr anchor="ctr"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8/6/20XX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889032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break 0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E1B9A11-4222-BB4A-66D3-D37C79AC57C1}"/>
              </a:ext>
            </a:extLst>
          </p:cNvPr>
          <p:cNvPicPr>
            <a:picLocks noChangeAspect="1"/>
          </p:cNvPicPr>
          <p:nvPr userDrawn="1"/>
        </p:nvPicPr>
        <p:blipFill rotWithShape="1">
          <a:blip r:embed="rId2"/>
          <a:srcRect l="-1" r="21" b="21"/>
          <a:stretch/>
        </p:blipFill>
        <p:spPr>
          <a:xfrm>
            <a:off x="-2595" y="1459"/>
            <a:ext cx="12197191" cy="6855082"/>
          </a:xfrm>
          <a:prstGeom prst="rect">
            <a:avLst/>
          </a:prstGeom>
        </p:spPr>
      </p:pic>
      <p:sp>
        <p:nvSpPr>
          <p:cNvPr id="2" name="Title 1">
            <a:extLst>
              <a:ext uri="{FF2B5EF4-FFF2-40B4-BE49-F238E27FC236}">
                <a16:creationId xmlns:a16="http://schemas.microsoft.com/office/drawing/2014/main" id="{2456FD49-C258-4333-9422-358C976A341C}"/>
              </a:ext>
            </a:extLst>
          </p:cNvPr>
          <p:cNvSpPr>
            <a:spLocks noGrp="1"/>
          </p:cNvSpPr>
          <p:nvPr>
            <p:ph type="ctrTitle"/>
          </p:nvPr>
        </p:nvSpPr>
        <p:spPr>
          <a:xfrm>
            <a:off x="4654296" y="27432"/>
            <a:ext cx="7004304" cy="3566160"/>
          </a:xfrm>
        </p:spPr>
        <p:txBody>
          <a:bodyPr anchor="b">
            <a:noAutofit/>
          </a:bodyPr>
          <a:lstStyle>
            <a:lvl1pPr algn="ctr">
              <a:defRPr sz="6000" b="1" i="0" cap="none" spc="-150" baseline="0">
                <a:solidFill>
                  <a:schemeClr val="accent2">
                    <a:lumMod val="25000"/>
                  </a:schemeClr>
                </a:solidFill>
                <a:latin typeface="+mj-lt"/>
              </a:defRPr>
            </a:lvl1pPr>
          </a:lstStyle>
          <a:p>
            <a:r>
              <a:rPr lang="en-US" noProof="0"/>
              <a:t>Click to edit Master title style</a:t>
            </a:r>
            <a:endParaRPr lang="en-US" noProof="0" dirty="0"/>
          </a:p>
        </p:txBody>
      </p:sp>
      <p:sp>
        <p:nvSpPr>
          <p:cNvPr id="3" name="Subtitle 2">
            <a:extLst>
              <a:ext uri="{FF2B5EF4-FFF2-40B4-BE49-F238E27FC236}">
                <a16:creationId xmlns:a16="http://schemas.microsoft.com/office/drawing/2014/main" id="{59758E15-A93D-4FB9-843D-1490E27A151B}"/>
              </a:ext>
            </a:extLst>
          </p:cNvPr>
          <p:cNvSpPr>
            <a:spLocks noGrp="1"/>
          </p:cNvSpPr>
          <p:nvPr>
            <p:ph type="subTitle" idx="1"/>
          </p:nvPr>
        </p:nvSpPr>
        <p:spPr>
          <a:xfrm>
            <a:off x="4654295" y="3767328"/>
            <a:ext cx="7004303" cy="1161288"/>
          </a:xfrm>
        </p:spPr>
        <p:txBody>
          <a:bodyPr>
            <a:noAutofit/>
          </a:bodyPr>
          <a:lstStyle>
            <a:lvl1pPr marL="0" indent="0" algn="ctr">
              <a:buNone/>
              <a:defRPr sz="3200" b="0" cap="all" baseline="0">
                <a:solidFill>
                  <a:schemeClr val="accent2">
                    <a:lumMod val="25000"/>
                  </a:schemeClr>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US" noProof="0" dirty="0"/>
          </a:p>
        </p:txBody>
      </p:sp>
    </p:spTree>
    <p:extLst>
      <p:ext uri="{BB962C8B-B14F-4D97-AF65-F5344CB8AC3E}">
        <p14:creationId xmlns:p14="http://schemas.microsoft.com/office/powerpoint/2010/main" val="33296238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01">
    <p:bg>
      <p:bgPr>
        <a:gradFill>
          <a:gsLst>
            <a:gs pos="33000">
              <a:schemeClr val="bg2"/>
            </a:gs>
            <a:gs pos="59000">
              <a:schemeClr val="tx2">
                <a:lumMod val="90000"/>
                <a:alpha val="65163"/>
              </a:schemeClr>
            </a:gs>
          </a:gsLst>
          <a:lin ang="21594000" scaled="0"/>
        </a:gra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772C86F9-080E-93F7-C7B1-F5BEAD84E36E}"/>
              </a:ext>
            </a:extLst>
          </p:cNvPr>
          <p:cNvSpPr>
            <a:spLocks noGrp="1"/>
          </p:cNvSpPr>
          <p:nvPr>
            <p:ph type="title"/>
          </p:nvPr>
        </p:nvSpPr>
        <p:spPr>
          <a:xfrm>
            <a:off x="1078992" y="365760"/>
            <a:ext cx="10506456" cy="1655064"/>
          </a:xfrm>
        </p:spPr>
        <p:txBody>
          <a:bodyPr anchor="b"/>
          <a:lstStyle>
            <a:lvl1pPr>
              <a:defRPr>
                <a:latin typeface="+mj-lt"/>
              </a:defRPr>
            </a:lvl1pPr>
          </a:lstStyle>
          <a:p>
            <a:r>
              <a:rPr lang="en-US"/>
              <a:t>Click to edit Master title style</a:t>
            </a:r>
          </a:p>
        </p:txBody>
      </p:sp>
      <p:sp>
        <p:nvSpPr>
          <p:cNvPr id="3" name="Content Placeholder 2">
            <a:extLst>
              <a:ext uri="{FF2B5EF4-FFF2-40B4-BE49-F238E27FC236}">
                <a16:creationId xmlns:a16="http://schemas.microsoft.com/office/drawing/2014/main" id="{0C813049-5F46-053E-6279-8183259649A6}"/>
              </a:ext>
            </a:extLst>
          </p:cNvPr>
          <p:cNvSpPr>
            <a:spLocks noGrp="1"/>
          </p:cNvSpPr>
          <p:nvPr>
            <p:ph sz="half" idx="1"/>
          </p:nvPr>
        </p:nvSpPr>
        <p:spPr>
          <a:xfrm>
            <a:off x="1097280" y="2432304"/>
            <a:ext cx="3108960" cy="34123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2DFB03A-367B-9ADA-8071-E22871EC115F}"/>
              </a:ext>
            </a:extLst>
          </p:cNvPr>
          <p:cNvSpPr>
            <a:spLocks noGrp="1"/>
          </p:cNvSpPr>
          <p:nvPr>
            <p:ph sz="half" idx="2"/>
          </p:nvPr>
        </p:nvSpPr>
        <p:spPr>
          <a:xfrm>
            <a:off x="4736592" y="1920240"/>
            <a:ext cx="6620256" cy="39136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r>
              <a:rPr lang="en-US" dirty="0"/>
              <a:t>8/6/20XX</a:t>
            </a:r>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sp>
        <p:nvSpPr>
          <p:cNvPr id="12" name="Rounded Rectangle 11">
            <a:extLst>
              <a:ext uri="{FF2B5EF4-FFF2-40B4-BE49-F238E27FC236}">
                <a16:creationId xmlns:a16="http://schemas.microsoft.com/office/drawing/2014/main" id="{7FF98F94-8801-13BE-8EB4-01921AC196C8}"/>
              </a:ext>
            </a:extLst>
          </p:cNvPr>
          <p:cNvSpPr/>
          <p:nvPr userDrawn="1"/>
        </p:nvSpPr>
        <p:spPr>
          <a:xfrm>
            <a:off x="256674" y="256674"/>
            <a:ext cx="11678651" cy="6352673"/>
          </a:xfrm>
          <a:prstGeom prst="roundRect">
            <a:avLst>
              <a:gd name="adj" fmla="val 4303"/>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Graphic 7">
            <a:extLst>
              <a:ext uri="{FF2B5EF4-FFF2-40B4-BE49-F238E27FC236}">
                <a16:creationId xmlns:a16="http://schemas.microsoft.com/office/drawing/2014/main" id="{B7BF5718-9534-FD92-79D7-ECC66603E704}"/>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r="62387"/>
          <a:stretch/>
        </p:blipFill>
        <p:spPr>
          <a:xfrm rot="5400000">
            <a:off x="1778676" y="5204330"/>
            <a:ext cx="907513" cy="2465321"/>
          </a:xfrm>
          <a:prstGeom prst="rect">
            <a:avLst/>
          </a:prstGeom>
        </p:spPr>
      </p:pic>
      <p:pic>
        <p:nvPicPr>
          <p:cNvPr id="9" name="Graphic 8">
            <a:extLst>
              <a:ext uri="{FF2B5EF4-FFF2-40B4-BE49-F238E27FC236}">
                <a16:creationId xmlns:a16="http://schemas.microsoft.com/office/drawing/2014/main" id="{4FF40650-9AD0-96F8-F702-185D1729AF8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93558" y="5429608"/>
            <a:ext cx="406214" cy="415066"/>
          </a:xfrm>
          <a:prstGeom prst="rect">
            <a:avLst/>
          </a:prstGeom>
        </p:spPr>
      </p:pic>
      <p:pic>
        <p:nvPicPr>
          <p:cNvPr id="10" name="Graphic 9">
            <a:extLst>
              <a:ext uri="{FF2B5EF4-FFF2-40B4-BE49-F238E27FC236}">
                <a16:creationId xmlns:a16="http://schemas.microsoft.com/office/drawing/2014/main" id="{83AC8518-2F0B-6FC0-0C0E-6CE9D00EAC71}"/>
              </a:ext>
            </a:extLst>
          </p:cNvPr>
          <p:cNvPicPr>
            <a:picLocks noChangeAspect="1"/>
          </p:cNvPicPr>
          <p:nvPr userDrawn="1"/>
        </p:nvPicPr>
        <p:blipFill rotWithShape="1">
          <a:blip>
            <a:extLst>
              <a:ext uri="{96DAC541-7B7A-43D3-8B79-37D633B846F1}">
                <asvg:svgBlip xmlns:asvg="http://schemas.microsoft.com/office/drawing/2016/SVG/main" r:embed="rId4"/>
              </a:ext>
            </a:extLst>
          </a:blip>
          <a:srcRect t="-4860" b="-1"/>
          <a:stretch/>
        </p:blipFill>
        <p:spPr>
          <a:xfrm>
            <a:off x="10214191" y="365126"/>
            <a:ext cx="1032928" cy="1106730"/>
          </a:xfrm>
          <a:prstGeom prst="rect">
            <a:avLst/>
          </a:prstGeom>
        </p:spPr>
      </p:pic>
    </p:spTree>
    <p:extLst>
      <p:ext uri="{BB962C8B-B14F-4D97-AF65-F5344CB8AC3E}">
        <p14:creationId xmlns:p14="http://schemas.microsoft.com/office/powerpoint/2010/main" val="31963603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03">
    <p:bg>
      <p:bgPr>
        <a:gradFill>
          <a:gsLst>
            <a:gs pos="33000">
              <a:schemeClr val="bg2"/>
            </a:gs>
            <a:gs pos="59000">
              <a:schemeClr val="tx2">
                <a:lumMod val="90000"/>
                <a:alpha val="65163"/>
              </a:schemeClr>
            </a:gs>
          </a:gsLst>
          <a:lin ang="19200000" scaled="0"/>
        </a:gra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E7B4AF60-AC65-3E7A-4A5D-EBF1A7030D9B}"/>
              </a:ext>
            </a:extLst>
          </p:cNvPr>
          <p:cNvPicPr>
            <a:picLocks noChangeAspect="1"/>
          </p:cNvPicPr>
          <p:nvPr userDrawn="1"/>
        </p:nvPicPr>
        <p:blipFill rotWithShape="1">
          <a:blip r:embed="rId2"/>
          <a:srcRect l="3063" b="3063"/>
          <a:stretch/>
        </p:blipFill>
        <p:spPr>
          <a:xfrm>
            <a:off x="1" y="2917"/>
            <a:ext cx="12197189" cy="6855082"/>
          </a:xfrm>
          <a:prstGeom prst="rect">
            <a:avLst/>
          </a:prstGeom>
        </p:spPr>
      </p:pic>
      <p:sp>
        <p:nvSpPr>
          <p:cNvPr id="12" name="Rounded Rectangle 4">
            <a:extLst>
              <a:ext uri="{FF2B5EF4-FFF2-40B4-BE49-F238E27FC236}">
                <a16:creationId xmlns:a16="http://schemas.microsoft.com/office/drawing/2014/main" id="{95671103-2960-81E2-9A76-0E7FDE6B3E55}"/>
              </a:ext>
            </a:extLst>
          </p:cNvPr>
          <p:cNvSpPr/>
          <p:nvPr userDrawn="1"/>
        </p:nvSpPr>
        <p:spPr>
          <a:xfrm>
            <a:off x="256674" y="256674"/>
            <a:ext cx="11678651" cy="6352673"/>
          </a:xfrm>
          <a:prstGeom prst="roundRect">
            <a:avLst>
              <a:gd name="adj" fmla="val 4303"/>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1078992" y="365760"/>
            <a:ext cx="10277856" cy="1655064"/>
          </a:xfrm>
        </p:spPr>
        <p:txBody>
          <a:bodyPr anchor="b"/>
          <a:lstStyle>
            <a:lvl1pPr>
              <a:defRPr>
                <a:latin typeface="+mj-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3575304" y="2276856"/>
            <a:ext cx="6327648" cy="3090672"/>
          </a:xfrm>
        </p:spPr>
        <p:txBody>
          <a:bodyPr anchor="ctr"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8/6/20XX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7012648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wo content 02">
    <p:bg>
      <p:bgPr>
        <a:gradFill>
          <a:gsLst>
            <a:gs pos="33000">
              <a:schemeClr val="bg2"/>
            </a:gs>
            <a:gs pos="59000">
              <a:schemeClr val="tx2">
                <a:lumMod val="90000"/>
                <a:alpha val="65163"/>
              </a:schemeClr>
            </a:gs>
          </a:gsLst>
          <a:lin ang="16800000" scaled="0"/>
        </a:gradFill>
        <a:effectLst/>
      </p:bgPr>
    </p:bg>
    <p:spTree>
      <p:nvGrpSpPr>
        <p:cNvPr id="1" name=""/>
        <p:cNvGrpSpPr/>
        <p:nvPr/>
      </p:nvGrpSpPr>
      <p:grpSpPr>
        <a:xfrm>
          <a:off x="0" y="0"/>
          <a:ext cx="0" cy="0"/>
          <a:chOff x="0" y="0"/>
          <a:chExt cx="0" cy="0"/>
        </a:xfrm>
      </p:grpSpPr>
      <p:sp>
        <p:nvSpPr>
          <p:cNvPr id="7" name="Rounded Rectangle 4">
            <a:extLst>
              <a:ext uri="{FF2B5EF4-FFF2-40B4-BE49-F238E27FC236}">
                <a16:creationId xmlns:a16="http://schemas.microsoft.com/office/drawing/2014/main" id="{86060D16-E6F6-EA0E-E58E-526234AB6564}"/>
              </a:ext>
            </a:extLst>
          </p:cNvPr>
          <p:cNvSpPr/>
          <p:nvPr userDrawn="1"/>
        </p:nvSpPr>
        <p:spPr>
          <a:xfrm>
            <a:off x="256674" y="256674"/>
            <a:ext cx="11678651" cy="6352673"/>
          </a:xfrm>
          <a:prstGeom prst="roundRect">
            <a:avLst>
              <a:gd name="adj" fmla="val 4303"/>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Graphic 7">
            <a:extLst>
              <a:ext uri="{FF2B5EF4-FFF2-40B4-BE49-F238E27FC236}">
                <a16:creationId xmlns:a16="http://schemas.microsoft.com/office/drawing/2014/main" id="{0E0958AA-6F1A-C4A2-FB66-1A6F7F8834B5}"/>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6095" b="-1"/>
          <a:stretch/>
        </p:blipFill>
        <p:spPr>
          <a:xfrm>
            <a:off x="569419" y="4426479"/>
            <a:ext cx="1472805" cy="1596616"/>
          </a:xfrm>
          <a:prstGeom prst="rect">
            <a:avLst/>
          </a:prstGeom>
        </p:spPr>
      </p:pic>
      <p:pic>
        <p:nvPicPr>
          <p:cNvPr id="9" name="Graphic 8">
            <a:extLst>
              <a:ext uri="{FF2B5EF4-FFF2-40B4-BE49-F238E27FC236}">
                <a16:creationId xmlns:a16="http://schemas.microsoft.com/office/drawing/2014/main" id="{3DEADFA2-398E-9388-8295-063D31FB38EB}"/>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6095" b="-1"/>
          <a:stretch/>
        </p:blipFill>
        <p:spPr>
          <a:xfrm rot="3765410" flipV="1">
            <a:off x="1448505" y="4094575"/>
            <a:ext cx="862484" cy="934988"/>
          </a:xfrm>
          <a:prstGeom prst="rect">
            <a:avLst/>
          </a:prstGeom>
        </p:spPr>
      </p:pic>
      <p:pic>
        <p:nvPicPr>
          <p:cNvPr id="10" name="Picture 7">
            <a:extLst>
              <a:ext uri="{FF2B5EF4-FFF2-40B4-BE49-F238E27FC236}">
                <a16:creationId xmlns:a16="http://schemas.microsoft.com/office/drawing/2014/main" id="{D09A7588-8EFD-A0C5-4235-45B7D657ECF4}"/>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b="35453"/>
          <a:stretch/>
        </p:blipFill>
        <p:spPr>
          <a:xfrm>
            <a:off x="9469547" y="5719093"/>
            <a:ext cx="1756858" cy="1138907"/>
          </a:xfrm>
          <a:prstGeom prst="rect">
            <a:avLst/>
          </a:prstGeom>
        </p:spPr>
      </p:pic>
      <p:pic>
        <p:nvPicPr>
          <p:cNvPr id="13" name="Graphic 12">
            <a:extLst>
              <a:ext uri="{FF2B5EF4-FFF2-40B4-BE49-F238E27FC236}">
                <a16:creationId xmlns:a16="http://schemas.microsoft.com/office/drawing/2014/main" id="{EF04D7D6-513C-D18A-AF21-D10F0E5D3B82}"/>
              </a:ext>
            </a:extLst>
          </p:cNvPr>
          <p:cNvPicPr>
            <a:picLocks noChangeAspect="1"/>
          </p:cNvPicPr>
          <p:nvPr userDrawn="1"/>
        </p:nvPicPr>
        <p:blipFill rotWithShape="1">
          <a:blip>
            <a:extLst>
              <a:ext uri="{96DAC541-7B7A-43D3-8B79-37D633B846F1}">
                <asvg:svgBlip xmlns:asvg="http://schemas.microsoft.com/office/drawing/2016/SVG/main" r:embed="rId4"/>
              </a:ext>
            </a:extLst>
          </a:blip>
          <a:srcRect l="-1" r="-750"/>
          <a:stretch/>
        </p:blipFill>
        <p:spPr>
          <a:xfrm>
            <a:off x="8844546" y="50582"/>
            <a:ext cx="1307037" cy="1325563"/>
          </a:xfrm>
          <a:prstGeom prst="rect">
            <a:avLst/>
          </a:prstGeom>
        </p:spPr>
      </p:pic>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1078992" y="365760"/>
            <a:ext cx="10277856" cy="1655064"/>
          </a:xfrm>
        </p:spPr>
        <p:txBody>
          <a:bodyPr anchor="b"/>
          <a:lstStyle>
            <a:lvl1pPr>
              <a:defRPr>
                <a:latin typeface="+mj-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3575304" y="2441448"/>
            <a:ext cx="3602736" cy="3575304"/>
          </a:xfrm>
        </p:spPr>
        <p:txBody>
          <a:bodyPr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2">
            <a:extLst>
              <a:ext uri="{FF2B5EF4-FFF2-40B4-BE49-F238E27FC236}">
                <a16:creationId xmlns:a16="http://schemas.microsoft.com/office/drawing/2014/main" id="{D1DCC4A1-0DB3-3480-3A1A-78FC85FE7ECE}"/>
              </a:ext>
            </a:extLst>
          </p:cNvPr>
          <p:cNvSpPr>
            <a:spLocks noGrp="1"/>
          </p:cNvSpPr>
          <p:nvPr>
            <p:ph idx="13"/>
          </p:nvPr>
        </p:nvSpPr>
        <p:spPr>
          <a:xfrm>
            <a:off x="7671816" y="2441448"/>
            <a:ext cx="3602736" cy="3575304"/>
          </a:xfrm>
        </p:spPr>
        <p:txBody>
          <a:bodyPr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8/6/20XX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14997282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03">
    <p:bg>
      <p:bgPr>
        <a:solidFill>
          <a:schemeClr val="tx2"/>
        </a:solidFill>
        <a:effectLst/>
      </p:bgPr>
    </p:bg>
    <p:spTree>
      <p:nvGrpSpPr>
        <p:cNvPr id="1" name=""/>
        <p:cNvGrpSpPr/>
        <p:nvPr/>
      </p:nvGrpSpPr>
      <p:grpSpPr>
        <a:xfrm>
          <a:off x="0" y="0"/>
          <a:ext cx="0" cy="0"/>
          <a:chOff x="0" y="0"/>
          <a:chExt cx="0" cy="0"/>
        </a:xfrm>
      </p:grpSpPr>
      <p:sp>
        <p:nvSpPr>
          <p:cNvPr id="4" name="Rounded Rectangle 6">
            <a:extLst>
              <a:ext uri="{FF2B5EF4-FFF2-40B4-BE49-F238E27FC236}">
                <a16:creationId xmlns:a16="http://schemas.microsoft.com/office/drawing/2014/main" id="{1B32A35F-9C9A-7C7D-DE93-B55FFF07D66E}"/>
              </a:ext>
            </a:extLst>
          </p:cNvPr>
          <p:cNvSpPr/>
          <p:nvPr userDrawn="1"/>
        </p:nvSpPr>
        <p:spPr>
          <a:xfrm>
            <a:off x="256674" y="256674"/>
            <a:ext cx="11678651" cy="6352673"/>
          </a:xfrm>
          <a:prstGeom prst="roundRect">
            <a:avLst>
              <a:gd name="adj" fmla="val 4303"/>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itle 1">
            <a:extLst>
              <a:ext uri="{FF2B5EF4-FFF2-40B4-BE49-F238E27FC236}">
                <a16:creationId xmlns:a16="http://schemas.microsoft.com/office/drawing/2014/main" id="{198299DF-E702-8750-30F5-798D7C96AA46}"/>
              </a:ext>
            </a:extLst>
          </p:cNvPr>
          <p:cNvSpPr>
            <a:spLocks noGrp="1"/>
          </p:cNvSpPr>
          <p:nvPr>
            <p:ph type="title"/>
          </p:nvPr>
        </p:nvSpPr>
        <p:spPr>
          <a:xfrm>
            <a:off x="1078992" y="365760"/>
            <a:ext cx="10277856" cy="1655064"/>
          </a:xfrm>
        </p:spPr>
        <p:txBody>
          <a:bodyPr anchor="b"/>
          <a:lstStyle>
            <a:lvl1pPr>
              <a:defRPr>
                <a:latin typeface="+mj-lt"/>
              </a:defRPr>
            </a:lvl1pPr>
          </a:lstStyle>
          <a:p>
            <a:r>
              <a:rPr lang="en-US"/>
              <a:t>Click to edit Master title style</a:t>
            </a:r>
            <a:endParaRPr lang="en-US" dirty="0"/>
          </a:p>
        </p:txBody>
      </p:sp>
      <p:sp>
        <p:nvSpPr>
          <p:cNvPr id="10" name="Content Placeholder 2">
            <a:extLst>
              <a:ext uri="{FF2B5EF4-FFF2-40B4-BE49-F238E27FC236}">
                <a16:creationId xmlns:a16="http://schemas.microsoft.com/office/drawing/2014/main" id="{30CE72F6-1D9D-E61E-F1EE-2861FDF7654A}"/>
              </a:ext>
            </a:extLst>
          </p:cNvPr>
          <p:cNvSpPr>
            <a:spLocks noGrp="1"/>
          </p:cNvSpPr>
          <p:nvPr>
            <p:ph idx="1"/>
          </p:nvPr>
        </p:nvSpPr>
        <p:spPr>
          <a:xfrm>
            <a:off x="1170432" y="2459736"/>
            <a:ext cx="2843784" cy="3090672"/>
          </a:xfrm>
        </p:spPr>
        <p:txBody>
          <a:bodyPr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2">
            <a:extLst>
              <a:ext uri="{FF2B5EF4-FFF2-40B4-BE49-F238E27FC236}">
                <a16:creationId xmlns:a16="http://schemas.microsoft.com/office/drawing/2014/main" id="{6EFAE94C-C299-8167-1BD9-4FC98C04C63C}"/>
              </a:ext>
            </a:extLst>
          </p:cNvPr>
          <p:cNvSpPr>
            <a:spLocks noGrp="1"/>
          </p:cNvSpPr>
          <p:nvPr>
            <p:ph idx="13"/>
          </p:nvPr>
        </p:nvSpPr>
        <p:spPr>
          <a:xfrm>
            <a:off x="4233672" y="2523744"/>
            <a:ext cx="6693408" cy="3273552"/>
          </a:xfrm>
        </p:spPr>
        <p:txBody>
          <a:bodyPr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r>
              <a:rPr lang="en-US" dirty="0"/>
              <a:t>8/6/20XX</a:t>
            </a:r>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38549479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04">
    <p:bg>
      <p:bgPr>
        <a:solidFill>
          <a:schemeClr val="tx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198299DF-E702-8750-30F5-798D7C96AA46}"/>
              </a:ext>
            </a:extLst>
          </p:cNvPr>
          <p:cNvSpPr>
            <a:spLocks noGrp="1"/>
          </p:cNvSpPr>
          <p:nvPr>
            <p:ph type="title"/>
          </p:nvPr>
        </p:nvSpPr>
        <p:spPr>
          <a:xfrm>
            <a:off x="1078992" y="365760"/>
            <a:ext cx="10277856" cy="1655064"/>
          </a:xfrm>
        </p:spPr>
        <p:txBody>
          <a:bodyPr anchor="b"/>
          <a:lstStyle>
            <a:lvl1pPr>
              <a:defRPr>
                <a:latin typeface="+mj-lt"/>
              </a:defRPr>
            </a:lvl1pPr>
          </a:lstStyle>
          <a:p>
            <a:r>
              <a:rPr lang="en-US"/>
              <a:t>Click to edit Master title style</a:t>
            </a:r>
            <a:endParaRPr lang="en-US" dirty="0"/>
          </a:p>
        </p:txBody>
      </p:sp>
      <p:sp>
        <p:nvSpPr>
          <p:cNvPr id="11" name="Content Placeholder 2">
            <a:extLst>
              <a:ext uri="{FF2B5EF4-FFF2-40B4-BE49-F238E27FC236}">
                <a16:creationId xmlns:a16="http://schemas.microsoft.com/office/drawing/2014/main" id="{6EFAE94C-C299-8167-1BD9-4FC98C04C63C}"/>
              </a:ext>
            </a:extLst>
          </p:cNvPr>
          <p:cNvSpPr>
            <a:spLocks noGrp="1"/>
          </p:cNvSpPr>
          <p:nvPr>
            <p:ph idx="13"/>
          </p:nvPr>
        </p:nvSpPr>
        <p:spPr>
          <a:xfrm>
            <a:off x="1207008" y="2523744"/>
            <a:ext cx="9720072" cy="3255264"/>
          </a:xfrm>
        </p:spPr>
        <p:txBody>
          <a:bodyPr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r>
              <a:rPr lang="en-US" dirty="0"/>
              <a:t>8/6/20XX</a:t>
            </a:r>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sp>
        <p:nvSpPr>
          <p:cNvPr id="4" name="Rounded Rectangle 6">
            <a:extLst>
              <a:ext uri="{FF2B5EF4-FFF2-40B4-BE49-F238E27FC236}">
                <a16:creationId xmlns:a16="http://schemas.microsoft.com/office/drawing/2014/main" id="{1B32A35F-9C9A-7C7D-DE93-B55FFF07D66E}"/>
              </a:ext>
            </a:extLst>
          </p:cNvPr>
          <p:cNvSpPr/>
          <p:nvPr userDrawn="1"/>
        </p:nvSpPr>
        <p:spPr>
          <a:xfrm>
            <a:off x="256674" y="256674"/>
            <a:ext cx="11678651" cy="6352673"/>
          </a:xfrm>
          <a:prstGeom prst="roundRect">
            <a:avLst>
              <a:gd name="adj" fmla="val 4303"/>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5184807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tion break 03">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7A51A8B-A15C-2A94-1E48-F9615101DF48}"/>
              </a:ext>
            </a:extLst>
          </p:cNvPr>
          <p:cNvPicPr>
            <a:picLocks noChangeAspect="1"/>
          </p:cNvPicPr>
          <p:nvPr userDrawn="1"/>
        </p:nvPicPr>
        <p:blipFill rotWithShape="1">
          <a:blip r:embed="rId2"/>
          <a:srcRect l="8991" t="11245" r="3785" b="1531"/>
          <a:stretch/>
        </p:blipFill>
        <p:spPr>
          <a:xfrm>
            <a:off x="0" y="2917"/>
            <a:ext cx="12197192" cy="6855083"/>
          </a:xfrm>
          <a:prstGeom prst="rect">
            <a:avLst/>
          </a:prstGeom>
        </p:spPr>
      </p:pic>
      <p:sp>
        <p:nvSpPr>
          <p:cNvPr id="2" name="Title 1">
            <a:extLst>
              <a:ext uri="{FF2B5EF4-FFF2-40B4-BE49-F238E27FC236}">
                <a16:creationId xmlns:a16="http://schemas.microsoft.com/office/drawing/2014/main" id="{2456FD49-C258-4333-9422-358C976A341C}"/>
              </a:ext>
            </a:extLst>
          </p:cNvPr>
          <p:cNvSpPr>
            <a:spLocks noGrp="1"/>
          </p:cNvSpPr>
          <p:nvPr>
            <p:ph type="ctrTitle"/>
          </p:nvPr>
        </p:nvSpPr>
        <p:spPr>
          <a:xfrm>
            <a:off x="612648" y="1600200"/>
            <a:ext cx="10991088" cy="3657600"/>
          </a:xfrm>
        </p:spPr>
        <p:txBody>
          <a:bodyPr anchor="ctr">
            <a:noAutofit/>
          </a:bodyPr>
          <a:lstStyle>
            <a:lvl1pPr algn="ctr">
              <a:defRPr sz="6600" b="1" i="0" cap="none" spc="-150" baseline="0">
                <a:solidFill>
                  <a:schemeClr val="accent2">
                    <a:lumMod val="25000"/>
                  </a:schemeClr>
                </a:solidFill>
                <a:latin typeface="+mj-lt"/>
              </a:defRPr>
            </a:lvl1pPr>
          </a:lstStyle>
          <a:p>
            <a:r>
              <a:rPr lang="en-US" noProof="0"/>
              <a:t>Click to edit Master title style</a:t>
            </a:r>
            <a:endParaRPr lang="en-US" noProof="0" dirty="0"/>
          </a:p>
        </p:txBody>
      </p:sp>
    </p:spTree>
    <p:extLst>
      <p:ext uri="{BB962C8B-B14F-4D97-AF65-F5344CB8AC3E}">
        <p14:creationId xmlns:p14="http://schemas.microsoft.com/office/powerpoint/2010/main" val="10994920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wo content 04">
    <p:bg>
      <p:bgPr>
        <a:gradFill>
          <a:gsLst>
            <a:gs pos="33000">
              <a:schemeClr val="bg2"/>
            </a:gs>
            <a:gs pos="59000">
              <a:schemeClr val="tx2">
                <a:lumMod val="90000"/>
                <a:alpha val="65163"/>
              </a:schemeClr>
            </a:gs>
          </a:gsLst>
          <a:lin ang="13800000" scaled="0"/>
        </a:gradFill>
        <a:effectLst/>
      </p:bgPr>
    </p:bg>
    <p:spTree>
      <p:nvGrpSpPr>
        <p:cNvPr id="1" name=""/>
        <p:cNvGrpSpPr/>
        <p:nvPr/>
      </p:nvGrpSpPr>
      <p:grpSpPr>
        <a:xfrm>
          <a:off x="0" y="0"/>
          <a:ext cx="0" cy="0"/>
          <a:chOff x="0" y="0"/>
          <a:chExt cx="0" cy="0"/>
        </a:xfrm>
      </p:grpSpPr>
      <p:sp>
        <p:nvSpPr>
          <p:cNvPr id="11" name="Rounded Rectangle 4">
            <a:extLst>
              <a:ext uri="{FF2B5EF4-FFF2-40B4-BE49-F238E27FC236}">
                <a16:creationId xmlns:a16="http://schemas.microsoft.com/office/drawing/2014/main" id="{5697808D-10E0-D8A5-5D07-E176EBB8F2BB}"/>
              </a:ext>
            </a:extLst>
          </p:cNvPr>
          <p:cNvSpPr/>
          <p:nvPr userDrawn="1"/>
        </p:nvSpPr>
        <p:spPr>
          <a:xfrm>
            <a:off x="256674" y="256674"/>
            <a:ext cx="11678651" cy="6352673"/>
          </a:xfrm>
          <a:prstGeom prst="roundRect">
            <a:avLst>
              <a:gd name="adj" fmla="val 4303"/>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Picture 7">
            <a:extLst>
              <a:ext uri="{FF2B5EF4-FFF2-40B4-BE49-F238E27FC236}">
                <a16:creationId xmlns:a16="http://schemas.microsoft.com/office/drawing/2014/main" id="{0234D012-F86E-04CE-78C8-2C5A66130286}"/>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1004" r="-148"/>
          <a:stretch/>
        </p:blipFill>
        <p:spPr>
          <a:xfrm rot="5400000">
            <a:off x="6378170" y="40082"/>
            <a:ext cx="1579705" cy="1600089"/>
          </a:xfrm>
          <a:prstGeom prst="rect">
            <a:avLst/>
          </a:prstGeom>
        </p:spPr>
      </p:pic>
      <p:pic>
        <p:nvPicPr>
          <p:cNvPr id="15" name="Picture 7">
            <a:extLst>
              <a:ext uri="{FF2B5EF4-FFF2-40B4-BE49-F238E27FC236}">
                <a16:creationId xmlns:a16="http://schemas.microsoft.com/office/drawing/2014/main" id="{0BC42061-F838-920E-632E-10EDE7E55392}"/>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6239" r="25335" b="-1"/>
          <a:stretch/>
        </p:blipFill>
        <p:spPr>
          <a:xfrm rot="16200000">
            <a:off x="6298833" y="-161472"/>
            <a:ext cx="752715" cy="1075657"/>
          </a:xfrm>
          <a:prstGeom prst="rect">
            <a:avLst/>
          </a:prstGeom>
        </p:spPr>
      </p:pic>
      <p:pic>
        <p:nvPicPr>
          <p:cNvPr id="16" name="Graphic 15">
            <a:extLst>
              <a:ext uri="{FF2B5EF4-FFF2-40B4-BE49-F238E27FC236}">
                <a16:creationId xmlns:a16="http://schemas.microsoft.com/office/drawing/2014/main" id="{58BEE67F-530E-E41D-FD19-2615180DC3FB}"/>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15931"/>
          <a:stretch/>
        </p:blipFill>
        <p:spPr>
          <a:xfrm>
            <a:off x="10439102" y="4145165"/>
            <a:ext cx="1780703" cy="2164311"/>
          </a:xfrm>
          <a:prstGeom prst="rect">
            <a:avLst/>
          </a:prstGeom>
        </p:spPr>
      </p:pic>
      <p:pic>
        <p:nvPicPr>
          <p:cNvPr id="17" name="Graphic 16">
            <a:extLst>
              <a:ext uri="{FF2B5EF4-FFF2-40B4-BE49-F238E27FC236}">
                <a16:creationId xmlns:a16="http://schemas.microsoft.com/office/drawing/2014/main" id="{82CFCA46-5F5A-867F-B19C-4F9ED5BA15A2}"/>
              </a:ext>
            </a:extLst>
          </p:cNvPr>
          <p:cNvPicPr>
            <a:picLocks noChangeAspect="1"/>
          </p:cNvPicPr>
          <p:nvPr userDrawn="1"/>
        </p:nvPicPr>
        <p:blipFill rotWithShape="1">
          <a:blip>
            <a:extLst>
              <a:ext uri="{96DAC541-7B7A-43D3-8B79-37D633B846F1}">
                <asvg:svgBlip xmlns:asvg="http://schemas.microsoft.com/office/drawing/2016/SVG/main" r:embed="rId4"/>
              </a:ext>
            </a:extLst>
          </a:blip>
          <a:srcRect r="46794"/>
          <a:stretch/>
        </p:blipFill>
        <p:spPr>
          <a:xfrm rot="10800000">
            <a:off x="-27806" y="2452933"/>
            <a:ext cx="1370742" cy="2632414"/>
          </a:xfrm>
          <a:prstGeom prst="rect">
            <a:avLst/>
          </a:prstGeom>
        </p:spPr>
      </p:pic>
      <p:pic>
        <p:nvPicPr>
          <p:cNvPr id="18" name="Graphic 17">
            <a:extLst>
              <a:ext uri="{FF2B5EF4-FFF2-40B4-BE49-F238E27FC236}">
                <a16:creationId xmlns:a16="http://schemas.microsoft.com/office/drawing/2014/main" id="{11E8F80C-ACB2-552E-4433-1A8A2708F18F}"/>
              </a:ext>
            </a:extLst>
          </p:cNvPr>
          <p:cNvPicPr>
            <a:picLocks noChangeAspect="1"/>
          </p:cNvPicPr>
          <p:nvPr userDrawn="1"/>
        </p:nvPicPr>
        <p:blipFill rotWithShape="1">
          <a:blip>
            <a:extLst>
              <a:ext uri="{96DAC541-7B7A-43D3-8B79-37D633B846F1}">
                <asvg:svgBlip xmlns:asvg="http://schemas.microsoft.com/office/drawing/2016/SVG/main" r:embed="rId4"/>
              </a:ext>
            </a:extLst>
          </a:blip>
          <a:srcRect t="1" b="-9728"/>
          <a:stretch/>
        </p:blipFill>
        <p:spPr>
          <a:xfrm rot="18286209">
            <a:off x="887827" y="4958926"/>
            <a:ext cx="910220" cy="1020507"/>
          </a:xfrm>
          <a:prstGeom prst="rect">
            <a:avLst/>
          </a:prstGeom>
        </p:spPr>
      </p:pic>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1078992" y="365760"/>
            <a:ext cx="10277856" cy="1655064"/>
          </a:xfrm>
        </p:spPr>
        <p:txBody>
          <a:bodyPr anchor="b"/>
          <a:lstStyle>
            <a:lvl1pPr>
              <a:defRPr>
                <a:latin typeface="+mj-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3575304" y="2441448"/>
            <a:ext cx="3602736" cy="3575304"/>
          </a:xfrm>
        </p:spPr>
        <p:txBody>
          <a:bodyPr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2">
            <a:extLst>
              <a:ext uri="{FF2B5EF4-FFF2-40B4-BE49-F238E27FC236}">
                <a16:creationId xmlns:a16="http://schemas.microsoft.com/office/drawing/2014/main" id="{D1DCC4A1-0DB3-3480-3A1A-78FC85FE7ECE}"/>
              </a:ext>
            </a:extLst>
          </p:cNvPr>
          <p:cNvSpPr>
            <a:spLocks noGrp="1"/>
          </p:cNvSpPr>
          <p:nvPr>
            <p:ph idx="13"/>
          </p:nvPr>
        </p:nvSpPr>
        <p:spPr>
          <a:xfrm>
            <a:off x="8293608" y="2441447"/>
            <a:ext cx="3063240" cy="3575303"/>
          </a:xfrm>
        </p:spPr>
        <p:txBody>
          <a:bodyPr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8/6/20XX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23438508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4ACFCA6-7ECE-9BFB-9389-6DB74C862850}"/>
              </a:ext>
            </a:extLst>
          </p:cNvPr>
          <p:cNvPicPr>
            <a:picLocks noChangeAspect="1"/>
          </p:cNvPicPr>
          <p:nvPr userDrawn="1"/>
        </p:nvPicPr>
        <p:blipFill>
          <a:blip r:embed="rId2"/>
          <a:srcRect l="21" r="21"/>
          <a:stretch/>
        </p:blipFill>
        <p:spPr>
          <a:xfrm>
            <a:off x="-5192" y="-1"/>
            <a:ext cx="12197192" cy="6858001"/>
          </a:xfrm>
          <a:prstGeom prst="rect">
            <a:avLst/>
          </a:prstGeom>
        </p:spPr>
      </p:pic>
      <p:sp>
        <p:nvSpPr>
          <p:cNvPr id="2" name="Title 1">
            <a:extLst>
              <a:ext uri="{FF2B5EF4-FFF2-40B4-BE49-F238E27FC236}">
                <a16:creationId xmlns:a16="http://schemas.microsoft.com/office/drawing/2014/main" id="{2456FD49-C258-4333-9422-358C976A341C}"/>
              </a:ext>
            </a:extLst>
          </p:cNvPr>
          <p:cNvSpPr>
            <a:spLocks noGrp="1"/>
          </p:cNvSpPr>
          <p:nvPr>
            <p:ph type="ctrTitle"/>
          </p:nvPr>
        </p:nvSpPr>
        <p:spPr>
          <a:xfrm>
            <a:off x="1133856" y="56450"/>
            <a:ext cx="9912096" cy="2743200"/>
          </a:xfrm>
        </p:spPr>
        <p:txBody>
          <a:bodyPr anchor="b">
            <a:noAutofit/>
          </a:bodyPr>
          <a:lstStyle>
            <a:lvl1pPr algn="l">
              <a:defRPr sz="6600" b="1" i="0" cap="none" spc="-150" baseline="0">
                <a:solidFill>
                  <a:schemeClr val="accent2">
                    <a:lumMod val="25000"/>
                  </a:schemeClr>
                </a:solidFill>
                <a:latin typeface="+mj-lt"/>
              </a:defRPr>
            </a:lvl1pPr>
          </a:lstStyle>
          <a:p>
            <a:r>
              <a:rPr lang="en-US" noProof="0"/>
              <a:t>Click to edit Master title style</a:t>
            </a:r>
            <a:endParaRPr lang="en-US" noProof="0" dirty="0"/>
          </a:p>
        </p:txBody>
      </p:sp>
      <p:sp>
        <p:nvSpPr>
          <p:cNvPr id="3" name="Subtitle 2">
            <a:extLst>
              <a:ext uri="{FF2B5EF4-FFF2-40B4-BE49-F238E27FC236}">
                <a16:creationId xmlns:a16="http://schemas.microsoft.com/office/drawing/2014/main" id="{59758E15-A93D-4FB9-843D-1490E27A151B}"/>
              </a:ext>
            </a:extLst>
          </p:cNvPr>
          <p:cNvSpPr>
            <a:spLocks noGrp="1"/>
          </p:cNvSpPr>
          <p:nvPr>
            <p:ph type="subTitle" idx="1"/>
          </p:nvPr>
        </p:nvSpPr>
        <p:spPr>
          <a:xfrm>
            <a:off x="3575304" y="3110546"/>
            <a:ext cx="4114800" cy="2743200"/>
          </a:xfrm>
        </p:spPr>
        <p:txBody>
          <a:bodyPr>
            <a:noAutofit/>
          </a:bodyPr>
          <a:lstStyle>
            <a:lvl1pPr marL="0" indent="0" algn="l">
              <a:lnSpc>
                <a:spcPct val="150000"/>
              </a:lnSpc>
              <a:spcBef>
                <a:spcPts val="0"/>
              </a:spcBef>
              <a:buNone/>
              <a:defRPr sz="2400" b="0" cap="all" baseline="0">
                <a:solidFill>
                  <a:schemeClr val="accent2">
                    <a:lumMod val="25000"/>
                  </a:schemeClr>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US" noProof="0" dirty="0"/>
          </a:p>
        </p:txBody>
      </p:sp>
    </p:spTree>
    <p:extLst>
      <p:ext uri="{BB962C8B-B14F-4D97-AF65-F5344CB8AC3E}">
        <p14:creationId xmlns:p14="http://schemas.microsoft.com/office/powerpoint/2010/main" val="29608354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CC4D7FA-B85E-4477-8C62-94955B340F1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noProof="0"/>
              <a:t>Click to edit Master title style</a:t>
            </a:r>
            <a:endParaRPr lang="en-US" noProof="0" dirty="0"/>
          </a:p>
        </p:txBody>
      </p:sp>
      <p:sp>
        <p:nvSpPr>
          <p:cNvPr id="3" name="Text Placeholder 2">
            <a:extLst>
              <a:ext uri="{FF2B5EF4-FFF2-40B4-BE49-F238E27FC236}">
                <a16:creationId xmlns:a16="http://schemas.microsoft.com/office/drawing/2014/main" id="{1F1226BB-3E56-4E7F-8172-7EC03C9F0BC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4" name="Date Placeholder 3">
            <a:extLst>
              <a:ext uri="{FF2B5EF4-FFF2-40B4-BE49-F238E27FC236}">
                <a16:creationId xmlns:a16="http://schemas.microsoft.com/office/drawing/2014/main" id="{D95D08EF-72FB-4F19-9916-65815A9CA99C}"/>
              </a:ext>
            </a:extLst>
          </p:cNvPr>
          <p:cNvSpPr>
            <a:spLocks noGrp="1"/>
          </p:cNvSpPr>
          <p:nvPr>
            <p:ph type="dt" sz="half" idx="2"/>
          </p:nvPr>
        </p:nvSpPr>
        <p:spPr>
          <a:xfrm>
            <a:off x="838200" y="6563001"/>
            <a:ext cx="2743200" cy="228600"/>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noProof="0" dirty="0"/>
              <a:t>8/6/20XX</a:t>
            </a:r>
          </a:p>
        </p:txBody>
      </p:sp>
      <p:sp>
        <p:nvSpPr>
          <p:cNvPr id="5" name="Footer Placeholder 4">
            <a:extLst>
              <a:ext uri="{FF2B5EF4-FFF2-40B4-BE49-F238E27FC236}">
                <a16:creationId xmlns:a16="http://schemas.microsoft.com/office/drawing/2014/main" id="{1365084D-BC85-4A55-BD80-93876AD10108}"/>
              </a:ext>
            </a:extLst>
          </p:cNvPr>
          <p:cNvSpPr>
            <a:spLocks noGrp="1"/>
          </p:cNvSpPr>
          <p:nvPr>
            <p:ph type="ftr" sz="quarter" idx="3"/>
          </p:nvPr>
        </p:nvSpPr>
        <p:spPr>
          <a:xfrm>
            <a:off x="4038600" y="6563001"/>
            <a:ext cx="4114800" cy="228600"/>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noProof="0" dirty="0"/>
          </a:p>
        </p:txBody>
      </p:sp>
      <p:sp>
        <p:nvSpPr>
          <p:cNvPr id="6" name="Slide Number Placeholder 5">
            <a:extLst>
              <a:ext uri="{FF2B5EF4-FFF2-40B4-BE49-F238E27FC236}">
                <a16:creationId xmlns:a16="http://schemas.microsoft.com/office/drawing/2014/main" id="{45FDEF23-A140-4DD6-A0D0-A86BD4DF3404}"/>
              </a:ext>
            </a:extLst>
          </p:cNvPr>
          <p:cNvSpPr>
            <a:spLocks noGrp="1"/>
          </p:cNvSpPr>
          <p:nvPr>
            <p:ph type="sldNum" sz="quarter" idx="4"/>
          </p:nvPr>
        </p:nvSpPr>
        <p:spPr>
          <a:xfrm>
            <a:off x="9375912" y="6563001"/>
            <a:ext cx="2743200" cy="228600"/>
          </a:xfrm>
          <a:prstGeom prst="rect">
            <a:avLst/>
          </a:prstGeom>
        </p:spPr>
        <p:txBody>
          <a:bodyPr vert="horz" lIns="91440" tIns="45720" rIns="91440" bIns="45720" rtlCol="0" anchor="ctr"/>
          <a:lstStyle>
            <a:lvl1pPr algn="r">
              <a:defRPr sz="1200">
                <a:solidFill>
                  <a:schemeClr val="tx1">
                    <a:tint val="75000"/>
                  </a:schemeClr>
                </a:solidFill>
              </a:defRPr>
            </a:lvl1pPr>
          </a:lstStyle>
          <a:p>
            <a:fld id="{9EC71654-96A5-4280-94F3-931C61A9F92C}" type="slidenum">
              <a:rPr lang="en-US" noProof="0" smtClean="0"/>
              <a:t>‹#›</a:t>
            </a:fld>
            <a:endParaRPr lang="en-US" noProof="0" dirty="0"/>
          </a:p>
        </p:txBody>
      </p:sp>
    </p:spTree>
    <p:extLst>
      <p:ext uri="{BB962C8B-B14F-4D97-AF65-F5344CB8AC3E}">
        <p14:creationId xmlns:p14="http://schemas.microsoft.com/office/powerpoint/2010/main" val="2347082301"/>
      </p:ext>
    </p:extLst>
  </p:cSld>
  <p:clrMap bg1="lt1" tx1="dk1" bg2="lt2" tx2="dk2" accent1="accent1" accent2="accent2" accent3="accent3" accent4="accent4" accent5="accent5" accent6="accent6" hlink="hlink" folHlink="folHlink"/>
  <p:sldLayoutIdLst>
    <p:sldLayoutId id="2147483649"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 id="2147483692" r:id="rId12"/>
    <p:sldLayoutId id="2147483693" r:id="rId13"/>
  </p:sldLayoutIdLst>
  <p:hf hdr="0" ftr="0" dt="0"/>
  <p:txStyles>
    <p:titleStyle>
      <a:lvl1pPr algn="l" defTabSz="914400" rtl="0" eaLnBrk="1" latinLnBrk="0" hangingPunct="1">
        <a:lnSpc>
          <a:spcPct val="90000"/>
        </a:lnSpc>
        <a:spcBef>
          <a:spcPct val="0"/>
        </a:spcBef>
        <a:buNone/>
        <a:defRPr sz="4400" b="1" i="0" kern="1200">
          <a:solidFill>
            <a:schemeClr val="accent2">
              <a:lumMod val="25000"/>
            </a:schemeClr>
          </a:solidFill>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000" b="0" i="0" kern="1200">
          <a:solidFill>
            <a:schemeClr val="accent2">
              <a:lumMod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25" userDrawn="1">
          <p15:clr>
            <a:srgbClr val="F26B43"/>
          </p15:clr>
        </p15:guide>
        <p15:guide id="4" pos="7349"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8EF7BD-FE81-4B20-8DC5-0B3EB736F9F8}"/>
              </a:ext>
            </a:extLst>
          </p:cNvPr>
          <p:cNvSpPr>
            <a:spLocks noGrp="1"/>
          </p:cNvSpPr>
          <p:nvPr>
            <p:ph type="ctrTitle"/>
          </p:nvPr>
        </p:nvSpPr>
        <p:spPr>
          <a:xfrm>
            <a:off x="612648" y="502920"/>
            <a:ext cx="10954512" cy="3246120"/>
          </a:xfrm>
        </p:spPr>
        <p:txBody>
          <a:bodyPr anchor="b"/>
          <a:lstStyle/>
          <a:p>
            <a:r>
              <a:rPr lang="en-US" dirty="0"/>
              <a:t>Intro To AI</a:t>
            </a:r>
          </a:p>
        </p:txBody>
      </p:sp>
      <p:sp>
        <p:nvSpPr>
          <p:cNvPr id="3" name="Subtitle 2">
            <a:extLst>
              <a:ext uri="{FF2B5EF4-FFF2-40B4-BE49-F238E27FC236}">
                <a16:creationId xmlns:a16="http://schemas.microsoft.com/office/drawing/2014/main" id="{1AFF0EFE-C50F-44EB-8978-B97795477C9E}"/>
              </a:ext>
            </a:extLst>
          </p:cNvPr>
          <p:cNvSpPr>
            <a:spLocks noGrp="1"/>
          </p:cNvSpPr>
          <p:nvPr>
            <p:ph type="subTitle" idx="1"/>
          </p:nvPr>
        </p:nvSpPr>
        <p:spPr>
          <a:xfrm>
            <a:off x="612648" y="3758183"/>
            <a:ext cx="10954512" cy="1307592"/>
          </a:xfrm>
        </p:spPr>
        <p:txBody>
          <a:bodyPr vert="horz" lIns="91440" tIns="45720" rIns="91440" bIns="45720" rtlCol="0" anchor="t">
            <a:noAutofit/>
          </a:bodyPr>
          <a:lstStyle/>
          <a:p>
            <a:r>
              <a:rPr lang="en-US" dirty="0"/>
              <a:t>Sheet 1</a:t>
            </a:r>
          </a:p>
          <a:p>
            <a:r>
              <a:rPr lang="en-US" dirty="0"/>
              <a:t>Abdulrahman </a:t>
            </a:r>
            <a:r>
              <a:rPr lang="en-US" dirty="0" err="1"/>
              <a:t>ElMadkhoum</a:t>
            </a:r>
            <a:r>
              <a:rPr lang="en-US" dirty="0"/>
              <a:t> </a:t>
            </a:r>
          </a:p>
        </p:txBody>
      </p:sp>
    </p:spTree>
    <p:extLst>
      <p:ext uri="{BB962C8B-B14F-4D97-AF65-F5344CB8AC3E}">
        <p14:creationId xmlns:p14="http://schemas.microsoft.com/office/powerpoint/2010/main" val="12826331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33000">
              <a:schemeClr val="bg2"/>
            </a:gs>
            <a:gs pos="59000">
              <a:schemeClr val="tx2">
                <a:lumMod val="90000"/>
                <a:alpha val="65163"/>
              </a:schemeClr>
            </a:gs>
          </a:gsLst>
          <a:lin ang="21594000" scaled="0"/>
        </a:gradFill>
        <a:effectLst/>
      </p:bgPr>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0D8154CD-015D-BA44-62BA-A0E463A96C12}"/>
              </a:ext>
            </a:extLst>
          </p:cNvPr>
          <p:cNvSpPr txBox="1">
            <a:spLocks/>
          </p:cNvSpPr>
          <p:nvPr/>
        </p:nvSpPr>
        <p:spPr>
          <a:xfrm>
            <a:off x="469656" y="658368"/>
            <a:ext cx="10277856" cy="1655064"/>
          </a:xfrm>
          <a:prstGeom prst="rect">
            <a:avLst/>
          </a:prstGeom>
          <a:noFill/>
        </p:spPr>
        <p:txBody>
          <a:bodyPr vert="horz" lIns="91440" tIns="45720" rIns="91440" bIns="45720" rtlCol="0" anchor="b">
            <a:noAutofit/>
          </a:bodyPr>
          <a:lstStyle>
            <a:lvl1pPr algn="l" defTabSz="914400" rtl="0" eaLnBrk="1" latinLnBrk="0" hangingPunct="1">
              <a:lnSpc>
                <a:spcPct val="90000"/>
              </a:lnSpc>
              <a:spcBef>
                <a:spcPct val="0"/>
              </a:spcBef>
              <a:buNone/>
              <a:defRPr sz="4400" b="1" i="0" kern="1200">
                <a:solidFill>
                  <a:schemeClr val="accent2">
                    <a:lumMod val="25000"/>
                  </a:schemeClr>
                </a:solidFill>
                <a:latin typeface="+mj-lt"/>
                <a:ea typeface="+mj-ea"/>
                <a:cs typeface="+mj-cs"/>
              </a:defRPr>
            </a:lvl1pPr>
          </a:lstStyle>
          <a:p>
            <a:r>
              <a:rPr lang="en-US" dirty="0"/>
              <a:t>Q.1.a) What is The Turing Test "imitation game". </a:t>
            </a:r>
            <a:r>
              <a:rPr lang="en-US" i="1" dirty="0"/>
              <a:t>(Illustrate through drawing)</a:t>
            </a:r>
            <a:br>
              <a:rPr lang="en-GB" dirty="0"/>
            </a:br>
            <a:endParaRPr lang="en-US" dirty="0"/>
          </a:p>
        </p:txBody>
      </p:sp>
      <p:sp>
        <p:nvSpPr>
          <p:cNvPr id="15" name="Content Placeholder 2">
            <a:extLst>
              <a:ext uri="{FF2B5EF4-FFF2-40B4-BE49-F238E27FC236}">
                <a16:creationId xmlns:a16="http://schemas.microsoft.com/office/drawing/2014/main" id="{04FCD4D9-5651-8F83-BFE7-0E655A71E488}"/>
              </a:ext>
            </a:extLst>
          </p:cNvPr>
          <p:cNvSpPr txBox="1">
            <a:spLocks/>
          </p:cNvSpPr>
          <p:nvPr/>
        </p:nvSpPr>
        <p:spPr>
          <a:xfrm>
            <a:off x="469656" y="1957832"/>
            <a:ext cx="10665704" cy="2858008"/>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000" b="0" i="0" kern="1200">
                <a:solidFill>
                  <a:schemeClr val="accent2">
                    <a:lumMod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b="1"/>
              <a:t>Description:</a:t>
            </a:r>
            <a:r>
              <a:rPr lang="en-GB"/>
              <a:t> Proposed by Alan Turing in his 1950 paper "Computing Machinery and Intelligence", this test replaces the broad question "Can machines think?" with an operational behavioral test: "Can machines behave intelligently?".</a:t>
            </a:r>
          </a:p>
          <a:p>
            <a:r>
              <a:rPr lang="en-GB" b="1"/>
              <a:t>Setup:</a:t>
            </a:r>
            <a:r>
              <a:rPr lang="en-GB"/>
              <a:t> A human interrogator communicates textually with two hidden players—a human and a machine. If the interrogator cannot reliably distinguish between the machine and the human after a series of written questions and answers, the machine passes the test as behaving intelligently.</a:t>
            </a:r>
            <a:endParaRPr lang="en-GB" dirty="0"/>
          </a:p>
        </p:txBody>
      </p:sp>
      <p:sp>
        <p:nvSpPr>
          <p:cNvPr id="16" name="Slide Number Placeholder 9">
            <a:extLst>
              <a:ext uri="{FF2B5EF4-FFF2-40B4-BE49-F238E27FC236}">
                <a16:creationId xmlns:a16="http://schemas.microsoft.com/office/drawing/2014/main" id="{78807FB1-EC35-D61F-547D-304775123039}"/>
              </a:ext>
            </a:extLst>
          </p:cNvPr>
          <p:cNvSpPr>
            <a:spLocks noGrp="1"/>
          </p:cNvSpPr>
          <p:nvPr>
            <p:ph type="sldNum" sz="quarter" idx="12"/>
          </p:nvPr>
        </p:nvSpPr>
        <p:spPr>
          <a:xfrm>
            <a:off x="9375912" y="6563001"/>
            <a:ext cx="2743200" cy="228600"/>
          </a:xfrm>
        </p:spPr>
        <p:txBody>
          <a:bodyPr/>
          <a:lstStyle/>
          <a:p>
            <a:fld id="{CBD12358-51D2-46B3-9BDE-DF29528B9454}" type="slidenum">
              <a:rPr lang="en-US" smtClean="0"/>
              <a:pPr/>
              <a:t>2</a:t>
            </a:fld>
            <a:endParaRPr lang="en-US" dirty="0"/>
          </a:p>
        </p:txBody>
      </p:sp>
    </p:spTree>
    <p:extLst>
      <p:ext uri="{BB962C8B-B14F-4D97-AF65-F5344CB8AC3E}">
        <p14:creationId xmlns:p14="http://schemas.microsoft.com/office/powerpoint/2010/main" val="27372412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33000">
              <a:schemeClr val="bg2"/>
            </a:gs>
            <a:gs pos="59000">
              <a:schemeClr val="tx2">
                <a:lumMod val="90000"/>
                <a:alpha val="65163"/>
              </a:schemeClr>
            </a:gs>
          </a:gsLst>
          <a:lin ang="21594000" scaled="0"/>
        </a:gradFill>
        <a:effectLst/>
      </p:bgPr>
    </p:bg>
    <p:spTree>
      <p:nvGrpSpPr>
        <p:cNvPr id="1" name="">
          <a:extLst>
            <a:ext uri="{FF2B5EF4-FFF2-40B4-BE49-F238E27FC236}">
              <a16:creationId xmlns:a16="http://schemas.microsoft.com/office/drawing/2014/main" id="{5CAB4A02-CC87-DE82-C501-A7704612E11B}"/>
            </a:ext>
          </a:extLst>
        </p:cNvPr>
        <p:cNvGrpSpPr/>
        <p:nvPr/>
      </p:nvGrpSpPr>
      <p:grpSpPr>
        <a:xfrm>
          <a:off x="0" y="0"/>
          <a:ext cx="0" cy="0"/>
          <a:chOff x="0" y="0"/>
          <a:chExt cx="0" cy="0"/>
        </a:xfrm>
      </p:grpSpPr>
      <p:sp>
        <p:nvSpPr>
          <p:cNvPr id="13" name="Title 1">
            <a:extLst>
              <a:ext uri="{FF2B5EF4-FFF2-40B4-BE49-F238E27FC236}">
                <a16:creationId xmlns:a16="http://schemas.microsoft.com/office/drawing/2014/main" id="{6851E0FB-CE94-29A2-E809-B2F5DEF34E10}"/>
              </a:ext>
            </a:extLst>
          </p:cNvPr>
          <p:cNvSpPr txBox="1">
            <a:spLocks/>
          </p:cNvSpPr>
          <p:nvPr/>
        </p:nvSpPr>
        <p:spPr>
          <a:xfrm>
            <a:off x="469656" y="658368"/>
            <a:ext cx="10277856" cy="1655064"/>
          </a:xfrm>
          <a:prstGeom prst="rect">
            <a:avLst/>
          </a:prstGeom>
          <a:noFill/>
        </p:spPr>
        <p:txBody>
          <a:bodyPr vert="horz" lIns="91440" tIns="45720" rIns="91440" bIns="45720" rtlCol="0" anchor="b">
            <a:noAutofit/>
          </a:bodyPr>
          <a:lstStyle>
            <a:lvl1pPr algn="l" defTabSz="914400" rtl="0" eaLnBrk="1" latinLnBrk="0" hangingPunct="1">
              <a:lnSpc>
                <a:spcPct val="90000"/>
              </a:lnSpc>
              <a:spcBef>
                <a:spcPct val="0"/>
              </a:spcBef>
              <a:buNone/>
              <a:defRPr sz="4400" b="1" i="0" kern="1200">
                <a:solidFill>
                  <a:schemeClr val="accent2">
                    <a:lumMod val="25000"/>
                  </a:schemeClr>
                </a:solidFill>
                <a:latin typeface="+mj-lt"/>
                <a:ea typeface="+mj-ea"/>
                <a:cs typeface="+mj-cs"/>
              </a:defRPr>
            </a:lvl1pPr>
          </a:lstStyle>
          <a:p>
            <a:r>
              <a:rPr lang="en-US" dirty="0"/>
              <a:t>Q.1.a) What is The Turing Test "imitation game". </a:t>
            </a:r>
            <a:r>
              <a:rPr lang="en-US" i="1" dirty="0"/>
              <a:t>(Illustrate through drawing)</a:t>
            </a:r>
            <a:br>
              <a:rPr lang="en-GB" dirty="0"/>
            </a:br>
            <a:endParaRPr lang="en-US" dirty="0"/>
          </a:p>
        </p:txBody>
      </p:sp>
      <p:sp>
        <p:nvSpPr>
          <p:cNvPr id="16" name="Slide Number Placeholder 9">
            <a:extLst>
              <a:ext uri="{FF2B5EF4-FFF2-40B4-BE49-F238E27FC236}">
                <a16:creationId xmlns:a16="http://schemas.microsoft.com/office/drawing/2014/main" id="{0AA02F44-2AB4-5787-E6D4-7914499C08A7}"/>
              </a:ext>
            </a:extLst>
          </p:cNvPr>
          <p:cNvSpPr>
            <a:spLocks noGrp="1"/>
          </p:cNvSpPr>
          <p:nvPr>
            <p:ph type="sldNum" sz="quarter" idx="12"/>
          </p:nvPr>
        </p:nvSpPr>
        <p:spPr>
          <a:xfrm>
            <a:off x="9375912" y="6563001"/>
            <a:ext cx="2743200" cy="228600"/>
          </a:xfrm>
        </p:spPr>
        <p:txBody>
          <a:bodyPr/>
          <a:lstStyle/>
          <a:p>
            <a:fld id="{CBD12358-51D2-46B3-9BDE-DF29528B9454}" type="slidenum">
              <a:rPr lang="en-US" smtClean="0"/>
              <a:pPr/>
              <a:t>3</a:t>
            </a:fld>
            <a:endParaRPr lang="en-US" dirty="0"/>
          </a:p>
        </p:txBody>
      </p:sp>
      <p:pic>
        <p:nvPicPr>
          <p:cNvPr id="3" name="Picture 2">
            <a:extLst>
              <a:ext uri="{FF2B5EF4-FFF2-40B4-BE49-F238E27FC236}">
                <a16:creationId xmlns:a16="http://schemas.microsoft.com/office/drawing/2014/main" id="{126FE45C-6CE8-DD16-A5B0-74C4E5532F41}"/>
              </a:ext>
            </a:extLst>
          </p:cNvPr>
          <p:cNvPicPr>
            <a:picLocks noChangeAspect="1"/>
          </p:cNvPicPr>
          <p:nvPr/>
        </p:nvPicPr>
        <p:blipFill>
          <a:blip r:embed="rId2"/>
          <a:stretch>
            <a:fillRect/>
          </a:stretch>
        </p:blipFill>
        <p:spPr>
          <a:xfrm>
            <a:off x="538970" y="1763579"/>
            <a:ext cx="11301125" cy="3621221"/>
          </a:xfrm>
          <a:prstGeom prst="rect">
            <a:avLst/>
          </a:prstGeom>
        </p:spPr>
      </p:pic>
    </p:spTree>
    <p:extLst>
      <p:ext uri="{BB962C8B-B14F-4D97-AF65-F5344CB8AC3E}">
        <p14:creationId xmlns:p14="http://schemas.microsoft.com/office/powerpoint/2010/main" val="6364585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33000">
              <a:schemeClr val="bg2"/>
            </a:gs>
            <a:gs pos="59000">
              <a:schemeClr val="tx2">
                <a:lumMod val="90000"/>
                <a:alpha val="65163"/>
              </a:schemeClr>
            </a:gs>
          </a:gsLst>
          <a:lin ang="21594000" scaled="0"/>
        </a:gradFill>
        <a:effectLst/>
      </p:bgPr>
    </p:bg>
    <p:spTree>
      <p:nvGrpSpPr>
        <p:cNvPr id="1" name="">
          <a:extLst>
            <a:ext uri="{FF2B5EF4-FFF2-40B4-BE49-F238E27FC236}">
              <a16:creationId xmlns:a16="http://schemas.microsoft.com/office/drawing/2014/main" id="{20BCA944-BD14-2F5A-F5C6-EF2600F278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5D2279-645D-D3DB-602D-BDC3707C21AF}"/>
              </a:ext>
            </a:extLst>
          </p:cNvPr>
          <p:cNvSpPr>
            <a:spLocks noGrp="1"/>
          </p:cNvSpPr>
          <p:nvPr>
            <p:ph type="title"/>
          </p:nvPr>
        </p:nvSpPr>
        <p:spPr>
          <a:xfrm>
            <a:off x="469656" y="658368"/>
            <a:ext cx="10277856" cy="1655064"/>
          </a:xfrm>
          <a:noFill/>
        </p:spPr>
        <p:txBody>
          <a:bodyPr anchor="b">
            <a:noAutofit/>
          </a:bodyPr>
          <a:lstStyle/>
          <a:p>
            <a:r>
              <a:rPr lang="en-US" dirty="0"/>
              <a:t>Q.1.b) What is The Total Turing Test.</a:t>
            </a:r>
            <a:br>
              <a:rPr lang="en-GB" dirty="0"/>
            </a:br>
            <a:br>
              <a:rPr lang="en-GB" dirty="0"/>
            </a:br>
            <a:endParaRPr lang="en-US" dirty="0"/>
          </a:p>
        </p:txBody>
      </p:sp>
      <p:sp>
        <p:nvSpPr>
          <p:cNvPr id="3" name="Content Placeholder 2">
            <a:extLst>
              <a:ext uri="{FF2B5EF4-FFF2-40B4-BE49-F238E27FC236}">
                <a16:creationId xmlns:a16="http://schemas.microsoft.com/office/drawing/2014/main" id="{58B71A9C-E3A7-1975-E608-CB4DC4101359}"/>
              </a:ext>
            </a:extLst>
          </p:cNvPr>
          <p:cNvSpPr>
            <a:spLocks noGrp="1"/>
          </p:cNvSpPr>
          <p:nvPr>
            <p:ph idx="1"/>
          </p:nvPr>
        </p:nvSpPr>
        <p:spPr>
          <a:xfrm>
            <a:off x="469656" y="1686561"/>
            <a:ext cx="10665704" cy="2858008"/>
          </a:xfrm>
          <a:noFill/>
        </p:spPr>
        <p:txBody>
          <a:bodyPr>
            <a:noAutofit/>
          </a:bodyPr>
          <a:lstStyle/>
          <a:p>
            <a:r>
              <a:rPr lang="en-GB" b="1" dirty="0"/>
              <a:t>Description:</a:t>
            </a:r>
            <a:r>
              <a:rPr lang="en-GB" dirty="0"/>
              <a:t> An extended version of the Turing Test that includes physical aspects of human </a:t>
            </a:r>
            <a:r>
              <a:rPr lang="en-GB" dirty="0" err="1"/>
              <a:t>behavior</a:t>
            </a:r>
            <a:r>
              <a:rPr lang="en-GB" dirty="0"/>
              <a:t> by evaluating whether a machine can simulate human traits across multiple operational modalities. To pass the Total Turing Test, the system requires:</a:t>
            </a:r>
          </a:p>
          <a:p>
            <a:r>
              <a:rPr lang="en-GB" b="1" dirty="0"/>
              <a:t>Natural Language Processing</a:t>
            </a:r>
            <a:r>
              <a:rPr lang="en-GB" dirty="0"/>
              <a:t> to communicate successfully.</a:t>
            </a:r>
          </a:p>
          <a:p>
            <a:r>
              <a:rPr lang="en-GB" b="1" dirty="0"/>
              <a:t>Knowledge Representation</a:t>
            </a:r>
            <a:r>
              <a:rPr lang="en-GB" dirty="0"/>
              <a:t> to store what it knows or hears.</a:t>
            </a:r>
          </a:p>
          <a:p>
            <a:r>
              <a:rPr lang="en-GB" b="1" dirty="0"/>
              <a:t>Automated Reasoning</a:t>
            </a:r>
            <a:r>
              <a:rPr lang="en-GB" dirty="0"/>
              <a:t> to use stored information to answer questions and draw new conclusions.</a:t>
            </a:r>
          </a:p>
          <a:p>
            <a:r>
              <a:rPr lang="en-GB" b="1" dirty="0"/>
              <a:t>Machine Learning</a:t>
            </a:r>
            <a:r>
              <a:rPr lang="en-GB" dirty="0"/>
              <a:t> to adapt to new circumstances and detect patterns.</a:t>
            </a:r>
          </a:p>
          <a:p>
            <a:r>
              <a:rPr lang="en-GB" b="1" dirty="0"/>
              <a:t>Computer Vision</a:t>
            </a:r>
            <a:r>
              <a:rPr lang="en-GB" dirty="0"/>
              <a:t> to perceive physical objects and surroundings.</a:t>
            </a:r>
          </a:p>
          <a:p>
            <a:r>
              <a:rPr lang="en-GB" b="1" dirty="0"/>
              <a:t>Robotics</a:t>
            </a:r>
            <a:r>
              <a:rPr lang="en-GB" dirty="0"/>
              <a:t> to move and manipulate its physical environment.</a:t>
            </a:r>
          </a:p>
        </p:txBody>
      </p:sp>
      <p:sp>
        <p:nvSpPr>
          <p:cNvPr id="4" name="Slide Number Placeholder 9">
            <a:extLst>
              <a:ext uri="{FF2B5EF4-FFF2-40B4-BE49-F238E27FC236}">
                <a16:creationId xmlns:a16="http://schemas.microsoft.com/office/drawing/2014/main" id="{D76E91C4-F46E-800A-816E-D5C353CC7E31}"/>
              </a:ext>
            </a:extLst>
          </p:cNvPr>
          <p:cNvSpPr>
            <a:spLocks noGrp="1"/>
          </p:cNvSpPr>
          <p:nvPr>
            <p:ph type="sldNum" sz="quarter" idx="12"/>
          </p:nvPr>
        </p:nvSpPr>
        <p:spPr>
          <a:xfrm>
            <a:off x="9375912" y="6563001"/>
            <a:ext cx="2743200" cy="228600"/>
          </a:xfrm>
        </p:spPr>
        <p:txBody>
          <a:bodyPr/>
          <a:lstStyle/>
          <a:p>
            <a:fld id="{CBD12358-51D2-46B3-9BDE-DF29528B9454}" type="slidenum">
              <a:rPr lang="en-US" smtClean="0"/>
              <a:pPr/>
              <a:t>4</a:t>
            </a:fld>
            <a:endParaRPr lang="en-US" dirty="0"/>
          </a:p>
        </p:txBody>
      </p:sp>
    </p:spTree>
    <p:extLst>
      <p:ext uri="{BB962C8B-B14F-4D97-AF65-F5344CB8AC3E}">
        <p14:creationId xmlns:p14="http://schemas.microsoft.com/office/powerpoint/2010/main" val="21037160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33000">
              <a:schemeClr val="bg2"/>
            </a:gs>
            <a:gs pos="59000">
              <a:schemeClr val="tx2">
                <a:lumMod val="90000"/>
                <a:alpha val="65163"/>
              </a:schemeClr>
            </a:gs>
          </a:gsLst>
          <a:lin ang="21594000" scaled="0"/>
        </a:gradFill>
        <a:effectLst/>
      </p:bgPr>
    </p:bg>
    <p:spTree>
      <p:nvGrpSpPr>
        <p:cNvPr id="1" name="">
          <a:extLst>
            <a:ext uri="{FF2B5EF4-FFF2-40B4-BE49-F238E27FC236}">
              <a16:creationId xmlns:a16="http://schemas.microsoft.com/office/drawing/2014/main" id="{B823855A-1E19-F1C9-EBAA-B2E93B1A763C}"/>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11C21AA9-F720-485F-D4B7-CDB6F2FEB07B}"/>
              </a:ext>
            </a:extLst>
          </p:cNvPr>
          <p:cNvSpPr txBox="1">
            <a:spLocks/>
          </p:cNvSpPr>
          <p:nvPr/>
        </p:nvSpPr>
        <p:spPr>
          <a:xfrm>
            <a:off x="368056" y="2029968"/>
            <a:ext cx="11956024" cy="1655064"/>
          </a:xfrm>
          <a:prstGeom prst="rect">
            <a:avLst/>
          </a:prstGeom>
          <a:noFill/>
        </p:spPr>
        <p:txBody>
          <a:bodyPr vert="horz" lIns="91440" tIns="45720" rIns="91440" bIns="45720" rtlCol="0" anchor="b">
            <a:noAutofit/>
          </a:bodyPr>
          <a:lstStyle>
            <a:lvl1pPr algn="l" defTabSz="914400" rtl="0" eaLnBrk="1" latinLnBrk="0" hangingPunct="1">
              <a:lnSpc>
                <a:spcPct val="90000"/>
              </a:lnSpc>
              <a:spcBef>
                <a:spcPct val="0"/>
              </a:spcBef>
              <a:buNone/>
              <a:defRPr sz="4400" b="1" i="0" kern="1200">
                <a:solidFill>
                  <a:schemeClr val="accent2">
                    <a:lumMod val="25000"/>
                  </a:schemeClr>
                </a:solidFill>
                <a:latin typeface="+mj-lt"/>
                <a:ea typeface="+mj-ea"/>
                <a:cs typeface="+mj-cs"/>
              </a:defRPr>
            </a:lvl1pPr>
          </a:lstStyle>
          <a:p>
            <a:r>
              <a:rPr lang="en-US" sz="4000" dirty="0"/>
              <a:t>Q.1.c) What are Systems that “Act/Behave Rationally”, and Systems that “Act/Behave Humanly”.</a:t>
            </a:r>
            <a:br>
              <a:rPr lang="en-GB" dirty="0"/>
            </a:br>
            <a:br>
              <a:rPr lang="en-GB" dirty="0"/>
            </a:br>
            <a:br>
              <a:rPr lang="en-GB" dirty="0"/>
            </a:br>
            <a:endParaRPr lang="en-US" dirty="0"/>
          </a:p>
        </p:txBody>
      </p:sp>
      <p:sp>
        <p:nvSpPr>
          <p:cNvPr id="10" name="Content Placeholder 2">
            <a:extLst>
              <a:ext uri="{FF2B5EF4-FFF2-40B4-BE49-F238E27FC236}">
                <a16:creationId xmlns:a16="http://schemas.microsoft.com/office/drawing/2014/main" id="{800B7183-0EC6-66E0-484D-2A0C83B58851}"/>
              </a:ext>
            </a:extLst>
          </p:cNvPr>
          <p:cNvSpPr txBox="1">
            <a:spLocks/>
          </p:cNvSpPr>
          <p:nvPr/>
        </p:nvSpPr>
        <p:spPr>
          <a:xfrm>
            <a:off x="368056" y="2256028"/>
            <a:ext cx="10665704" cy="2858008"/>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000" b="0" i="0" kern="1200">
                <a:solidFill>
                  <a:schemeClr val="accent2">
                    <a:lumMod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b="1" dirty="0"/>
              <a:t>Acting Humanly:</a:t>
            </a:r>
            <a:r>
              <a:rPr lang="en-GB" dirty="0"/>
              <a:t> This approach focuses on making computers do tasks at which people are currently better. Success is measured by how closely a machine copies human actions, imperfections, and cognitive quirks (e.g., passing the Turing Test).</a:t>
            </a:r>
          </a:p>
          <a:p>
            <a:r>
              <a:rPr lang="en-GB" b="1" dirty="0"/>
              <a:t>Acting Rationally:</a:t>
            </a:r>
            <a:r>
              <a:rPr lang="en-GB" dirty="0"/>
              <a:t> This approach drops the requirement to match human </a:t>
            </a:r>
            <a:r>
              <a:rPr lang="en-GB" dirty="0" err="1"/>
              <a:t>behavior</a:t>
            </a:r>
            <a:r>
              <a:rPr lang="en-GB" dirty="0"/>
              <a:t>. Instead, a rational agent acts to optimally achieve its goals (doing the "right thing") by maximizing its expected performance measure given the available information and resources. This is comparable to building flying machines using aerodynamics rather than exactly mimicking how birds flap their wings.</a:t>
            </a:r>
          </a:p>
        </p:txBody>
      </p:sp>
      <p:sp>
        <p:nvSpPr>
          <p:cNvPr id="11" name="Slide Number Placeholder 9">
            <a:extLst>
              <a:ext uri="{FF2B5EF4-FFF2-40B4-BE49-F238E27FC236}">
                <a16:creationId xmlns:a16="http://schemas.microsoft.com/office/drawing/2014/main" id="{EE52ED0E-F081-5026-4A02-93B8BD38EE77}"/>
              </a:ext>
            </a:extLst>
          </p:cNvPr>
          <p:cNvSpPr>
            <a:spLocks noGrp="1"/>
          </p:cNvSpPr>
          <p:nvPr>
            <p:ph type="sldNum" sz="quarter" idx="12"/>
          </p:nvPr>
        </p:nvSpPr>
        <p:spPr>
          <a:xfrm>
            <a:off x="9375912" y="6563001"/>
            <a:ext cx="2743200" cy="228600"/>
          </a:xfrm>
        </p:spPr>
        <p:txBody>
          <a:bodyPr/>
          <a:lstStyle/>
          <a:p>
            <a:fld id="{CBD12358-51D2-46B3-9BDE-DF29528B9454}" type="slidenum">
              <a:rPr lang="en-US" smtClean="0"/>
              <a:pPr/>
              <a:t>5</a:t>
            </a:fld>
            <a:endParaRPr lang="en-US" dirty="0"/>
          </a:p>
        </p:txBody>
      </p:sp>
    </p:spTree>
    <p:extLst>
      <p:ext uri="{BB962C8B-B14F-4D97-AF65-F5344CB8AC3E}">
        <p14:creationId xmlns:p14="http://schemas.microsoft.com/office/powerpoint/2010/main" val="39823700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33000">
              <a:schemeClr val="bg2"/>
            </a:gs>
            <a:gs pos="59000">
              <a:schemeClr val="tx2">
                <a:lumMod val="90000"/>
                <a:alpha val="65163"/>
              </a:schemeClr>
            </a:gs>
          </a:gsLst>
          <a:lin ang="21594000" scaled="0"/>
        </a:gradFill>
        <a:effectLst/>
      </p:bgPr>
    </p:bg>
    <p:spTree>
      <p:nvGrpSpPr>
        <p:cNvPr id="1" name="">
          <a:extLst>
            <a:ext uri="{FF2B5EF4-FFF2-40B4-BE49-F238E27FC236}">
              <a16:creationId xmlns:a16="http://schemas.microsoft.com/office/drawing/2014/main" id="{B2277E80-B81C-C138-88AD-C75AB6FCFB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04C688-FC3D-D581-681E-21B3A2907C1E}"/>
              </a:ext>
            </a:extLst>
          </p:cNvPr>
          <p:cNvSpPr>
            <a:spLocks noGrp="1"/>
          </p:cNvSpPr>
          <p:nvPr>
            <p:ph type="title"/>
          </p:nvPr>
        </p:nvSpPr>
        <p:spPr>
          <a:xfrm>
            <a:off x="235976" y="2283968"/>
            <a:ext cx="11956024" cy="1655064"/>
          </a:xfrm>
          <a:noFill/>
        </p:spPr>
        <p:txBody>
          <a:bodyPr anchor="b">
            <a:noAutofit/>
          </a:bodyPr>
          <a:lstStyle/>
          <a:p>
            <a:r>
              <a:rPr lang="en-US" sz="4000" dirty="0"/>
              <a:t>Q.1.d) What is </a:t>
            </a:r>
            <a:r>
              <a:rPr lang="en-US" dirty="0"/>
              <a:t>“Weak AI Hypothesis” versus the “Strong AI Hypothesis”.</a:t>
            </a:r>
            <a:br>
              <a:rPr lang="en-GB" dirty="0"/>
            </a:br>
            <a:br>
              <a:rPr lang="en-GB" dirty="0"/>
            </a:br>
            <a:br>
              <a:rPr lang="en-GB" dirty="0"/>
            </a:br>
            <a:br>
              <a:rPr lang="en-GB" dirty="0"/>
            </a:br>
            <a:endParaRPr lang="en-US" dirty="0"/>
          </a:p>
        </p:txBody>
      </p:sp>
      <p:sp>
        <p:nvSpPr>
          <p:cNvPr id="3" name="Content Placeholder 2">
            <a:extLst>
              <a:ext uri="{FF2B5EF4-FFF2-40B4-BE49-F238E27FC236}">
                <a16:creationId xmlns:a16="http://schemas.microsoft.com/office/drawing/2014/main" id="{B87CA3E6-C341-9B6A-CAED-D6D2FF9ACC4C}"/>
              </a:ext>
            </a:extLst>
          </p:cNvPr>
          <p:cNvSpPr>
            <a:spLocks noGrp="1"/>
          </p:cNvSpPr>
          <p:nvPr>
            <p:ph idx="1"/>
          </p:nvPr>
        </p:nvSpPr>
        <p:spPr>
          <a:xfrm>
            <a:off x="429016" y="1999996"/>
            <a:ext cx="10665704" cy="2858008"/>
          </a:xfrm>
          <a:noFill/>
        </p:spPr>
        <p:txBody>
          <a:bodyPr>
            <a:noAutofit/>
          </a:bodyPr>
          <a:lstStyle/>
          <a:p>
            <a:r>
              <a:rPr lang="en-GB" b="1" dirty="0"/>
              <a:t>Weak AI Hypothesis:</a:t>
            </a:r>
            <a:r>
              <a:rPr lang="en-GB" dirty="0"/>
              <a:t> Asserts that we can accurately simulate animal or human intelligent </a:t>
            </a:r>
            <a:r>
              <a:rPr lang="en-GB" dirty="0" err="1"/>
              <a:t>behavior</a:t>
            </a:r>
            <a:r>
              <a:rPr lang="en-GB" dirty="0"/>
              <a:t> in a computer program, acting as an extremely powerful tool for problem-solving without genuine consciousness.</a:t>
            </a:r>
          </a:p>
          <a:p>
            <a:r>
              <a:rPr lang="en-GB" b="1" dirty="0"/>
              <a:t>Strong AI Hypothesis:</a:t>
            </a:r>
            <a:r>
              <a:rPr lang="en-GB" dirty="0"/>
              <a:t> Asserts that we can create algorithms that are genuinely intelligent, possessing actual minds, consciousness, self-awareness, and free-will.</a:t>
            </a:r>
          </a:p>
        </p:txBody>
      </p:sp>
      <p:sp>
        <p:nvSpPr>
          <p:cNvPr id="4" name="Slide Number Placeholder 9">
            <a:extLst>
              <a:ext uri="{FF2B5EF4-FFF2-40B4-BE49-F238E27FC236}">
                <a16:creationId xmlns:a16="http://schemas.microsoft.com/office/drawing/2014/main" id="{9CE4B3E0-F777-7324-5653-93782A2EADDA}"/>
              </a:ext>
            </a:extLst>
          </p:cNvPr>
          <p:cNvSpPr>
            <a:spLocks noGrp="1"/>
          </p:cNvSpPr>
          <p:nvPr>
            <p:ph type="sldNum" sz="quarter" idx="12"/>
          </p:nvPr>
        </p:nvSpPr>
        <p:spPr>
          <a:xfrm>
            <a:off x="9375912" y="6563001"/>
            <a:ext cx="2743200" cy="228600"/>
          </a:xfrm>
        </p:spPr>
        <p:txBody>
          <a:bodyPr/>
          <a:lstStyle/>
          <a:p>
            <a:fld id="{CBD12358-51D2-46B3-9BDE-DF29528B9454}" type="slidenum">
              <a:rPr lang="en-US" smtClean="0"/>
              <a:pPr/>
              <a:t>6</a:t>
            </a:fld>
            <a:endParaRPr lang="en-US" dirty="0"/>
          </a:p>
        </p:txBody>
      </p:sp>
    </p:spTree>
    <p:extLst>
      <p:ext uri="{BB962C8B-B14F-4D97-AF65-F5344CB8AC3E}">
        <p14:creationId xmlns:p14="http://schemas.microsoft.com/office/powerpoint/2010/main" val="14096547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33000">
              <a:schemeClr val="bg2"/>
            </a:gs>
            <a:gs pos="59000">
              <a:schemeClr val="tx2">
                <a:lumMod val="90000"/>
                <a:alpha val="65163"/>
              </a:schemeClr>
            </a:gs>
          </a:gsLst>
          <a:lin ang="21594000" scaled="0"/>
        </a:gradFill>
        <a:effectLst/>
      </p:bgPr>
    </p:bg>
    <p:spTree>
      <p:nvGrpSpPr>
        <p:cNvPr id="1" name="">
          <a:extLst>
            <a:ext uri="{FF2B5EF4-FFF2-40B4-BE49-F238E27FC236}">
              <a16:creationId xmlns:a16="http://schemas.microsoft.com/office/drawing/2014/main" id="{ABED9279-2C19-BF4B-AB64-D32930A2D23C}"/>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A2FF31FC-54AA-054C-F18E-44E3DBE05D13}"/>
              </a:ext>
            </a:extLst>
          </p:cNvPr>
          <p:cNvSpPr txBox="1">
            <a:spLocks/>
          </p:cNvSpPr>
          <p:nvPr/>
        </p:nvSpPr>
        <p:spPr>
          <a:xfrm>
            <a:off x="235976" y="2944368"/>
            <a:ext cx="11956024" cy="1655064"/>
          </a:xfrm>
          <a:prstGeom prst="rect">
            <a:avLst/>
          </a:prstGeom>
          <a:noFill/>
        </p:spPr>
        <p:txBody>
          <a:bodyPr vert="horz" lIns="91440" tIns="45720" rIns="91440" bIns="45720" rtlCol="0" anchor="b">
            <a:noAutofit/>
          </a:bodyPr>
          <a:lstStyle>
            <a:lvl1pPr algn="l" defTabSz="914400" rtl="0" eaLnBrk="1" latinLnBrk="0" hangingPunct="1">
              <a:lnSpc>
                <a:spcPct val="90000"/>
              </a:lnSpc>
              <a:spcBef>
                <a:spcPct val="0"/>
              </a:spcBef>
              <a:buNone/>
              <a:defRPr sz="4400" b="1" i="0" kern="1200">
                <a:solidFill>
                  <a:schemeClr val="accent2">
                    <a:lumMod val="25000"/>
                  </a:schemeClr>
                </a:solidFill>
                <a:latin typeface="+mj-lt"/>
                <a:ea typeface="+mj-ea"/>
                <a:cs typeface="+mj-cs"/>
              </a:defRPr>
            </a:lvl1pPr>
          </a:lstStyle>
          <a:p>
            <a:r>
              <a:rPr lang="en-US" sz="4000" dirty="0"/>
              <a:t>Q.1.e) What are </a:t>
            </a:r>
            <a:r>
              <a:rPr lang="en-US" dirty="0"/>
              <a:t>The two most fundamental concerns of AI researchers.</a:t>
            </a:r>
            <a:br>
              <a:rPr lang="en-GB" dirty="0"/>
            </a:br>
            <a:br>
              <a:rPr lang="en-GB" dirty="0"/>
            </a:br>
            <a:br>
              <a:rPr lang="en-GB" dirty="0"/>
            </a:br>
            <a:br>
              <a:rPr lang="en-GB" dirty="0"/>
            </a:br>
            <a:br>
              <a:rPr lang="en-GB" dirty="0"/>
            </a:br>
            <a:endParaRPr lang="en-US" dirty="0"/>
          </a:p>
        </p:txBody>
      </p:sp>
      <p:sp>
        <p:nvSpPr>
          <p:cNvPr id="10" name="Content Placeholder 2">
            <a:extLst>
              <a:ext uri="{FF2B5EF4-FFF2-40B4-BE49-F238E27FC236}">
                <a16:creationId xmlns:a16="http://schemas.microsoft.com/office/drawing/2014/main" id="{1C65A2D0-21C6-14C5-17AC-036DC406B445}"/>
              </a:ext>
            </a:extLst>
          </p:cNvPr>
          <p:cNvSpPr txBox="1">
            <a:spLocks/>
          </p:cNvSpPr>
          <p:nvPr/>
        </p:nvSpPr>
        <p:spPr>
          <a:xfrm>
            <a:off x="235976" y="2140712"/>
            <a:ext cx="10665704" cy="2858008"/>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000" b="0" i="0" kern="1200">
                <a:solidFill>
                  <a:schemeClr val="accent2">
                    <a:lumMod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According to the foundational traditions of AI (such as Luger's framework), the two core cross-cutting concerns are:</a:t>
            </a:r>
          </a:p>
          <a:p>
            <a:r>
              <a:rPr lang="en-GB" b="1" dirty="0"/>
              <a:t>Knowledge Representation:</a:t>
            </a:r>
            <a:r>
              <a:rPr lang="en-GB" dirty="0"/>
              <a:t> How to formalize real-world facts, rules, structures, and uncertain domain knowledge into symbolic or numeric forms that a computer can store and manipulate.</a:t>
            </a:r>
          </a:p>
          <a:p>
            <a:r>
              <a:rPr lang="en-GB" b="1" dirty="0"/>
              <a:t>Search/Problem Solving:</a:t>
            </a:r>
            <a:r>
              <a:rPr lang="en-GB" dirty="0"/>
              <a:t> Efficiently navigating a massive graph or space of potential alternative states to discover an optimal sequence of operators leading to a goal.</a:t>
            </a:r>
          </a:p>
        </p:txBody>
      </p:sp>
      <p:sp>
        <p:nvSpPr>
          <p:cNvPr id="11" name="Slide Number Placeholder 9">
            <a:extLst>
              <a:ext uri="{FF2B5EF4-FFF2-40B4-BE49-F238E27FC236}">
                <a16:creationId xmlns:a16="http://schemas.microsoft.com/office/drawing/2014/main" id="{BE422BBC-A4FF-06D8-39A6-5312E6AE82C9}"/>
              </a:ext>
            </a:extLst>
          </p:cNvPr>
          <p:cNvSpPr>
            <a:spLocks noGrp="1"/>
          </p:cNvSpPr>
          <p:nvPr>
            <p:ph type="sldNum" sz="quarter" idx="12"/>
          </p:nvPr>
        </p:nvSpPr>
        <p:spPr>
          <a:xfrm>
            <a:off x="9375912" y="6563001"/>
            <a:ext cx="2743200" cy="228600"/>
          </a:xfrm>
        </p:spPr>
        <p:txBody>
          <a:bodyPr/>
          <a:lstStyle/>
          <a:p>
            <a:fld id="{CBD12358-51D2-46B3-9BDE-DF29528B9454}" type="slidenum">
              <a:rPr lang="en-US" smtClean="0"/>
              <a:pPr/>
              <a:t>7</a:t>
            </a:fld>
            <a:endParaRPr lang="en-US" dirty="0"/>
          </a:p>
        </p:txBody>
      </p:sp>
    </p:spTree>
    <p:extLst>
      <p:ext uri="{BB962C8B-B14F-4D97-AF65-F5344CB8AC3E}">
        <p14:creationId xmlns:p14="http://schemas.microsoft.com/office/powerpoint/2010/main" val="2001605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33000">
              <a:schemeClr val="bg2"/>
            </a:gs>
            <a:gs pos="59000">
              <a:schemeClr val="tx2">
                <a:lumMod val="90000"/>
                <a:alpha val="65163"/>
              </a:schemeClr>
            </a:gs>
          </a:gsLst>
          <a:lin ang="21594000" scaled="0"/>
        </a:gradFill>
        <a:effectLst/>
      </p:bgPr>
    </p:bg>
    <p:spTree>
      <p:nvGrpSpPr>
        <p:cNvPr id="1" name="">
          <a:extLst>
            <a:ext uri="{FF2B5EF4-FFF2-40B4-BE49-F238E27FC236}">
              <a16:creationId xmlns:a16="http://schemas.microsoft.com/office/drawing/2014/main" id="{5CA2124C-C585-B40B-EA68-C86CE7D3B0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16E115-A233-7B7B-1258-78126578C430}"/>
              </a:ext>
            </a:extLst>
          </p:cNvPr>
          <p:cNvSpPr>
            <a:spLocks noGrp="1"/>
          </p:cNvSpPr>
          <p:nvPr>
            <p:ph type="title"/>
          </p:nvPr>
        </p:nvSpPr>
        <p:spPr>
          <a:xfrm>
            <a:off x="235976" y="2944368"/>
            <a:ext cx="11956024" cy="1655064"/>
          </a:xfrm>
          <a:noFill/>
        </p:spPr>
        <p:txBody>
          <a:bodyPr anchor="b">
            <a:noAutofit/>
          </a:bodyPr>
          <a:lstStyle/>
          <a:p>
            <a:r>
              <a:rPr lang="en-US" sz="4000" dirty="0"/>
              <a:t>Q.1.f) What are </a:t>
            </a:r>
            <a:r>
              <a:rPr lang="en-US" dirty="0"/>
              <a:t>Intelligent Agents.</a:t>
            </a:r>
            <a:br>
              <a:rPr lang="en-GB" dirty="0"/>
            </a:br>
            <a:br>
              <a:rPr lang="en-GB" dirty="0"/>
            </a:br>
            <a:br>
              <a:rPr lang="en-GB" dirty="0"/>
            </a:br>
            <a:br>
              <a:rPr lang="en-GB" dirty="0"/>
            </a:br>
            <a:br>
              <a:rPr lang="en-GB" dirty="0"/>
            </a:br>
            <a:br>
              <a:rPr lang="en-GB" dirty="0"/>
            </a:br>
            <a:endParaRPr lang="en-US" dirty="0"/>
          </a:p>
        </p:txBody>
      </p:sp>
      <p:sp>
        <p:nvSpPr>
          <p:cNvPr id="3" name="Content Placeholder 2">
            <a:extLst>
              <a:ext uri="{FF2B5EF4-FFF2-40B4-BE49-F238E27FC236}">
                <a16:creationId xmlns:a16="http://schemas.microsoft.com/office/drawing/2014/main" id="{A62779E0-4C0E-BBD5-25E5-01FB4107D7A9}"/>
              </a:ext>
            </a:extLst>
          </p:cNvPr>
          <p:cNvSpPr>
            <a:spLocks noGrp="1"/>
          </p:cNvSpPr>
          <p:nvPr>
            <p:ph idx="1"/>
          </p:nvPr>
        </p:nvSpPr>
        <p:spPr>
          <a:xfrm>
            <a:off x="469656" y="1957832"/>
            <a:ext cx="10665704" cy="2858008"/>
          </a:xfrm>
          <a:noFill/>
        </p:spPr>
        <p:txBody>
          <a:bodyPr>
            <a:noAutofit/>
          </a:bodyPr>
          <a:lstStyle/>
          <a:p>
            <a:r>
              <a:rPr lang="en-GB" b="1" dirty="0"/>
              <a:t>Description:</a:t>
            </a:r>
            <a:r>
              <a:rPr lang="en-GB" dirty="0"/>
              <a:t> An agent is anything that perceives its environment through sensors and acts upon that environment via actuators.</a:t>
            </a:r>
          </a:p>
          <a:p>
            <a:r>
              <a:rPr lang="en-GB" dirty="0"/>
              <a:t>An </a:t>
            </a:r>
            <a:r>
              <a:rPr lang="en-GB" b="1" i="1" dirty="0"/>
              <a:t>intelligent</a:t>
            </a:r>
            <a:r>
              <a:rPr lang="en-GB" b="1" dirty="0"/>
              <a:t> agent </a:t>
            </a:r>
            <a:r>
              <a:rPr lang="en-GB" dirty="0"/>
              <a:t>selects actions that are appropriate for its goals and circumstances, is flexible to changing environments, and learns from experience to maximize its performance metrics under resource constraints.</a:t>
            </a:r>
          </a:p>
        </p:txBody>
      </p:sp>
      <p:sp>
        <p:nvSpPr>
          <p:cNvPr id="4" name="Slide Number Placeholder 9">
            <a:extLst>
              <a:ext uri="{FF2B5EF4-FFF2-40B4-BE49-F238E27FC236}">
                <a16:creationId xmlns:a16="http://schemas.microsoft.com/office/drawing/2014/main" id="{4F0879C3-17BE-DEA1-F4E4-6D8C8752D5FD}"/>
              </a:ext>
            </a:extLst>
          </p:cNvPr>
          <p:cNvSpPr>
            <a:spLocks noGrp="1"/>
          </p:cNvSpPr>
          <p:nvPr>
            <p:ph type="sldNum" sz="quarter" idx="12"/>
          </p:nvPr>
        </p:nvSpPr>
        <p:spPr>
          <a:xfrm>
            <a:off x="9375912" y="6563001"/>
            <a:ext cx="2743200" cy="228600"/>
          </a:xfrm>
        </p:spPr>
        <p:txBody>
          <a:bodyPr/>
          <a:lstStyle/>
          <a:p>
            <a:fld id="{CBD12358-51D2-46B3-9BDE-DF29528B9454}" type="slidenum">
              <a:rPr lang="en-US" smtClean="0"/>
              <a:pPr/>
              <a:t>8</a:t>
            </a:fld>
            <a:endParaRPr lang="en-US" dirty="0"/>
          </a:p>
        </p:txBody>
      </p:sp>
    </p:spTree>
    <p:extLst>
      <p:ext uri="{BB962C8B-B14F-4D97-AF65-F5344CB8AC3E}">
        <p14:creationId xmlns:p14="http://schemas.microsoft.com/office/powerpoint/2010/main" val="22459747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33000">
              <a:schemeClr val="bg2"/>
            </a:gs>
            <a:gs pos="59000">
              <a:schemeClr val="tx2">
                <a:lumMod val="90000"/>
                <a:alpha val="65163"/>
              </a:schemeClr>
            </a:gs>
          </a:gsLst>
          <a:lin ang="21594000" scaled="0"/>
        </a:gradFill>
        <a:effectLst/>
      </p:bgPr>
    </p:bg>
    <p:spTree>
      <p:nvGrpSpPr>
        <p:cNvPr id="1" name="">
          <a:extLst>
            <a:ext uri="{FF2B5EF4-FFF2-40B4-BE49-F238E27FC236}">
              <a16:creationId xmlns:a16="http://schemas.microsoft.com/office/drawing/2014/main" id="{96C17831-4AE0-FD72-17A3-D8CFFC5244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DF2FD1-0A37-192B-4FBF-16B2BD23E332}"/>
              </a:ext>
            </a:extLst>
          </p:cNvPr>
          <p:cNvSpPr>
            <a:spLocks noGrp="1"/>
          </p:cNvSpPr>
          <p:nvPr>
            <p:ph type="title"/>
          </p:nvPr>
        </p:nvSpPr>
        <p:spPr>
          <a:xfrm>
            <a:off x="256296" y="-289201"/>
            <a:ext cx="9984984" cy="1655064"/>
          </a:xfrm>
          <a:noFill/>
        </p:spPr>
        <p:txBody>
          <a:bodyPr anchor="b">
            <a:noAutofit/>
          </a:bodyPr>
          <a:lstStyle/>
          <a:p>
            <a:r>
              <a:rPr lang="en-GB" sz="4000" dirty="0"/>
              <a:t>Question 2: Give the scientific term for each of the following statements:</a:t>
            </a:r>
            <a:endParaRPr lang="en-US" dirty="0"/>
          </a:p>
        </p:txBody>
      </p:sp>
      <p:sp>
        <p:nvSpPr>
          <p:cNvPr id="4" name="Slide Number Placeholder 9">
            <a:extLst>
              <a:ext uri="{FF2B5EF4-FFF2-40B4-BE49-F238E27FC236}">
                <a16:creationId xmlns:a16="http://schemas.microsoft.com/office/drawing/2014/main" id="{8FAE0DD8-8DDF-0314-92CC-01DA23CF6727}"/>
              </a:ext>
            </a:extLst>
          </p:cNvPr>
          <p:cNvSpPr>
            <a:spLocks noGrp="1"/>
          </p:cNvSpPr>
          <p:nvPr>
            <p:ph type="sldNum" sz="quarter" idx="12"/>
          </p:nvPr>
        </p:nvSpPr>
        <p:spPr>
          <a:xfrm>
            <a:off x="9375912" y="6563001"/>
            <a:ext cx="2743200" cy="228600"/>
          </a:xfrm>
        </p:spPr>
        <p:txBody>
          <a:bodyPr/>
          <a:lstStyle/>
          <a:p>
            <a:fld id="{CBD12358-51D2-46B3-9BDE-DF29528B9454}" type="slidenum">
              <a:rPr lang="en-US" smtClean="0"/>
              <a:pPr/>
              <a:t>9</a:t>
            </a:fld>
            <a:endParaRPr lang="en-US" dirty="0"/>
          </a:p>
        </p:txBody>
      </p:sp>
      <p:graphicFrame>
        <p:nvGraphicFramePr>
          <p:cNvPr id="7" name="Table 6">
            <a:extLst>
              <a:ext uri="{FF2B5EF4-FFF2-40B4-BE49-F238E27FC236}">
                <a16:creationId xmlns:a16="http://schemas.microsoft.com/office/drawing/2014/main" id="{E2CF999A-0F78-B894-5A87-B7DE588C8BBD}"/>
              </a:ext>
            </a:extLst>
          </p:cNvPr>
          <p:cNvGraphicFramePr>
            <a:graphicFrameLocks noGrp="1"/>
          </p:cNvGraphicFramePr>
          <p:nvPr>
            <p:extLst>
              <p:ext uri="{D42A27DB-BD31-4B8C-83A1-F6EECF244321}">
                <p14:modId xmlns:p14="http://schemas.microsoft.com/office/powerpoint/2010/main" val="4033297220"/>
              </p:ext>
            </p:extLst>
          </p:nvPr>
        </p:nvGraphicFramePr>
        <p:xfrm>
          <a:off x="497840" y="1512146"/>
          <a:ext cx="11064240" cy="4417344"/>
        </p:xfrm>
        <a:graphic>
          <a:graphicData uri="http://schemas.openxmlformats.org/drawingml/2006/table">
            <a:tbl>
              <a:tblPr firstRow="1" bandRow="1">
                <a:tableStyleId>{0E3FDE45-AF77-4B5C-9715-49D594BDF05E}</a:tableStyleId>
              </a:tblPr>
              <a:tblGrid>
                <a:gridCol w="5532120">
                  <a:extLst>
                    <a:ext uri="{9D8B030D-6E8A-4147-A177-3AD203B41FA5}">
                      <a16:colId xmlns:a16="http://schemas.microsoft.com/office/drawing/2014/main" val="3806344061"/>
                    </a:ext>
                  </a:extLst>
                </a:gridCol>
                <a:gridCol w="5532120">
                  <a:extLst>
                    <a:ext uri="{9D8B030D-6E8A-4147-A177-3AD203B41FA5}">
                      <a16:colId xmlns:a16="http://schemas.microsoft.com/office/drawing/2014/main" val="1157766148"/>
                    </a:ext>
                  </a:extLst>
                </a:gridCol>
              </a:tblGrid>
              <a:tr h="647136">
                <a:tc>
                  <a:txBody>
                    <a:bodyPr/>
                    <a:lstStyle/>
                    <a:p>
                      <a:r>
                        <a:rPr lang="en-GB" dirty="0"/>
                        <a:t>Statement</a:t>
                      </a:r>
                    </a:p>
                  </a:txBody>
                  <a:tcPr>
                    <a:solidFill>
                      <a:srgbClr val="00B0F0"/>
                    </a:solidFill>
                  </a:tcPr>
                </a:tc>
                <a:tc>
                  <a:txBody>
                    <a:bodyPr/>
                    <a:lstStyle/>
                    <a:p>
                      <a:r>
                        <a:rPr lang="en-GB" dirty="0"/>
                        <a:t>Scientific Term</a:t>
                      </a:r>
                    </a:p>
                  </a:txBody>
                  <a:tcPr>
                    <a:solidFill>
                      <a:srgbClr val="00B0F0"/>
                    </a:solidFill>
                  </a:tcPr>
                </a:tc>
                <a:extLst>
                  <a:ext uri="{0D108BD9-81ED-4DB2-BD59-A6C34878D82A}">
                    <a16:rowId xmlns:a16="http://schemas.microsoft.com/office/drawing/2014/main" val="1085818174"/>
                  </a:ext>
                </a:extLst>
              </a:tr>
              <a:tr h="647136">
                <a:tc>
                  <a:txBody>
                    <a:bodyPr/>
                    <a:lstStyle/>
                    <a:p>
                      <a:r>
                        <a:rPr lang="en-GB" dirty="0"/>
                        <a:t>The branch of computer science that is concerned with the automation of intelligent </a:t>
                      </a:r>
                      <a:r>
                        <a:rPr lang="en-GB" dirty="0" err="1"/>
                        <a:t>behavior</a:t>
                      </a:r>
                      <a:r>
                        <a:rPr lang="en-GB" dirty="0"/>
                        <a:t>.</a:t>
                      </a:r>
                    </a:p>
                  </a:txBody>
                  <a:tcPr>
                    <a:solidFill>
                      <a:schemeClr val="accent2">
                        <a:lumMod val="50000"/>
                        <a:alpha val="20000"/>
                      </a:schemeClr>
                    </a:solidFill>
                  </a:tcPr>
                </a:tc>
                <a:tc>
                  <a:txBody>
                    <a:bodyPr/>
                    <a:lstStyle/>
                    <a:p>
                      <a:r>
                        <a:rPr lang="en-GB" b="1" dirty="0"/>
                        <a:t>Artificial Intelligence (AI)</a:t>
                      </a:r>
                    </a:p>
                  </a:txBody>
                  <a:tcPr>
                    <a:solidFill>
                      <a:schemeClr val="accent2">
                        <a:lumMod val="50000"/>
                        <a:alpha val="20000"/>
                      </a:schemeClr>
                    </a:solidFill>
                  </a:tcPr>
                </a:tc>
                <a:extLst>
                  <a:ext uri="{0D108BD9-81ED-4DB2-BD59-A6C34878D82A}">
                    <a16:rowId xmlns:a16="http://schemas.microsoft.com/office/drawing/2014/main" val="2313253130"/>
                  </a:ext>
                </a:extLst>
              </a:tr>
              <a:tr h="647136">
                <a:tc>
                  <a:txBody>
                    <a:bodyPr/>
                    <a:lstStyle/>
                    <a:p>
                      <a:r>
                        <a:rPr lang="en-GB" dirty="0"/>
                        <a:t>A problem-solving technique that systematically explores a space of problem states.</a:t>
                      </a:r>
                    </a:p>
                  </a:txBody>
                  <a:tcPr/>
                </a:tc>
                <a:tc>
                  <a:txBody>
                    <a:bodyPr/>
                    <a:lstStyle/>
                    <a:p>
                      <a:r>
                        <a:rPr lang="en-GB" b="1" dirty="0"/>
                        <a:t>State Space Search</a:t>
                      </a:r>
                    </a:p>
                  </a:txBody>
                  <a:tcPr/>
                </a:tc>
                <a:extLst>
                  <a:ext uri="{0D108BD9-81ED-4DB2-BD59-A6C34878D82A}">
                    <a16:rowId xmlns:a16="http://schemas.microsoft.com/office/drawing/2014/main" val="2225103748"/>
                  </a:ext>
                </a:extLst>
              </a:tr>
              <a:tr h="759742">
                <a:tc>
                  <a:txBody>
                    <a:bodyPr/>
                    <a:lstStyle/>
                    <a:p>
                      <a:r>
                        <a:rPr lang="en-GB" dirty="0"/>
                        <a:t>Systems that are constructed by obtaining knowledge from a human expert and coding it into a form that a computer may apply to similar problems.</a:t>
                      </a:r>
                    </a:p>
                  </a:txBody>
                  <a:tcPr>
                    <a:solidFill>
                      <a:schemeClr val="accent2">
                        <a:lumMod val="50000"/>
                        <a:alpha val="20000"/>
                      </a:schemeClr>
                    </a:solidFill>
                  </a:tcPr>
                </a:tc>
                <a:tc>
                  <a:txBody>
                    <a:bodyPr/>
                    <a:lstStyle/>
                    <a:p>
                      <a:r>
                        <a:rPr lang="en-GB" b="1" dirty="0"/>
                        <a:t>Expert Systems</a:t>
                      </a:r>
                    </a:p>
                  </a:txBody>
                  <a:tcPr>
                    <a:solidFill>
                      <a:schemeClr val="accent1">
                        <a:lumMod val="75000"/>
                        <a:alpha val="20000"/>
                      </a:schemeClr>
                    </a:solidFill>
                  </a:tcPr>
                </a:tc>
                <a:extLst>
                  <a:ext uri="{0D108BD9-81ED-4DB2-BD59-A6C34878D82A}">
                    <a16:rowId xmlns:a16="http://schemas.microsoft.com/office/drawing/2014/main" val="2534495282"/>
                  </a:ext>
                </a:extLst>
              </a:tr>
              <a:tr h="647136">
                <a:tc>
                  <a:txBody>
                    <a:bodyPr/>
                    <a:lstStyle/>
                    <a:p>
                      <a:r>
                        <a:rPr lang="en-GB" dirty="0"/>
                        <a:t>Models that parallel the structure of neurons in the human brain and used to build intelligent programs.</a:t>
                      </a:r>
                    </a:p>
                  </a:txBody>
                  <a:tcPr/>
                </a:tc>
                <a:tc>
                  <a:txBody>
                    <a:bodyPr/>
                    <a:lstStyle/>
                    <a:p>
                      <a:r>
                        <a:rPr lang="en-GB" b="1" dirty="0"/>
                        <a:t>Artificial Neural Networks (ANN)</a:t>
                      </a:r>
                    </a:p>
                  </a:txBody>
                  <a:tcPr/>
                </a:tc>
                <a:extLst>
                  <a:ext uri="{0D108BD9-81ED-4DB2-BD59-A6C34878D82A}">
                    <a16:rowId xmlns:a16="http://schemas.microsoft.com/office/drawing/2014/main" val="2504362962"/>
                  </a:ext>
                </a:extLst>
              </a:tr>
              <a:tr h="647136">
                <a:tc>
                  <a:txBody>
                    <a:bodyPr/>
                    <a:lstStyle/>
                    <a:p>
                      <a:r>
                        <a:rPr lang="en-GB" dirty="0"/>
                        <a:t>Algorithms that evolve new problem solutions from components of previous solutions using specific operators such as crossover and mutation.</a:t>
                      </a:r>
                    </a:p>
                  </a:txBody>
                  <a:tcPr>
                    <a:solidFill>
                      <a:schemeClr val="accent2">
                        <a:lumMod val="50000"/>
                        <a:alpha val="20000"/>
                      </a:schemeClr>
                    </a:solidFill>
                  </a:tcPr>
                </a:tc>
                <a:tc>
                  <a:txBody>
                    <a:bodyPr/>
                    <a:lstStyle/>
                    <a:p>
                      <a:r>
                        <a:rPr lang="en-GB" b="1" dirty="0"/>
                        <a:t>Genetic / Evolutionary Algorithms</a:t>
                      </a:r>
                    </a:p>
                  </a:txBody>
                  <a:tcPr>
                    <a:solidFill>
                      <a:schemeClr val="accent2">
                        <a:lumMod val="50000"/>
                        <a:alpha val="20000"/>
                      </a:schemeClr>
                    </a:solidFill>
                  </a:tcPr>
                </a:tc>
                <a:extLst>
                  <a:ext uri="{0D108BD9-81ED-4DB2-BD59-A6C34878D82A}">
                    <a16:rowId xmlns:a16="http://schemas.microsoft.com/office/drawing/2014/main" val="3070187191"/>
                  </a:ext>
                </a:extLst>
              </a:tr>
            </a:tbl>
          </a:graphicData>
        </a:graphic>
      </p:graphicFrame>
    </p:spTree>
    <p:extLst>
      <p:ext uri="{BB962C8B-B14F-4D97-AF65-F5344CB8AC3E}">
        <p14:creationId xmlns:p14="http://schemas.microsoft.com/office/powerpoint/2010/main" val="34718070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33000">
              <a:schemeClr val="bg2"/>
            </a:gs>
            <a:gs pos="59000">
              <a:schemeClr val="tx2">
                <a:lumMod val="90000"/>
                <a:alpha val="65163"/>
              </a:schemeClr>
            </a:gs>
          </a:gsLst>
          <a:lin ang="21594000" scaled="0"/>
        </a:gradFill>
        <a:effectLst/>
      </p:bgPr>
    </p:bg>
    <p:spTree>
      <p:nvGrpSpPr>
        <p:cNvPr id="1" name="">
          <a:extLst>
            <a:ext uri="{FF2B5EF4-FFF2-40B4-BE49-F238E27FC236}">
              <a16:creationId xmlns:a16="http://schemas.microsoft.com/office/drawing/2014/main" id="{FAD7EBFE-2757-EA1B-8270-2B050EEAA6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2A123B-C0B7-4F15-E558-611998E801BF}"/>
              </a:ext>
            </a:extLst>
          </p:cNvPr>
          <p:cNvSpPr>
            <a:spLocks noGrp="1"/>
          </p:cNvSpPr>
          <p:nvPr>
            <p:ph type="title"/>
          </p:nvPr>
        </p:nvSpPr>
        <p:spPr>
          <a:xfrm>
            <a:off x="235976" y="811994"/>
            <a:ext cx="11956024" cy="1655064"/>
          </a:xfrm>
          <a:noFill/>
        </p:spPr>
        <p:txBody>
          <a:bodyPr anchor="b">
            <a:noAutofit/>
          </a:bodyPr>
          <a:lstStyle/>
          <a:p>
            <a:r>
              <a:rPr lang="en-GB" sz="4000" dirty="0"/>
              <a:t>Question 3: Criticize Turing's criteria for computer software being "intelligent"; </a:t>
            </a:r>
            <a:br>
              <a:rPr lang="en-GB" sz="4000" dirty="0"/>
            </a:br>
            <a:r>
              <a:rPr lang="en-GB" sz="4000" dirty="0"/>
              <a:t>What is Searle’s thought experiment (the Chinese Room Argument)?</a:t>
            </a:r>
            <a:endParaRPr lang="en-US" dirty="0"/>
          </a:p>
        </p:txBody>
      </p:sp>
      <p:sp>
        <p:nvSpPr>
          <p:cNvPr id="3" name="Content Placeholder 2">
            <a:extLst>
              <a:ext uri="{FF2B5EF4-FFF2-40B4-BE49-F238E27FC236}">
                <a16:creationId xmlns:a16="http://schemas.microsoft.com/office/drawing/2014/main" id="{0889A84E-75CB-C419-9BBC-62BE75A6B4F2}"/>
              </a:ext>
            </a:extLst>
          </p:cNvPr>
          <p:cNvSpPr>
            <a:spLocks noGrp="1"/>
          </p:cNvSpPr>
          <p:nvPr>
            <p:ph idx="1"/>
          </p:nvPr>
        </p:nvSpPr>
        <p:spPr>
          <a:xfrm>
            <a:off x="317256" y="2656183"/>
            <a:ext cx="10665704" cy="2858008"/>
          </a:xfrm>
          <a:noFill/>
        </p:spPr>
        <p:txBody>
          <a:bodyPr>
            <a:noAutofit/>
          </a:bodyPr>
          <a:lstStyle/>
          <a:p>
            <a:r>
              <a:rPr lang="en-GB" b="1" dirty="0"/>
              <a:t>Turing's Criteria Criticism</a:t>
            </a:r>
          </a:p>
          <a:p>
            <a:r>
              <a:rPr lang="en-GB" dirty="0"/>
              <a:t>While operational and practical, the Turing Test is criticized because it measures </a:t>
            </a:r>
            <a:r>
              <a:rPr lang="en-GB" b="1" dirty="0"/>
              <a:t>simulation</a:t>
            </a:r>
            <a:r>
              <a:rPr lang="en-GB" dirty="0"/>
              <a:t> rather than </a:t>
            </a:r>
            <a:r>
              <a:rPr lang="en-GB" b="1" dirty="0"/>
              <a:t>real intelligence</a:t>
            </a:r>
            <a:r>
              <a:rPr lang="en-GB" dirty="0"/>
              <a:t>. A program can pass the test using purely syntactic surface-level lookups, brute-force patterns, or deceptive rules without any structural understanding of what it is saying or doing.</a:t>
            </a:r>
          </a:p>
        </p:txBody>
      </p:sp>
      <p:sp>
        <p:nvSpPr>
          <p:cNvPr id="4" name="Slide Number Placeholder 9">
            <a:extLst>
              <a:ext uri="{FF2B5EF4-FFF2-40B4-BE49-F238E27FC236}">
                <a16:creationId xmlns:a16="http://schemas.microsoft.com/office/drawing/2014/main" id="{62B7A10B-D7B4-43D3-B6A8-62CAEB1CA852}"/>
              </a:ext>
            </a:extLst>
          </p:cNvPr>
          <p:cNvSpPr>
            <a:spLocks noGrp="1"/>
          </p:cNvSpPr>
          <p:nvPr>
            <p:ph type="sldNum" sz="quarter" idx="12"/>
          </p:nvPr>
        </p:nvSpPr>
        <p:spPr>
          <a:xfrm>
            <a:off x="9375912" y="6563001"/>
            <a:ext cx="2743200" cy="228600"/>
          </a:xfrm>
        </p:spPr>
        <p:txBody>
          <a:bodyPr/>
          <a:lstStyle/>
          <a:p>
            <a:fld id="{CBD12358-51D2-46B3-9BDE-DF29528B9454}" type="slidenum">
              <a:rPr lang="en-US" smtClean="0"/>
              <a:pPr/>
              <a:t>10</a:t>
            </a:fld>
            <a:endParaRPr lang="en-US" dirty="0"/>
          </a:p>
        </p:txBody>
      </p:sp>
    </p:spTree>
    <p:extLst>
      <p:ext uri="{BB962C8B-B14F-4D97-AF65-F5344CB8AC3E}">
        <p14:creationId xmlns:p14="http://schemas.microsoft.com/office/powerpoint/2010/main" val="26178679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33000">
              <a:schemeClr val="bg2"/>
            </a:gs>
            <a:gs pos="59000">
              <a:schemeClr val="tx2">
                <a:lumMod val="90000"/>
                <a:alpha val="65163"/>
              </a:schemeClr>
            </a:gs>
          </a:gsLst>
          <a:lin ang="21594000" scaled="0"/>
        </a:gradFill>
        <a:effectLst/>
      </p:bgPr>
    </p:bg>
    <p:spTree>
      <p:nvGrpSpPr>
        <p:cNvPr id="1" name="">
          <a:extLst>
            <a:ext uri="{FF2B5EF4-FFF2-40B4-BE49-F238E27FC236}">
              <a16:creationId xmlns:a16="http://schemas.microsoft.com/office/drawing/2014/main" id="{F0488752-65C6-4636-67EC-6D9B619DFC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59EBE4-EB28-1E5B-B3D8-6B17ABC2D504}"/>
              </a:ext>
            </a:extLst>
          </p:cNvPr>
          <p:cNvSpPr>
            <a:spLocks noGrp="1"/>
          </p:cNvSpPr>
          <p:nvPr>
            <p:ph type="title"/>
          </p:nvPr>
        </p:nvSpPr>
        <p:spPr>
          <a:xfrm>
            <a:off x="235976" y="811994"/>
            <a:ext cx="11956024" cy="1655064"/>
          </a:xfrm>
          <a:noFill/>
        </p:spPr>
        <p:txBody>
          <a:bodyPr anchor="b">
            <a:noAutofit/>
          </a:bodyPr>
          <a:lstStyle/>
          <a:p>
            <a:r>
              <a:rPr lang="en-GB" sz="4000" dirty="0"/>
              <a:t>Question 3: Criticize Turing's criteria for computer software being "intelligent"; </a:t>
            </a:r>
            <a:br>
              <a:rPr lang="en-GB" sz="4000" dirty="0"/>
            </a:br>
            <a:r>
              <a:rPr lang="en-GB" sz="4000" dirty="0"/>
              <a:t>What is Searle’s thought experiment (the Chinese Room Argument)?</a:t>
            </a:r>
            <a:endParaRPr lang="en-US" dirty="0"/>
          </a:p>
        </p:txBody>
      </p:sp>
      <p:sp>
        <p:nvSpPr>
          <p:cNvPr id="3" name="Content Placeholder 2">
            <a:extLst>
              <a:ext uri="{FF2B5EF4-FFF2-40B4-BE49-F238E27FC236}">
                <a16:creationId xmlns:a16="http://schemas.microsoft.com/office/drawing/2014/main" id="{B3B22225-1366-D151-5FD4-AAD10898CD0C}"/>
              </a:ext>
            </a:extLst>
          </p:cNvPr>
          <p:cNvSpPr>
            <a:spLocks noGrp="1"/>
          </p:cNvSpPr>
          <p:nvPr>
            <p:ph idx="1"/>
          </p:nvPr>
        </p:nvSpPr>
        <p:spPr>
          <a:xfrm>
            <a:off x="317256" y="2656183"/>
            <a:ext cx="10665704" cy="2858008"/>
          </a:xfrm>
          <a:noFill/>
        </p:spPr>
        <p:txBody>
          <a:bodyPr>
            <a:noAutofit/>
          </a:bodyPr>
          <a:lstStyle/>
          <a:p>
            <a:r>
              <a:rPr lang="en-GB" b="1" dirty="0"/>
              <a:t>Searle’s Chinese Room Argument</a:t>
            </a:r>
          </a:p>
          <a:p>
            <a:r>
              <a:rPr lang="en-GB" b="1" dirty="0"/>
              <a:t>The Premise:</a:t>
            </a:r>
            <a:r>
              <a:rPr lang="en-GB" dirty="0"/>
              <a:t> John Searle asks us to imagine an English-only speaking person locked inside a room with a massive rulebook written in English. This book outlines manual steps for processing incoming Chinese symbols: "If symbol </a:t>
            </a:r>
            <a:r>
              <a:rPr lang="en-GB" b="1" i="1" dirty="0"/>
              <a:t>X</a:t>
            </a:r>
            <a:r>
              <a:rPr lang="en-GB" dirty="0"/>
              <a:t> comes in, write symbol </a:t>
            </a:r>
            <a:r>
              <a:rPr lang="en-GB" b="1" i="1" dirty="0"/>
              <a:t>Y</a:t>
            </a:r>
            <a:r>
              <a:rPr lang="en-GB" dirty="0"/>
              <a:t> out".</a:t>
            </a:r>
          </a:p>
          <a:p>
            <a:r>
              <a:rPr lang="en-GB" b="1" dirty="0"/>
              <a:t>The Execution:</a:t>
            </a:r>
            <a:r>
              <a:rPr lang="en-GB" dirty="0"/>
              <a:t> Outside observers pass sheets of paper with Chinese characters into the room through a slot. By following the rulebook instructions, the person writes accurate Chinese responses and passes them back out. To the outside observers, the room passes the Turing Test perfectly as a fluent Chinese speaker.</a:t>
            </a:r>
          </a:p>
          <a:p>
            <a:endParaRPr lang="en-GB" dirty="0"/>
          </a:p>
        </p:txBody>
      </p:sp>
      <p:sp>
        <p:nvSpPr>
          <p:cNvPr id="4" name="Slide Number Placeholder 9">
            <a:extLst>
              <a:ext uri="{FF2B5EF4-FFF2-40B4-BE49-F238E27FC236}">
                <a16:creationId xmlns:a16="http://schemas.microsoft.com/office/drawing/2014/main" id="{A83B96CD-0708-7DFE-839C-9F97250F83DF}"/>
              </a:ext>
            </a:extLst>
          </p:cNvPr>
          <p:cNvSpPr>
            <a:spLocks noGrp="1"/>
          </p:cNvSpPr>
          <p:nvPr>
            <p:ph type="sldNum" sz="quarter" idx="12"/>
          </p:nvPr>
        </p:nvSpPr>
        <p:spPr>
          <a:xfrm>
            <a:off x="9375912" y="6563001"/>
            <a:ext cx="2743200" cy="228600"/>
          </a:xfrm>
        </p:spPr>
        <p:txBody>
          <a:bodyPr/>
          <a:lstStyle/>
          <a:p>
            <a:fld id="{CBD12358-51D2-46B3-9BDE-DF29528B9454}" type="slidenum">
              <a:rPr lang="en-US" smtClean="0"/>
              <a:pPr/>
              <a:t>11</a:t>
            </a:fld>
            <a:endParaRPr lang="en-US" dirty="0"/>
          </a:p>
        </p:txBody>
      </p:sp>
    </p:spTree>
    <p:extLst>
      <p:ext uri="{BB962C8B-B14F-4D97-AF65-F5344CB8AC3E}">
        <p14:creationId xmlns:p14="http://schemas.microsoft.com/office/powerpoint/2010/main" val="7733532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33000">
              <a:schemeClr val="bg2"/>
            </a:gs>
            <a:gs pos="59000">
              <a:schemeClr val="tx2">
                <a:lumMod val="90000"/>
                <a:alpha val="65163"/>
              </a:schemeClr>
            </a:gs>
          </a:gsLst>
          <a:lin ang="21594000" scaled="0"/>
        </a:gradFill>
        <a:effectLst/>
      </p:bgPr>
    </p:bg>
    <p:spTree>
      <p:nvGrpSpPr>
        <p:cNvPr id="1" name="">
          <a:extLst>
            <a:ext uri="{FF2B5EF4-FFF2-40B4-BE49-F238E27FC236}">
              <a16:creationId xmlns:a16="http://schemas.microsoft.com/office/drawing/2014/main" id="{538EA232-CACF-5DEB-3F9E-91E8FC8AE0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AF7021-160C-4B0C-A946-B3DEE9172DB7}"/>
              </a:ext>
            </a:extLst>
          </p:cNvPr>
          <p:cNvSpPr>
            <a:spLocks noGrp="1"/>
          </p:cNvSpPr>
          <p:nvPr>
            <p:ph type="title"/>
          </p:nvPr>
        </p:nvSpPr>
        <p:spPr>
          <a:xfrm>
            <a:off x="235976" y="811994"/>
            <a:ext cx="11956024" cy="1655064"/>
          </a:xfrm>
          <a:noFill/>
        </p:spPr>
        <p:txBody>
          <a:bodyPr anchor="b">
            <a:noAutofit/>
          </a:bodyPr>
          <a:lstStyle/>
          <a:p>
            <a:r>
              <a:rPr lang="en-GB" sz="4000" dirty="0"/>
              <a:t>Question 3: Criticize Turing's criteria for computer software being "intelligent"; </a:t>
            </a:r>
            <a:br>
              <a:rPr lang="en-GB" sz="4000" dirty="0"/>
            </a:br>
            <a:r>
              <a:rPr lang="en-GB" sz="4000" dirty="0"/>
              <a:t>What is Searle’s thought experiment (the Chinese Room Argument)?</a:t>
            </a:r>
            <a:endParaRPr lang="en-US" dirty="0"/>
          </a:p>
        </p:txBody>
      </p:sp>
      <p:sp>
        <p:nvSpPr>
          <p:cNvPr id="3" name="Content Placeholder 2">
            <a:extLst>
              <a:ext uri="{FF2B5EF4-FFF2-40B4-BE49-F238E27FC236}">
                <a16:creationId xmlns:a16="http://schemas.microsoft.com/office/drawing/2014/main" id="{4BF76F91-AC3D-35BC-DCA0-5E22313DB6A1}"/>
              </a:ext>
            </a:extLst>
          </p:cNvPr>
          <p:cNvSpPr>
            <a:spLocks noGrp="1"/>
          </p:cNvSpPr>
          <p:nvPr>
            <p:ph idx="1"/>
          </p:nvPr>
        </p:nvSpPr>
        <p:spPr>
          <a:xfrm>
            <a:off x="317256" y="2656183"/>
            <a:ext cx="10665704" cy="2858008"/>
          </a:xfrm>
          <a:noFill/>
        </p:spPr>
        <p:txBody>
          <a:bodyPr>
            <a:noAutofit/>
          </a:bodyPr>
          <a:lstStyle/>
          <a:p>
            <a:r>
              <a:rPr lang="en-GB" b="1" dirty="0"/>
              <a:t>The Conclusion:</a:t>
            </a:r>
            <a:r>
              <a:rPr lang="en-GB" dirty="0"/>
              <a:t> The person inside is executing symbol manipulation rules blindly and </a:t>
            </a:r>
            <a:r>
              <a:rPr lang="en-GB" b="1" dirty="0"/>
              <a:t>does not understand a single word of Chinese</a:t>
            </a:r>
            <a:r>
              <a:rPr lang="en-GB" dirty="0"/>
              <a:t>. Searle points out that this is exactly what an AI program or computer does: it manipulates abstract symbols syntactically without any semantic comprehension or intentionality. Therefore, passing the Turing Test does not prove strong AI or consciousness.</a:t>
            </a:r>
          </a:p>
        </p:txBody>
      </p:sp>
      <p:sp>
        <p:nvSpPr>
          <p:cNvPr id="4" name="Slide Number Placeholder 9">
            <a:extLst>
              <a:ext uri="{FF2B5EF4-FFF2-40B4-BE49-F238E27FC236}">
                <a16:creationId xmlns:a16="http://schemas.microsoft.com/office/drawing/2014/main" id="{A4D48978-4146-614B-F555-62EE598E4CF6}"/>
              </a:ext>
            </a:extLst>
          </p:cNvPr>
          <p:cNvSpPr>
            <a:spLocks noGrp="1"/>
          </p:cNvSpPr>
          <p:nvPr>
            <p:ph type="sldNum" sz="quarter" idx="12"/>
          </p:nvPr>
        </p:nvSpPr>
        <p:spPr>
          <a:xfrm>
            <a:off x="9375912" y="6563001"/>
            <a:ext cx="2743200" cy="228600"/>
          </a:xfrm>
        </p:spPr>
        <p:txBody>
          <a:bodyPr/>
          <a:lstStyle/>
          <a:p>
            <a:fld id="{CBD12358-51D2-46B3-9BDE-DF29528B9454}" type="slidenum">
              <a:rPr lang="en-US" smtClean="0"/>
              <a:pPr/>
              <a:t>12</a:t>
            </a:fld>
            <a:endParaRPr lang="en-US" dirty="0"/>
          </a:p>
        </p:txBody>
      </p:sp>
    </p:spTree>
    <p:extLst>
      <p:ext uri="{BB962C8B-B14F-4D97-AF65-F5344CB8AC3E}">
        <p14:creationId xmlns:p14="http://schemas.microsoft.com/office/powerpoint/2010/main" val="16327433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2A0D7AA-8A21-B977-56ED-94406F29957C}"/>
              </a:ext>
            </a:extLst>
          </p:cNvPr>
          <p:cNvSpPr>
            <a:spLocks noGrp="1"/>
          </p:cNvSpPr>
          <p:nvPr>
            <p:ph type="ctrTitle"/>
          </p:nvPr>
        </p:nvSpPr>
        <p:spPr>
          <a:xfrm>
            <a:off x="1133856" y="56450"/>
            <a:ext cx="9912096" cy="2743200"/>
          </a:xfrm>
          <a:noFill/>
        </p:spPr>
        <p:txBody>
          <a:bodyPr anchor="b">
            <a:noAutofit/>
          </a:bodyPr>
          <a:lstStyle/>
          <a:p>
            <a:r>
              <a:rPr lang="en-US" dirty="0"/>
              <a:t>Thank you</a:t>
            </a:r>
          </a:p>
        </p:txBody>
      </p:sp>
    </p:spTree>
    <p:extLst>
      <p:ext uri="{BB962C8B-B14F-4D97-AF65-F5344CB8AC3E}">
        <p14:creationId xmlns:p14="http://schemas.microsoft.com/office/powerpoint/2010/main" val="3751616652"/>
      </p:ext>
    </p:extLst>
  </p:cSld>
  <p:clrMapOvr>
    <a:masterClrMapping/>
  </p:clrMapOvr>
</p:sld>
</file>

<file path=ppt/theme/theme1.xml><?xml version="1.0" encoding="utf-8"?>
<a:theme xmlns:a="http://schemas.openxmlformats.org/drawingml/2006/main" name="Custom">
  <a:themeElements>
    <a:clrScheme name="Blue spheres">
      <a:dk1>
        <a:srgbClr val="000000"/>
      </a:dk1>
      <a:lt1>
        <a:srgbClr val="FFFFFF"/>
      </a:lt1>
      <a:dk2>
        <a:srgbClr val="E3E7ED"/>
      </a:dk2>
      <a:lt2>
        <a:srgbClr val="E8E8E8"/>
      </a:lt2>
      <a:accent1>
        <a:srgbClr val="7673F7"/>
      </a:accent1>
      <a:accent2>
        <a:srgbClr val="B8C2FD"/>
      </a:accent2>
      <a:accent3>
        <a:srgbClr val="DFE3FC"/>
      </a:accent3>
      <a:accent4>
        <a:srgbClr val="55B3FD"/>
      </a:accent4>
      <a:accent5>
        <a:srgbClr val="99F7F7"/>
      </a:accent5>
      <a:accent6>
        <a:srgbClr val="FEE43F"/>
      </a:accent6>
      <a:hlink>
        <a:srgbClr val="467886"/>
      </a:hlink>
      <a:folHlink>
        <a:srgbClr val="96607D"/>
      </a:folHlink>
    </a:clrScheme>
    <a:fontScheme name="Custom 23">
      <a:majorFont>
        <a:latin typeface="Aptos"/>
        <a:ea typeface=""/>
        <a:cs typeface=""/>
      </a:majorFont>
      <a:minorFont>
        <a:latin typeface="Apto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34076243_win32_CP_V3" id="{81AB0711-29F9-49D0-8A73-16AF25FD4C08}" vid="{D5AD44AB-53B9-4654-A4F8-1821A28F277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9" ma:contentTypeDescription="Create a new document." ma:contentTypeScope="" ma:versionID="6a914531ae0f23be31da2eba1f3b42a9">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ae00154c9e66547f022c4923f88826d6"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0C07E3D-60A7-4F4E-8208-D9CCD01982CB}">
  <ds:schemaRefs>
    <ds:schemaRef ds:uri="http://schemas.microsoft.com/sharepoint/v3/contenttype/forms"/>
  </ds:schemaRefs>
</ds:datastoreItem>
</file>

<file path=customXml/itemProps2.xml><?xml version="1.0" encoding="utf-8"?>
<ds:datastoreItem xmlns:ds="http://schemas.openxmlformats.org/officeDocument/2006/customXml" ds:itemID="{CEA9B47F-3DD8-4645-81DC-B88780643C07}">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customXml/itemProps3.xml><?xml version="1.0" encoding="utf-8"?>
<ds:datastoreItem xmlns:ds="http://schemas.openxmlformats.org/officeDocument/2006/customXml" ds:itemID="{567F3CB5-3475-4129-AB60-D0C937DE910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Blue spheres presentation</Template>
  <TotalTime>1585</TotalTime>
  <Words>1079</Words>
  <Application>Microsoft Office PowerPoint</Application>
  <PresentationFormat>Widescreen</PresentationFormat>
  <Paragraphs>63</Paragraphs>
  <Slides>13</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Aptos</vt:lpstr>
      <vt:lpstr>Arial</vt:lpstr>
      <vt:lpstr>Calibri</vt:lpstr>
      <vt:lpstr>Custom</vt:lpstr>
      <vt:lpstr>Intro To AI</vt:lpstr>
      <vt:lpstr>PowerPoint Presentation</vt:lpstr>
      <vt:lpstr>PowerPoint Presentation</vt:lpstr>
      <vt:lpstr>Q.1.b) What is The Total Turing Test.  </vt:lpstr>
      <vt:lpstr>PowerPoint Presentation</vt:lpstr>
      <vt:lpstr>Q.1.d) What is “Weak AI Hypothesis” versus the “Strong AI Hypothesis”.    </vt:lpstr>
      <vt:lpstr>PowerPoint Presentation</vt:lpstr>
      <vt:lpstr>Q.1.f) What are Intelligent Agents.      </vt:lpstr>
      <vt:lpstr>Question 2: Give the scientific term for each of the following statements:</vt:lpstr>
      <vt:lpstr>Question 3: Criticize Turing's criteria for computer software being "intelligent";  What is Searle’s thought experiment (the Chinese Room Argument)?</vt:lpstr>
      <vt:lpstr>Question 3: Criticize Turing's criteria for computer software being "intelligent";  What is Searle’s thought experiment (the Chinese Room Argument)?</vt:lpstr>
      <vt:lpstr>Question 3: Criticize Turing's criteria for computer software being "intelligent";  What is Searle’s thought experiment (the Chinese Room Argument)?</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Abdulrahman Elmadkhoum</dc:creator>
  <cp:lastModifiedBy>Abdulrahman Elmadkhoum</cp:lastModifiedBy>
  <cp:revision>1</cp:revision>
  <dcterms:created xsi:type="dcterms:W3CDTF">2026-07-18T14:14:54Z</dcterms:created>
  <dcterms:modified xsi:type="dcterms:W3CDTF">2026-07-19T16:40:40Z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