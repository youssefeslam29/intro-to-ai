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57" r:id="rId8"/>
    <p:sldId id="263" r:id="rId9"/>
    <p:sldId id="264" r:id="rId10"/>
    <p:sldId id="265" r:id="rId11"/>
    <p:sldId id="266" r:id="rId12"/>
    <p:sldId id="272"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63" autoAdjust="0"/>
    <p:restoredTop sz="94660"/>
  </p:normalViewPr>
  <p:slideViewPr>
    <p:cSldViewPr snapToGrid="0">
      <p:cViewPr varScale="1">
        <p:scale>
          <a:sx n="85" d="100"/>
          <a:sy n="85" d="100"/>
        </p:scale>
        <p:origin x="36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2-27T19:55:10.892"/>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1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7T19:56:42.265"/>
    </inkml:context>
    <inkml:brush xml:id="br0">
      <inkml:brushProperty name="width" value="0.1" units="cm"/>
      <inkml:brushProperty name="height" value="0.1" units="cm"/>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7T19:56:43.078"/>
    </inkml:context>
    <inkml:brush xml:id="br0">
      <inkml:brushProperty name="width" value="0.1" units="cm"/>
      <inkml:brushProperty name="height" value="0.1" units="cm"/>
    </inkml:brush>
  </inkml:definitions>
  <inkml:trace contextRef="#ctx0" brushRef="#br0">0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7T19:56:45.821"/>
    </inkml:context>
    <inkml:brush xml:id="br0">
      <inkml:brushProperty name="width" value="0.1" units="cm"/>
      <inkml:brushProperty name="height" value="0.1" units="cm"/>
    </inkml:brush>
  </inkml:definitions>
  <inkml:trace contextRef="#ctx0" brushRef="#br0">1 1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7T19:56:47.353"/>
    </inkml:context>
    <inkml:brush xml:id="br0">
      <inkml:brushProperty name="width" value="0.1" units="cm"/>
      <inkml:brushProperty name="height" value="0.1" units="cm"/>
    </inkml:brush>
  </inkml:definitions>
  <inkml:trace contextRef="#ctx0" brushRef="#br0">1 1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7T19:56:48.394"/>
    </inkml:context>
    <inkml:brush xml:id="br0">
      <inkml:brushProperty name="width" value="0.1" units="cm"/>
      <inkml:brushProperty name="height" value="0.1" units="cm"/>
    </inkml:brush>
  </inkml:definitions>
  <inkml:trace contextRef="#ctx0" brushRef="#br0">1 1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7T19:56:50.245"/>
    </inkml:context>
    <inkml:brush xml:id="br0">
      <inkml:brushProperty name="width" value="0.1" units="cm"/>
      <inkml:brushProperty name="height" value="0.1" units="cm"/>
    </inkml:brush>
  </inkml:definitions>
  <inkml:trace contextRef="#ctx0" brushRef="#br0">0 0 24575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7T19:56:52.446"/>
    </inkml:context>
    <inkml:brush xml:id="br0">
      <inkml:brushProperty name="width" value="0.1" units="cm"/>
      <inkml:brushProperty name="height" value="0.1" units="cm"/>
    </inkml:brush>
  </inkml:definitions>
  <inkml:trace contextRef="#ctx0" brushRef="#br0">1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16:04:46.300"/>
    </inkml:context>
    <inkml:brush xml:id="br0">
      <inkml:brushProperty name="width" value="0.1" units="cm"/>
      <inkml:brushProperty name="height" value="0.1" units="cm"/>
    </inkml:brush>
  </inkml:definitions>
  <inkml:trace contextRef="#ctx0" brushRef="#br0">0 1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16:05:04.652"/>
    </inkml:context>
    <inkml:brush xml:id="br0">
      <inkml:brushProperty name="width" value="0.1" units="cm"/>
      <inkml:brushProperty name="height" value="0.1" units="cm"/>
    </inkml:brush>
  </inkml:definitions>
  <inkml:trace contextRef="#ctx0" brushRef="#br0">0 1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16:05:10.680"/>
    </inkml:context>
    <inkml:brush xml:id="br0">
      <inkml:brushProperty name="width" value="0.1" units="cm"/>
      <inkml:brushProperty name="height" value="0.1" units="cm"/>
    </inkml:brush>
  </inkml:definitions>
  <inkml:trace contextRef="#ctx0" brushRef="#br0">0 1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16:05:28.471"/>
    </inkml:context>
    <inkml:brush xml:id="br0">
      <inkml:brushProperty name="width" value="0.1" units="cm"/>
      <inkml:brushProperty name="height" value="0.1" units="cm"/>
    </inkml:brush>
  </inkml:definitions>
  <inkml:trace contextRef="#ctx0" brushRef="#br0">0 1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16:05:28.472"/>
    </inkml:context>
    <inkml:brush xml:id="br0">
      <inkml:brushProperty name="width" value="0.1" units="cm"/>
      <inkml:brushProperty name="height" value="0.1" units="cm"/>
    </inkml:brush>
  </inkml:definitions>
  <inkml:trace contextRef="#ctx0" brushRef="#br0">0 1 24575,'0'0'-8191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16:05:28.473"/>
    </inkml:context>
    <inkml:brush xml:id="br0">
      <inkml:brushProperty name="width" value="0.1" units="cm"/>
      <inkml:brushProperty name="height" value="0.1" units="cm"/>
    </inkml:brush>
  </inkml:definitions>
  <inkml:trace contextRef="#ctx0" brushRef="#br0">0 1 24575,'0'0'-8191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16:05:34.889"/>
    </inkml:context>
    <inkml:brush xml:id="br0">
      <inkml:brushProperty name="width" value="0.1" units="cm"/>
      <inkml:brushProperty name="height" value="0.1" units="cm"/>
    </inkml:brush>
  </inkml:definitions>
  <inkml:trace contextRef="#ctx0" brushRef="#br0">0 1 24575,'0'0'-8191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16:05:34.891"/>
    </inkml:context>
    <inkml:brush xml:id="br0">
      <inkml:brushProperty name="width" value="0.1" units="cm"/>
      <inkml:brushProperty name="height" value="0.1" units="cm"/>
    </inkml:brush>
  </inkml:definitions>
  <inkml:trace contextRef="#ctx0" brushRef="#br0">0 1 24575,'0'0'-8191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16:05:34.892"/>
    </inkml:context>
    <inkml:brush xml:id="br0">
      <inkml:brushProperty name="width" value="0.1" units="cm"/>
      <inkml:brushProperty name="height" value="0.1" units="cm"/>
    </inkml:brush>
  </inkml:definitions>
  <inkml:trace contextRef="#ctx0" brushRef="#br0">0 1 24575,'0'0'-8191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5864D-77D9-79E9-C034-A4CA9C973E2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F60CED2-63AB-DC87-B639-6BF9830F18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94B4B1-814C-F0C0-AB81-97DEF0FC1775}"/>
              </a:ext>
            </a:extLst>
          </p:cNvPr>
          <p:cNvSpPr>
            <a:spLocks noGrp="1"/>
          </p:cNvSpPr>
          <p:nvPr>
            <p:ph type="dt" sz="half" idx="10"/>
          </p:nvPr>
        </p:nvSpPr>
        <p:spPr/>
        <p:txBody>
          <a:bodyPr/>
          <a:lstStyle/>
          <a:p>
            <a:fld id="{CA2820C7-F67A-40B7-9879-240F0FB1DACB}" type="datetimeFigureOut">
              <a:rPr lang="en-US" smtClean="0"/>
              <a:t>7/12/2026</a:t>
            </a:fld>
            <a:endParaRPr lang="en-US"/>
          </a:p>
        </p:txBody>
      </p:sp>
      <p:sp>
        <p:nvSpPr>
          <p:cNvPr id="5" name="Footer Placeholder 4">
            <a:extLst>
              <a:ext uri="{FF2B5EF4-FFF2-40B4-BE49-F238E27FC236}">
                <a16:creationId xmlns:a16="http://schemas.microsoft.com/office/drawing/2014/main" id="{EC7FBD07-CBD5-21CB-6545-8BD98EAB98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A36B24-AE7C-AD1B-7F92-AC788A1D2ECC}"/>
              </a:ext>
            </a:extLst>
          </p:cNvPr>
          <p:cNvSpPr>
            <a:spLocks noGrp="1"/>
          </p:cNvSpPr>
          <p:nvPr>
            <p:ph type="sldNum" sz="quarter" idx="12"/>
          </p:nvPr>
        </p:nvSpPr>
        <p:spPr/>
        <p:txBody>
          <a:bodyPr/>
          <a:lstStyle/>
          <a:p>
            <a:fld id="{D152E320-B80D-4DE7-9542-FBF00CCC8D04}" type="slidenum">
              <a:rPr lang="en-US" smtClean="0"/>
              <a:t>‹#›</a:t>
            </a:fld>
            <a:endParaRPr lang="en-US"/>
          </a:p>
        </p:txBody>
      </p:sp>
    </p:spTree>
    <p:extLst>
      <p:ext uri="{BB962C8B-B14F-4D97-AF65-F5344CB8AC3E}">
        <p14:creationId xmlns:p14="http://schemas.microsoft.com/office/powerpoint/2010/main" val="1207297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B2F78-D4CC-8641-58AF-AD2DBA56AF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BE3295-B8AD-AF6C-27C1-81973E06E1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0D549B-0EB5-1E42-21DB-533ACED621C7}"/>
              </a:ext>
            </a:extLst>
          </p:cNvPr>
          <p:cNvSpPr>
            <a:spLocks noGrp="1"/>
          </p:cNvSpPr>
          <p:nvPr>
            <p:ph type="dt" sz="half" idx="10"/>
          </p:nvPr>
        </p:nvSpPr>
        <p:spPr/>
        <p:txBody>
          <a:bodyPr/>
          <a:lstStyle/>
          <a:p>
            <a:fld id="{CA2820C7-F67A-40B7-9879-240F0FB1DACB}" type="datetimeFigureOut">
              <a:rPr lang="en-US" smtClean="0"/>
              <a:t>7/12/2026</a:t>
            </a:fld>
            <a:endParaRPr lang="en-US"/>
          </a:p>
        </p:txBody>
      </p:sp>
      <p:sp>
        <p:nvSpPr>
          <p:cNvPr id="5" name="Footer Placeholder 4">
            <a:extLst>
              <a:ext uri="{FF2B5EF4-FFF2-40B4-BE49-F238E27FC236}">
                <a16:creationId xmlns:a16="http://schemas.microsoft.com/office/drawing/2014/main" id="{68CAD43F-C87A-B52A-77B1-25424FD457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449967-C4EF-01AB-F01C-680F541490B0}"/>
              </a:ext>
            </a:extLst>
          </p:cNvPr>
          <p:cNvSpPr>
            <a:spLocks noGrp="1"/>
          </p:cNvSpPr>
          <p:nvPr>
            <p:ph type="sldNum" sz="quarter" idx="12"/>
          </p:nvPr>
        </p:nvSpPr>
        <p:spPr/>
        <p:txBody>
          <a:bodyPr/>
          <a:lstStyle/>
          <a:p>
            <a:fld id="{D152E320-B80D-4DE7-9542-FBF00CCC8D04}" type="slidenum">
              <a:rPr lang="en-US" smtClean="0"/>
              <a:t>‹#›</a:t>
            </a:fld>
            <a:endParaRPr lang="en-US"/>
          </a:p>
        </p:txBody>
      </p:sp>
    </p:spTree>
    <p:extLst>
      <p:ext uri="{BB962C8B-B14F-4D97-AF65-F5344CB8AC3E}">
        <p14:creationId xmlns:p14="http://schemas.microsoft.com/office/powerpoint/2010/main" val="34192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59015-4D4F-89E0-24C5-002194936D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F1B9E2B-0B96-55CF-3509-809CBAE09B6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5E0E04-CD16-9841-CA02-5FA6149A7BAA}"/>
              </a:ext>
            </a:extLst>
          </p:cNvPr>
          <p:cNvSpPr>
            <a:spLocks noGrp="1"/>
          </p:cNvSpPr>
          <p:nvPr>
            <p:ph type="dt" sz="half" idx="10"/>
          </p:nvPr>
        </p:nvSpPr>
        <p:spPr/>
        <p:txBody>
          <a:bodyPr/>
          <a:lstStyle/>
          <a:p>
            <a:fld id="{CA2820C7-F67A-40B7-9879-240F0FB1DACB}" type="datetimeFigureOut">
              <a:rPr lang="en-US" smtClean="0"/>
              <a:t>7/12/2026</a:t>
            </a:fld>
            <a:endParaRPr lang="en-US"/>
          </a:p>
        </p:txBody>
      </p:sp>
      <p:sp>
        <p:nvSpPr>
          <p:cNvPr id="5" name="Footer Placeholder 4">
            <a:extLst>
              <a:ext uri="{FF2B5EF4-FFF2-40B4-BE49-F238E27FC236}">
                <a16:creationId xmlns:a16="http://schemas.microsoft.com/office/drawing/2014/main" id="{5DFF6F35-C2E3-E996-3FAD-0A984EF3C9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10B362-E8C4-BA2F-FB51-36A4E43E6154}"/>
              </a:ext>
            </a:extLst>
          </p:cNvPr>
          <p:cNvSpPr>
            <a:spLocks noGrp="1"/>
          </p:cNvSpPr>
          <p:nvPr>
            <p:ph type="sldNum" sz="quarter" idx="12"/>
          </p:nvPr>
        </p:nvSpPr>
        <p:spPr/>
        <p:txBody>
          <a:bodyPr/>
          <a:lstStyle/>
          <a:p>
            <a:fld id="{D152E320-B80D-4DE7-9542-FBF00CCC8D04}" type="slidenum">
              <a:rPr lang="en-US" smtClean="0"/>
              <a:t>‹#›</a:t>
            </a:fld>
            <a:endParaRPr lang="en-US"/>
          </a:p>
        </p:txBody>
      </p:sp>
    </p:spTree>
    <p:extLst>
      <p:ext uri="{BB962C8B-B14F-4D97-AF65-F5344CB8AC3E}">
        <p14:creationId xmlns:p14="http://schemas.microsoft.com/office/powerpoint/2010/main" val="978282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9735A-D091-337B-9C04-01A746B0C0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543745-EB16-C079-F154-C6BF3C9A26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EB452C1-15B6-2715-2B61-DAB8113C98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55B97BC-8AC8-F5A7-7000-A5A13433F8E7}"/>
              </a:ext>
            </a:extLst>
          </p:cNvPr>
          <p:cNvSpPr>
            <a:spLocks noGrp="1"/>
          </p:cNvSpPr>
          <p:nvPr>
            <p:ph type="dt" sz="half" idx="10"/>
          </p:nvPr>
        </p:nvSpPr>
        <p:spPr/>
        <p:txBody>
          <a:bodyPr/>
          <a:lstStyle/>
          <a:p>
            <a:fld id="{CA2820C7-F67A-40B7-9879-240F0FB1DACB}" type="datetimeFigureOut">
              <a:rPr lang="en-US" smtClean="0"/>
              <a:t>7/12/2026</a:t>
            </a:fld>
            <a:endParaRPr lang="en-US"/>
          </a:p>
        </p:txBody>
      </p:sp>
      <p:sp>
        <p:nvSpPr>
          <p:cNvPr id="6" name="Footer Placeholder 5">
            <a:extLst>
              <a:ext uri="{FF2B5EF4-FFF2-40B4-BE49-F238E27FC236}">
                <a16:creationId xmlns:a16="http://schemas.microsoft.com/office/drawing/2014/main" id="{4B479039-6E36-AE48-5362-412538D061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F2F8A4-A1DB-7F95-CBB3-15B90B06EC29}"/>
              </a:ext>
            </a:extLst>
          </p:cNvPr>
          <p:cNvSpPr>
            <a:spLocks noGrp="1"/>
          </p:cNvSpPr>
          <p:nvPr>
            <p:ph type="sldNum" sz="quarter" idx="12"/>
          </p:nvPr>
        </p:nvSpPr>
        <p:spPr/>
        <p:txBody>
          <a:bodyPr/>
          <a:lstStyle/>
          <a:p>
            <a:fld id="{D152E320-B80D-4DE7-9542-FBF00CCC8D04}" type="slidenum">
              <a:rPr lang="en-US" smtClean="0"/>
              <a:t>‹#›</a:t>
            </a:fld>
            <a:endParaRPr lang="en-US"/>
          </a:p>
        </p:txBody>
      </p:sp>
    </p:spTree>
    <p:extLst>
      <p:ext uri="{BB962C8B-B14F-4D97-AF65-F5344CB8AC3E}">
        <p14:creationId xmlns:p14="http://schemas.microsoft.com/office/powerpoint/2010/main" val="3935063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180A4-D491-D5B5-11C9-075627B55B7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7C95B1-CAD5-2FEB-80CB-E2FBB7E8AA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FA50BC-CB29-BF8F-E7CA-2B99218019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E69C5ED-5089-54E5-A7E2-4B6D84E5BB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DD4564-21F1-68A1-C157-8CDD456F2E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F19FFD1-5E6A-8C9D-4D3F-4F65EE986461}"/>
              </a:ext>
            </a:extLst>
          </p:cNvPr>
          <p:cNvSpPr>
            <a:spLocks noGrp="1"/>
          </p:cNvSpPr>
          <p:nvPr>
            <p:ph type="dt" sz="half" idx="10"/>
          </p:nvPr>
        </p:nvSpPr>
        <p:spPr/>
        <p:txBody>
          <a:bodyPr/>
          <a:lstStyle/>
          <a:p>
            <a:fld id="{CA2820C7-F67A-40B7-9879-240F0FB1DACB}" type="datetimeFigureOut">
              <a:rPr lang="en-US" smtClean="0"/>
              <a:t>7/12/2026</a:t>
            </a:fld>
            <a:endParaRPr lang="en-US"/>
          </a:p>
        </p:txBody>
      </p:sp>
      <p:sp>
        <p:nvSpPr>
          <p:cNvPr id="8" name="Footer Placeholder 7">
            <a:extLst>
              <a:ext uri="{FF2B5EF4-FFF2-40B4-BE49-F238E27FC236}">
                <a16:creationId xmlns:a16="http://schemas.microsoft.com/office/drawing/2014/main" id="{7620EECF-1378-05B6-CB08-40C997CA1BB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F63F0F4-2222-9047-7F89-2CA1E5BEE2DE}"/>
              </a:ext>
            </a:extLst>
          </p:cNvPr>
          <p:cNvSpPr>
            <a:spLocks noGrp="1"/>
          </p:cNvSpPr>
          <p:nvPr>
            <p:ph type="sldNum" sz="quarter" idx="12"/>
          </p:nvPr>
        </p:nvSpPr>
        <p:spPr/>
        <p:txBody>
          <a:bodyPr/>
          <a:lstStyle/>
          <a:p>
            <a:fld id="{D152E320-B80D-4DE7-9542-FBF00CCC8D04}" type="slidenum">
              <a:rPr lang="en-US" smtClean="0"/>
              <a:t>‹#›</a:t>
            </a:fld>
            <a:endParaRPr lang="en-US"/>
          </a:p>
        </p:txBody>
      </p:sp>
    </p:spTree>
    <p:extLst>
      <p:ext uri="{BB962C8B-B14F-4D97-AF65-F5344CB8AC3E}">
        <p14:creationId xmlns:p14="http://schemas.microsoft.com/office/powerpoint/2010/main" val="36989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BC7D2-B895-EAEA-31AA-1795E2EEB51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C3CDAB7-CF92-64B3-31A8-2B71B334E44C}"/>
              </a:ext>
            </a:extLst>
          </p:cNvPr>
          <p:cNvSpPr>
            <a:spLocks noGrp="1"/>
          </p:cNvSpPr>
          <p:nvPr>
            <p:ph type="dt" sz="half" idx="10"/>
          </p:nvPr>
        </p:nvSpPr>
        <p:spPr/>
        <p:txBody>
          <a:bodyPr/>
          <a:lstStyle/>
          <a:p>
            <a:fld id="{CA2820C7-F67A-40B7-9879-240F0FB1DACB}" type="datetimeFigureOut">
              <a:rPr lang="en-US" smtClean="0"/>
              <a:t>7/12/2026</a:t>
            </a:fld>
            <a:endParaRPr lang="en-US"/>
          </a:p>
        </p:txBody>
      </p:sp>
      <p:sp>
        <p:nvSpPr>
          <p:cNvPr id="4" name="Footer Placeholder 3">
            <a:extLst>
              <a:ext uri="{FF2B5EF4-FFF2-40B4-BE49-F238E27FC236}">
                <a16:creationId xmlns:a16="http://schemas.microsoft.com/office/drawing/2014/main" id="{73EFCC05-2E13-8CC8-82E6-87488F7A308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D13C49-E1E6-3E73-C365-7417528F0419}"/>
              </a:ext>
            </a:extLst>
          </p:cNvPr>
          <p:cNvSpPr>
            <a:spLocks noGrp="1"/>
          </p:cNvSpPr>
          <p:nvPr>
            <p:ph type="sldNum" sz="quarter" idx="12"/>
          </p:nvPr>
        </p:nvSpPr>
        <p:spPr/>
        <p:txBody>
          <a:bodyPr/>
          <a:lstStyle/>
          <a:p>
            <a:fld id="{D152E320-B80D-4DE7-9542-FBF00CCC8D04}" type="slidenum">
              <a:rPr lang="en-US" smtClean="0"/>
              <a:t>‹#›</a:t>
            </a:fld>
            <a:endParaRPr lang="en-US"/>
          </a:p>
        </p:txBody>
      </p:sp>
    </p:spTree>
    <p:extLst>
      <p:ext uri="{BB962C8B-B14F-4D97-AF65-F5344CB8AC3E}">
        <p14:creationId xmlns:p14="http://schemas.microsoft.com/office/powerpoint/2010/main" val="355179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496DE7-4394-66AB-1398-6F19D4BFE955}"/>
              </a:ext>
            </a:extLst>
          </p:cNvPr>
          <p:cNvSpPr>
            <a:spLocks noGrp="1"/>
          </p:cNvSpPr>
          <p:nvPr>
            <p:ph type="dt" sz="half" idx="10"/>
          </p:nvPr>
        </p:nvSpPr>
        <p:spPr/>
        <p:txBody>
          <a:bodyPr/>
          <a:lstStyle/>
          <a:p>
            <a:fld id="{CA2820C7-F67A-40B7-9879-240F0FB1DACB}" type="datetimeFigureOut">
              <a:rPr lang="en-US" smtClean="0"/>
              <a:t>7/12/2026</a:t>
            </a:fld>
            <a:endParaRPr lang="en-US"/>
          </a:p>
        </p:txBody>
      </p:sp>
      <p:sp>
        <p:nvSpPr>
          <p:cNvPr id="3" name="Footer Placeholder 2">
            <a:extLst>
              <a:ext uri="{FF2B5EF4-FFF2-40B4-BE49-F238E27FC236}">
                <a16:creationId xmlns:a16="http://schemas.microsoft.com/office/drawing/2014/main" id="{722AAFB2-E86F-E0CA-E07F-6483D3F5725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8F50AE-D473-D9C3-E191-9911AC4200FA}"/>
              </a:ext>
            </a:extLst>
          </p:cNvPr>
          <p:cNvSpPr>
            <a:spLocks noGrp="1"/>
          </p:cNvSpPr>
          <p:nvPr>
            <p:ph type="sldNum" sz="quarter" idx="12"/>
          </p:nvPr>
        </p:nvSpPr>
        <p:spPr/>
        <p:txBody>
          <a:bodyPr/>
          <a:lstStyle/>
          <a:p>
            <a:fld id="{D152E320-B80D-4DE7-9542-FBF00CCC8D04}" type="slidenum">
              <a:rPr lang="en-US" smtClean="0"/>
              <a:t>‹#›</a:t>
            </a:fld>
            <a:endParaRPr lang="en-US"/>
          </a:p>
        </p:txBody>
      </p:sp>
    </p:spTree>
    <p:extLst>
      <p:ext uri="{BB962C8B-B14F-4D97-AF65-F5344CB8AC3E}">
        <p14:creationId xmlns:p14="http://schemas.microsoft.com/office/powerpoint/2010/main" val="3624556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CB66F-C997-5EE0-92B1-2C1773E6A7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2E40430-EA72-DB79-8F6B-90270D1812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977EE8C-9DAB-8118-C956-E54A0197AF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19B9B8-B0A6-6DB3-639D-969EC0956B16}"/>
              </a:ext>
            </a:extLst>
          </p:cNvPr>
          <p:cNvSpPr>
            <a:spLocks noGrp="1"/>
          </p:cNvSpPr>
          <p:nvPr>
            <p:ph type="dt" sz="half" idx="10"/>
          </p:nvPr>
        </p:nvSpPr>
        <p:spPr/>
        <p:txBody>
          <a:bodyPr/>
          <a:lstStyle/>
          <a:p>
            <a:fld id="{CA2820C7-F67A-40B7-9879-240F0FB1DACB}" type="datetimeFigureOut">
              <a:rPr lang="en-US" smtClean="0"/>
              <a:t>7/12/2026</a:t>
            </a:fld>
            <a:endParaRPr lang="en-US"/>
          </a:p>
        </p:txBody>
      </p:sp>
      <p:sp>
        <p:nvSpPr>
          <p:cNvPr id="6" name="Footer Placeholder 5">
            <a:extLst>
              <a:ext uri="{FF2B5EF4-FFF2-40B4-BE49-F238E27FC236}">
                <a16:creationId xmlns:a16="http://schemas.microsoft.com/office/drawing/2014/main" id="{605F109A-49B1-7962-D13F-01FF070937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84D41C-8EA4-A989-80CE-6D15A8626E69}"/>
              </a:ext>
            </a:extLst>
          </p:cNvPr>
          <p:cNvSpPr>
            <a:spLocks noGrp="1"/>
          </p:cNvSpPr>
          <p:nvPr>
            <p:ph type="sldNum" sz="quarter" idx="12"/>
          </p:nvPr>
        </p:nvSpPr>
        <p:spPr/>
        <p:txBody>
          <a:bodyPr/>
          <a:lstStyle/>
          <a:p>
            <a:fld id="{D152E320-B80D-4DE7-9542-FBF00CCC8D04}" type="slidenum">
              <a:rPr lang="en-US" smtClean="0"/>
              <a:t>‹#›</a:t>
            </a:fld>
            <a:endParaRPr lang="en-US"/>
          </a:p>
        </p:txBody>
      </p:sp>
    </p:spTree>
    <p:extLst>
      <p:ext uri="{BB962C8B-B14F-4D97-AF65-F5344CB8AC3E}">
        <p14:creationId xmlns:p14="http://schemas.microsoft.com/office/powerpoint/2010/main" val="3056039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B5139-5190-8208-713B-7B122E54DC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79C9148-DE34-CB5C-5FB2-F6E7F60631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186D23B-E19C-C8BB-D93D-E2EF79F803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C8B33F-13A1-60D7-CE55-6D6D3E0DFBF7}"/>
              </a:ext>
            </a:extLst>
          </p:cNvPr>
          <p:cNvSpPr>
            <a:spLocks noGrp="1"/>
          </p:cNvSpPr>
          <p:nvPr>
            <p:ph type="dt" sz="half" idx="10"/>
          </p:nvPr>
        </p:nvSpPr>
        <p:spPr/>
        <p:txBody>
          <a:bodyPr/>
          <a:lstStyle/>
          <a:p>
            <a:fld id="{CA2820C7-F67A-40B7-9879-240F0FB1DACB}" type="datetimeFigureOut">
              <a:rPr lang="en-US" smtClean="0"/>
              <a:t>7/12/2026</a:t>
            </a:fld>
            <a:endParaRPr lang="en-US"/>
          </a:p>
        </p:txBody>
      </p:sp>
      <p:sp>
        <p:nvSpPr>
          <p:cNvPr id="6" name="Footer Placeholder 5">
            <a:extLst>
              <a:ext uri="{FF2B5EF4-FFF2-40B4-BE49-F238E27FC236}">
                <a16:creationId xmlns:a16="http://schemas.microsoft.com/office/drawing/2014/main" id="{D97532B5-9183-DDE0-BC40-8CC10FD142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B1280D-319E-BDED-A73E-24BB29507D8D}"/>
              </a:ext>
            </a:extLst>
          </p:cNvPr>
          <p:cNvSpPr>
            <a:spLocks noGrp="1"/>
          </p:cNvSpPr>
          <p:nvPr>
            <p:ph type="sldNum" sz="quarter" idx="12"/>
          </p:nvPr>
        </p:nvSpPr>
        <p:spPr/>
        <p:txBody>
          <a:bodyPr/>
          <a:lstStyle/>
          <a:p>
            <a:fld id="{D152E320-B80D-4DE7-9542-FBF00CCC8D04}" type="slidenum">
              <a:rPr lang="en-US" smtClean="0"/>
              <a:t>‹#›</a:t>
            </a:fld>
            <a:endParaRPr lang="en-US"/>
          </a:p>
        </p:txBody>
      </p:sp>
    </p:spTree>
    <p:extLst>
      <p:ext uri="{BB962C8B-B14F-4D97-AF65-F5344CB8AC3E}">
        <p14:creationId xmlns:p14="http://schemas.microsoft.com/office/powerpoint/2010/main" val="3109891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11053-1974-545E-5756-3F34727B026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72118FF-057E-4555-3713-D2C4CAFE23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D3EF15-56C9-04BD-24F2-E82FA50EE58C}"/>
              </a:ext>
            </a:extLst>
          </p:cNvPr>
          <p:cNvSpPr>
            <a:spLocks noGrp="1"/>
          </p:cNvSpPr>
          <p:nvPr>
            <p:ph type="dt" sz="half" idx="10"/>
          </p:nvPr>
        </p:nvSpPr>
        <p:spPr/>
        <p:txBody>
          <a:bodyPr/>
          <a:lstStyle/>
          <a:p>
            <a:fld id="{CA2820C7-F67A-40B7-9879-240F0FB1DACB}" type="datetimeFigureOut">
              <a:rPr lang="en-US" smtClean="0"/>
              <a:t>7/12/2026</a:t>
            </a:fld>
            <a:endParaRPr lang="en-US"/>
          </a:p>
        </p:txBody>
      </p:sp>
      <p:sp>
        <p:nvSpPr>
          <p:cNvPr id="5" name="Footer Placeholder 4">
            <a:extLst>
              <a:ext uri="{FF2B5EF4-FFF2-40B4-BE49-F238E27FC236}">
                <a16:creationId xmlns:a16="http://schemas.microsoft.com/office/drawing/2014/main" id="{366F8919-4F4E-CCD5-A2BC-F27E64B10C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F55E37-9A29-FA5E-7FD9-4DFAFCFD2B2D}"/>
              </a:ext>
            </a:extLst>
          </p:cNvPr>
          <p:cNvSpPr>
            <a:spLocks noGrp="1"/>
          </p:cNvSpPr>
          <p:nvPr>
            <p:ph type="sldNum" sz="quarter" idx="12"/>
          </p:nvPr>
        </p:nvSpPr>
        <p:spPr/>
        <p:txBody>
          <a:bodyPr/>
          <a:lstStyle/>
          <a:p>
            <a:fld id="{D152E320-B80D-4DE7-9542-FBF00CCC8D04}" type="slidenum">
              <a:rPr lang="en-US" smtClean="0"/>
              <a:t>‹#›</a:t>
            </a:fld>
            <a:endParaRPr lang="en-US"/>
          </a:p>
        </p:txBody>
      </p:sp>
    </p:spTree>
    <p:extLst>
      <p:ext uri="{BB962C8B-B14F-4D97-AF65-F5344CB8AC3E}">
        <p14:creationId xmlns:p14="http://schemas.microsoft.com/office/powerpoint/2010/main" val="16857286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33B61D-59AE-6B17-ED18-970D5F0A9E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2FF851-1843-4546-0045-538CACF8F3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1BC829-9209-FC2A-286C-3CCA8C1F4291}"/>
              </a:ext>
            </a:extLst>
          </p:cNvPr>
          <p:cNvSpPr>
            <a:spLocks noGrp="1"/>
          </p:cNvSpPr>
          <p:nvPr>
            <p:ph type="dt" sz="half" idx="10"/>
          </p:nvPr>
        </p:nvSpPr>
        <p:spPr/>
        <p:txBody>
          <a:bodyPr/>
          <a:lstStyle/>
          <a:p>
            <a:fld id="{CA2820C7-F67A-40B7-9879-240F0FB1DACB}" type="datetimeFigureOut">
              <a:rPr lang="en-US" smtClean="0"/>
              <a:t>7/12/2026</a:t>
            </a:fld>
            <a:endParaRPr lang="en-US"/>
          </a:p>
        </p:txBody>
      </p:sp>
      <p:sp>
        <p:nvSpPr>
          <p:cNvPr id="5" name="Footer Placeholder 4">
            <a:extLst>
              <a:ext uri="{FF2B5EF4-FFF2-40B4-BE49-F238E27FC236}">
                <a16:creationId xmlns:a16="http://schemas.microsoft.com/office/drawing/2014/main" id="{7417DF94-CF0E-631E-9279-D3CA12DFCE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7DA026-142D-6C71-C1CE-63C323E93126}"/>
              </a:ext>
            </a:extLst>
          </p:cNvPr>
          <p:cNvSpPr>
            <a:spLocks noGrp="1"/>
          </p:cNvSpPr>
          <p:nvPr>
            <p:ph type="sldNum" sz="quarter" idx="12"/>
          </p:nvPr>
        </p:nvSpPr>
        <p:spPr/>
        <p:txBody>
          <a:bodyPr/>
          <a:lstStyle/>
          <a:p>
            <a:fld id="{D152E320-B80D-4DE7-9542-FBF00CCC8D04}" type="slidenum">
              <a:rPr lang="en-US" smtClean="0"/>
              <a:t>‹#›</a:t>
            </a:fld>
            <a:endParaRPr lang="en-US"/>
          </a:p>
        </p:txBody>
      </p:sp>
    </p:spTree>
    <p:extLst>
      <p:ext uri="{BB962C8B-B14F-4D97-AF65-F5344CB8AC3E}">
        <p14:creationId xmlns:p14="http://schemas.microsoft.com/office/powerpoint/2010/main" val="4071766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137D82-DBF4-0D71-BB3F-15422DA7C2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4785BE8-DF58-B0F0-BAAB-F294766509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602151-C360-0358-1CDC-931D727B25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A2820C7-F67A-40B7-9879-240F0FB1DACB}" type="datetimeFigureOut">
              <a:rPr lang="en-US" smtClean="0"/>
              <a:t>7/12/2026</a:t>
            </a:fld>
            <a:endParaRPr lang="en-US"/>
          </a:p>
        </p:txBody>
      </p:sp>
      <p:sp>
        <p:nvSpPr>
          <p:cNvPr id="5" name="Footer Placeholder 4">
            <a:extLst>
              <a:ext uri="{FF2B5EF4-FFF2-40B4-BE49-F238E27FC236}">
                <a16:creationId xmlns:a16="http://schemas.microsoft.com/office/drawing/2014/main" id="{DF8E3C30-E2F5-3E50-4AB4-909BEE7611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5B2BFE2-8202-F8EF-3E98-A43E31981A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152E320-B80D-4DE7-9542-FBF00CCC8D04}" type="slidenum">
              <a:rPr lang="en-US" smtClean="0"/>
              <a:t>‹#›</a:t>
            </a:fld>
            <a:endParaRPr lang="en-US"/>
          </a:p>
        </p:txBody>
      </p:sp>
    </p:spTree>
    <p:extLst>
      <p:ext uri="{BB962C8B-B14F-4D97-AF65-F5344CB8AC3E}">
        <p14:creationId xmlns:p14="http://schemas.microsoft.com/office/powerpoint/2010/main" val="9881670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customXml" Target="../ink/ink8.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customXml" Target="../ink/ink7.xml"/><Relationship Id="rId5" Type="http://schemas.openxmlformats.org/officeDocument/2006/relationships/customXml" Target="../ink/ink2.xml"/><Relationship Id="rId10" Type="http://schemas.openxmlformats.org/officeDocument/2006/relationships/customXml" Target="../ink/ink6.xml"/><Relationship Id="rId4" Type="http://schemas.openxmlformats.org/officeDocument/2006/relationships/image" Target="../media/image3.png"/><Relationship Id="rId9" Type="http://schemas.openxmlformats.org/officeDocument/2006/relationships/customXml" Target="../ink/ink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customXml" Target="../ink/ink13.xml"/><Relationship Id="rId3" Type="http://schemas.openxmlformats.org/officeDocument/2006/relationships/customXml" Target="../ink/ink9.xml"/><Relationship Id="rId7" Type="http://schemas.openxmlformats.org/officeDocument/2006/relationships/customXml" Target="../ink/ink12.xml"/><Relationship Id="rId12" Type="http://schemas.openxmlformats.org/officeDocument/2006/relationships/customXml" Target="../ink/ink17.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customXml" Target="../ink/ink11.xml"/><Relationship Id="rId11" Type="http://schemas.openxmlformats.org/officeDocument/2006/relationships/customXml" Target="../ink/ink16.xml"/><Relationship Id="rId5" Type="http://schemas.openxmlformats.org/officeDocument/2006/relationships/customXml" Target="../ink/ink10.xml"/><Relationship Id="rId10" Type="http://schemas.openxmlformats.org/officeDocument/2006/relationships/customXml" Target="../ink/ink15.xml"/><Relationship Id="rId4" Type="http://schemas.openxmlformats.org/officeDocument/2006/relationships/image" Target="../media/image7.png"/><Relationship Id="rId9" Type="http://schemas.openxmlformats.org/officeDocument/2006/relationships/customXml" Target="../ink/ink1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DDED59-FA91-1C10-EE8E-71E2BA994336}"/>
              </a:ext>
            </a:extLst>
          </p:cNvPr>
          <p:cNvSpPr>
            <a:spLocks noGrp="1"/>
          </p:cNvSpPr>
          <p:nvPr>
            <p:ph type="ctrTitle"/>
          </p:nvPr>
        </p:nvSpPr>
        <p:spPr>
          <a:xfrm>
            <a:off x="838199" y="1093788"/>
            <a:ext cx="10506455" cy="2967208"/>
          </a:xfrm>
        </p:spPr>
        <p:txBody>
          <a:bodyPr>
            <a:normAutofit/>
          </a:bodyPr>
          <a:lstStyle/>
          <a:p>
            <a:pPr algn="l"/>
            <a:r>
              <a:rPr lang="en-US" sz="8000"/>
              <a:t>State Space Tree</a:t>
            </a:r>
          </a:p>
        </p:txBody>
      </p:sp>
      <p:sp>
        <p:nvSpPr>
          <p:cNvPr id="3" name="Subtitle 2">
            <a:extLst>
              <a:ext uri="{FF2B5EF4-FFF2-40B4-BE49-F238E27FC236}">
                <a16:creationId xmlns:a16="http://schemas.microsoft.com/office/drawing/2014/main" id="{757256E8-0BE7-375F-E4A8-5D60F50CEB09}"/>
              </a:ext>
            </a:extLst>
          </p:cNvPr>
          <p:cNvSpPr>
            <a:spLocks noGrp="1"/>
          </p:cNvSpPr>
          <p:nvPr>
            <p:ph type="subTitle" idx="1"/>
          </p:nvPr>
        </p:nvSpPr>
        <p:spPr>
          <a:xfrm>
            <a:off x="6777318" y="4619624"/>
            <a:ext cx="4570385" cy="1038225"/>
          </a:xfrm>
        </p:spPr>
        <p:txBody>
          <a:bodyPr>
            <a:normAutofit/>
          </a:bodyPr>
          <a:lstStyle/>
          <a:p>
            <a:pPr algn="r"/>
            <a:endParaRPr lang="en-US" sz="1500" dirty="0"/>
          </a:p>
          <a:p>
            <a:pPr algn="r"/>
            <a:r>
              <a:rPr lang="en-US" dirty="0"/>
              <a:t>Eng. Abdulrahman </a:t>
            </a:r>
            <a:r>
              <a:rPr lang="en-US" dirty="0" err="1"/>
              <a:t>ElMadkhoum</a:t>
            </a:r>
            <a:r>
              <a:rPr lang="en-US" dirty="0"/>
              <a:t> </a:t>
            </a:r>
          </a:p>
        </p:txBody>
      </p:sp>
      <p:sp>
        <p:nvSpPr>
          <p:cNvPr id="17" name="Rectangle 16">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4415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902673B-B532-4159-75AF-477065D78913}"/>
              </a:ext>
            </a:extLst>
          </p:cNvPr>
          <p:cNvSpPr>
            <a:spLocks noGrp="1"/>
          </p:cNvSpPr>
          <p:nvPr>
            <p:ph type="title"/>
          </p:nvPr>
        </p:nvSpPr>
        <p:spPr>
          <a:xfrm>
            <a:off x="621791" y="1161288"/>
            <a:ext cx="4090057" cy="4526280"/>
          </a:xfrm>
        </p:spPr>
        <p:txBody>
          <a:bodyPr>
            <a:normAutofit/>
          </a:bodyPr>
          <a:lstStyle/>
          <a:p>
            <a:r>
              <a:rPr lang="en-US" sz="4000" dirty="0"/>
              <a:t>State Space Tree</a:t>
            </a:r>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A4F53C9-E51D-909B-1B67-2984B21FC571}"/>
              </a:ext>
            </a:extLst>
          </p:cNvPr>
          <p:cNvSpPr>
            <a:spLocks noGrp="1"/>
          </p:cNvSpPr>
          <p:nvPr>
            <p:ph idx="1"/>
          </p:nvPr>
        </p:nvSpPr>
        <p:spPr>
          <a:xfrm>
            <a:off x="5434149" y="932688"/>
            <a:ext cx="5916603" cy="4992624"/>
          </a:xfrm>
        </p:spPr>
        <p:txBody>
          <a:bodyPr anchor="ctr">
            <a:normAutofit/>
          </a:bodyPr>
          <a:lstStyle/>
          <a:p>
            <a:r>
              <a:rPr lang="en-US" sz="2400" dirty="0"/>
              <a:t>A State Space Tree is a tree representation used to explore all possible states or solutions in problems related to backtracking, branch and bound, and search algorithms. It is commonly used in problems like constraint satisfaction, and pathfinding.</a:t>
            </a:r>
          </a:p>
        </p:txBody>
      </p:sp>
    </p:spTree>
    <p:extLst>
      <p:ext uri="{BB962C8B-B14F-4D97-AF65-F5344CB8AC3E}">
        <p14:creationId xmlns:p14="http://schemas.microsoft.com/office/powerpoint/2010/main" val="1405831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102423F-4502-06EC-CC7F-CDE9E0E69F66}"/>
              </a:ext>
            </a:extLst>
          </p:cNvPr>
          <p:cNvSpPr>
            <a:spLocks noGrp="1"/>
          </p:cNvSpPr>
          <p:nvPr>
            <p:ph type="title"/>
          </p:nvPr>
        </p:nvSpPr>
        <p:spPr>
          <a:xfrm>
            <a:off x="621791" y="1161288"/>
            <a:ext cx="3822389" cy="4526280"/>
          </a:xfrm>
        </p:spPr>
        <p:txBody>
          <a:bodyPr>
            <a:normAutofit/>
          </a:bodyPr>
          <a:lstStyle/>
          <a:p>
            <a:r>
              <a:rPr lang="en-US" sz="4000" dirty="0"/>
              <a:t>State Space Tree </a:t>
            </a:r>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6755CF6B-8E42-8D68-1380-FFCA3EA5EE57}"/>
              </a:ext>
            </a:extLst>
          </p:cNvPr>
          <p:cNvSpPr>
            <a:spLocks noGrp="1"/>
          </p:cNvSpPr>
          <p:nvPr>
            <p:ph idx="1"/>
          </p:nvPr>
        </p:nvSpPr>
        <p:spPr>
          <a:xfrm>
            <a:off x="5434149" y="932688"/>
            <a:ext cx="5916603" cy="4992624"/>
          </a:xfrm>
        </p:spPr>
        <p:txBody>
          <a:bodyPr anchor="ctr">
            <a:normAutofit/>
          </a:bodyPr>
          <a:lstStyle/>
          <a:p>
            <a:pPr marL="0" indent="0">
              <a:buNone/>
            </a:pPr>
            <a:r>
              <a:rPr lang="en-US" dirty="0"/>
              <a:t>1- initial state </a:t>
            </a:r>
          </a:p>
          <a:p>
            <a:pPr marL="0" indent="0">
              <a:buNone/>
            </a:pPr>
            <a:r>
              <a:rPr lang="en-US" dirty="0"/>
              <a:t>2- Goal State </a:t>
            </a:r>
          </a:p>
          <a:p>
            <a:pPr marL="0" indent="0">
              <a:buNone/>
            </a:pPr>
            <a:r>
              <a:rPr lang="en-US" dirty="0"/>
              <a:t>3- operators </a:t>
            </a:r>
          </a:p>
          <a:p>
            <a:pPr marL="0" indent="0">
              <a:buNone/>
            </a:pPr>
            <a:r>
              <a:rPr lang="en-US" dirty="0"/>
              <a:t>4-movements </a:t>
            </a:r>
          </a:p>
          <a:p>
            <a:pPr marL="0" indent="0">
              <a:buNone/>
            </a:pPr>
            <a:r>
              <a:rPr lang="en-US" dirty="0"/>
              <a:t>5-stopping condition </a:t>
            </a:r>
          </a:p>
          <a:p>
            <a:pPr marL="0" indent="0">
              <a:buNone/>
            </a:pPr>
            <a:r>
              <a:rPr lang="en-US" dirty="0"/>
              <a:t>6- State Variable </a:t>
            </a:r>
          </a:p>
        </p:txBody>
      </p:sp>
    </p:spTree>
    <p:extLst>
      <p:ext uri="{BB962C8B-B14F-4D97-AF65-F5344CB8AC3E}">
        <p14:creationId xmlns:p14="http://schemas.microsoft.com/office/powerpoint/2010/main" val="228075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BEC4A-D50A-6FEA-D021-E508515985BE}"/>
              </a:ext>
            </a:extLst>
          </p:cNvPr>
          <p:cNvSpPr>
            <a:spLocks noGrp="1"/>
          </p:cNvSpPr>
          <p:nvPr>
            <p:ph type="title"/>
          </p:nvPr>
        </p:nvSpPr>
        <p:spPr/>
        <p:txBody>
          <a:bodyPr/>
          <a:lstStyle/>
          <a:p>
            <a:r>
              <a:rPr lang="en-US" dirty="0"/>
              <a:t>Example X-O Game :</a:t>
            </a:r>
          </a:p>
        </p:txBody>
      </p:sp>
      <p:sp>
        <p:nvSpPr>
          <p:cNvPr id="3" name="Content Placeholder 2">
            <a:extLst>
              <a:ext uri="{FF2B5EF4-FFF2-40B4-BE49-F238E27FC236}">
                <a16:creationId xmlns:a16="http://schemas.microsoft.com/office/drawing/2014/main" id="{D5293984-8E8F-7962-64DD-66E25423B282}"/>
              </a:ext>
            </a:extLst>
          </p:cNvPr>
          <p:cNvSpPr>
            <a:spLocks noGrp="1"/>
          </p:cNvSpPr>
          <p:nvPr>
            <p:ph idx="1"/>
          </p:nvPr>
        </p:nvSpPr>
        <p:spPr/>
        <p:txBody>
          <a:bodyPr>
            <a:normAutofit/>
          </a:bodyPr>
          <a:lstStyle/>
          <a:p>
            <a:pPr marL="0" indent="0">
              <a:buNone/>
            </a:pPr>
            <a:r>
              <a:rPr lang="en-US" dirty="0"/>
              <a:t>1- initial state</a:t>
            </a:r>
          </a:p>
          <a:p>
            <a:pPr marL="0" indent="0">
              <a:buNone/>
            </a:pPr>
            <a:r>
              <a:rPr lang="en-US" dirty="0"/>
              <a:t>  </a:t>
            </a:r>
            <a:r>
              <a:rPr lang="en-US" dirty="0">
                <a:solidFill>
                  <a:schemeClr val="accent2"/>
                </a:solidFill>
              </a:rPr>
              <a:t>empty 3x3 board </a:t>
            </a:r>
          </a:p>
          <a:p>
            <a:pPr marL="0" indent="0">
              <a:buNone/>
            </a:pPr>
            <a:endParaRPr lang="en-US" dirty="0"/>
          </a:p>
          <a:p>
            <a:pPr marL="0" indent="0">
              <a:buNone/>
            </a:pPr>
            <a:r>
              <a:rPr lang="en-US" dirty="0"/>
              <a:t>2- Goal state </a:t>
            </a:r>
          </a:p>
          <a:p>
            <a:pPr marL="0" indent="0">
              <a:buNone/>
            </a:pPr>
            <a:r>
              <a:rPr lang="en-US" dirty="0">
                <a:solidFill>
                  <a:schemeClr val="accent2"/>
                </a:solidFill>
              </a:rPr>
              <a:t>To have the same symbol at (row or col or diagonal)</a:t>
            </a:r>
          </a:p>
          <a:p>
            <a:pPr marL="0" indent="0">
              <a:buNone/>
            </a:pPr>
            <a:r>
              <a:rPr lang="en-US" dirty="0"/>
              <a:t> </a:t>
            </a:r>
          </a:p>
          <a:p>
            <a:pPr marL="0" indent="0">
              <a:buNone/>
            </a:pPr>
            <a:r>
              <a:rPr lang="en-US" dirty="0"/>
              <a:t>3-operators </a:t>
            </a:r>
          </a:p>
          <a:p>
            <a:pPr marL="0" indent="0">
              <a:buNone/>
            </a:pPr>
            <a:r>
              <a:rPr lang="en-US" dirty="0">
                <a:solidFill>
                  <a:schemeClr val="accent2"/>
                </a:solidFill>
              </a:rPr>
              <a:t>X – O </a:t>
            </a:r>
          </a:p>
          <a:p>
            <a:endParaRPr lang="en-US" dirty="0"/>
          </a:p>
          <a:p>
            <a:endParaRPr lang="en-US" dirty="0"/>
          </a:p>
        </p:txBody>
      </p:sp>
      <p:pic>
        <p:nvPicPr>
          <p:cNvPr id="5" name="Picture 4">
            <a:extLst>
              <a:ext uri="{FF2B5EF4-FFF2-40B4-BE49-F238E27FC236}">
                <a16:creationId xmlns:a16="http://schemas.microsoft.com/office/drawing/2014/main" id="{8226D25A-059C-83AD-599D-D3A4467BF490}"/>
              </a:ext>
            </a:extLst>
          </p:cNvPr>
          <p:cNvPicPr>
            <a:picLocks noChangeAspect="1"/>
          </p:cNvPicPr>
          <p:nvPr/>
        </p:nvPicPr>
        <p:blipFill>
          <a:blip r:embed="rId2"/>
          <a:srcRect l="22412" t="24652" r="61529" b="61412"/>
          <a:stretch/>
        </p:blipFill>
        <p:spPr>
          <a:xfrm>
            <a:off x="3982065" y="2473307"/>
            <a:ext cx="1957892" cy="955693"/>
          </a:xfrm>
          <a:prstGeom prst="rect">
            <a:avLst/>
          </a:prstGeom>
        </p:spPr>
      </p:pic>
    </p:spTree>
    <p:extLst>
      <p:ext uri="{BB962C8B-B14F-4D97-AF65-F5344CB8AC3E}">
        <p14:creationId xmlns:p14="http://schemas.microsoft.com/office/powerpoint/2010/main" val="3577244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195F3-D870-0434-F6FF-F61AC1BD9E98}"/>
              </a:ext>
            </a:extLst>
          </p:cNvPr>
          <p:cNvSpPr>
            <a:spLocks noGrp="1"/>
          </p:cNvSpPr>
          <p:nvPr>
            <p:ph type="title"/>
          </p:nvPr>
        </p:nvSpPr>
        <p:spPr/>
        <p:txBody>
          <a:bodyPr/>
          <a:lstStyle/>
          <a:p>
            <a:r>
              <a:rPr lang="en-US" dirty="0"/>
              <a:t>Example  X-O Game : </a:t>
            </a:r>
          </a:p>
        </p:txBody>
      </p:sp>
      <p:sp>
        <p:nvSpPr>
          <p:cNvPr id="3" name="Content Placeholder 2">
            <a:extLst>
              <a:ext uri="{FF2B5EF4-FFF2-40B4-BE49-F238E27FC236}">
                <a16:creationId xmlns:a16="http://schemas.microsoft.com/office/drawing/2014/main" id="{923CEFC2-9046-D6FE-502B-E9776890FDC3}"/>
              </a:ext>
            </a:extLst>
          </p:cNvPr>
          <p:cNvSpPr>
            <a:spLocks noGrp="1"/>
          </p:cNvSpPr>
          <p:nvPr>
            <p:ph idx="1"/>
          </p:nvPr>
        </p:nvSpPr>
        <p:spPr/>
        <p:txBody>
          <a:bodyPr/>
          <a:lstStyle/>
          <a:p>
            <a:pPr marL="0" indent="0">
              <a:buNone/>
            </a:pPr>
            <a:r>
              <a:rPr lang="en-US" dirty="0"/>
              <a:t>4-Movements </a:t>
            </a:r>
          </a:p>
          <a:p>
            <a:pPr marL="0" indent="0">
              <a:buNone/>
            </a:pPr>
            <a:r>
              <a:rPr lang="en-US" dirty="0">
                <a:solidFill>
                  <a:schemeClr val="accent2"/>
                </a:solidFill>
              </a:rPr>
              <a:t>Mark empty space </a:t>
            </a:r>
          </a:p>
          <a:p>
            <a:endParaRPr lang="en-US" dirty="0"/>
          </a:p>
          <a:p>
            <a:pPr marL="0" indent="0">
              <a:buNone/>
            </a:pPr>
            <a:r>
              <a:rPr lang="en-US" dirty="0"/>
              <a:t>5-Stopping condition</a:t>
            </a:r>
          </a:p>
          <a:p>
            <a:pPr marL="0" indent="0">
              <a:buNone/>
            </a:pPr>
            <a:r>
              <a:rPr lang="en-US" dirty="0">
                <a:solidFill>
                  <a:schemeClr val="accent2"/>
                </a:solidFill>
              </a:rPr>
              <a:t>Goal state / no empty spaces left </a:t>
            </a:r>
          </a:p>
          <a:p>
            <a:endParaRPr lang="en-US" dirty="0"/>
          </a:p>
          <a:p>
            <a:pPr marL="0" indent="0">
              <a:buNone/>
            </a:pPr>
            <a:r>
              <a:rPr lang="en-US" dirty="0"/>
              <a:t>6-State Variable </a:t>
            </a:r>
          </a:p>
          <a:p>
            <a:pPr marL="0" indent="0">
              <a:buNone/>
            </a:pPr>
            <a:r>
              <a:rPr lang="en-US" dirty="0">
                <a:solidFill>
                  <a:schemeClr val="accent2"/>
                </a:solidFill>
              </a:rPr>
              <a:t>2D list [3*3]</a:t>
            </a:r>
          </a:p>
        </p:txBody>
      </p:sp>
    </p:spTree>
    <p:extLst>
      <p:ext uri="{BB962C8B-B14F-4D97-AF65-F5344CB8AC3E}">
        <p14:creationId xmlns:p14="http://schemas.microsoft.com/office/powerpoint/2010/main" val="2605723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A90D527-6B7E-5B26-A193-B964C5C839BB}"/>
              </a:ext>
            </a:extLst>
          </p:cNvPr>
          <p:cNvPicPr>
            <a:picLocks noChangeAspect="1"/>
          </p:cNvPicPr>
          <p:nvPr/>
        </p:nvPicPr>
        <p:blipFill>
          <a:blip r:embed="rId2"/>
          <a:srcRect l="22412" t="24470" r="61794" b="60942"/>
          <a:stretch/>
        </p:blipFill>
        <p:spPr>
          <a:xfrm>
            <a:off x="4424516" y="115325"/>
            <a:ext cx="2750373" cy="1428966"/>
          </a:xfrm>
          <a:prstGeom prst="rect">
            <a:avLst/>
          </a:prstGeom>
        </p:spPr>
      </p:pic>
      <p:pic>
        <p:nvPicPr>
          <p:cNvPr id="8" name="Picture 7">
            <a:extLst>
              <a:ext uri="{FF2B5EF4-FFF2-40B4-BE49-F238E27FC236}">
                <a16:creationId xmlns:a16="http://schemas.microsoft.com/office/drawing/2014/main" id="{D0A9B80C-5756-81A4-81EA-8489A1E4E420}"/>
              </a:ext>
            </a:extLst>
          </p:cNvPr>
          <p:cNvPicPr>
            <a:picLocks noChangeAspect="1"/>
          </p:cNvPicPr>
          <p:nvPr/>
        </p:nvPicPr>
        <p:blipFill>
          <a:blip r:embed="rId2"/>
          <a:srcRect l="22412" t="24470" r="61794" b="60942"/>
          <a:stretch/>
        </p:blipFill>
        <p:spPr>
          <a:xfrm>
            <a:off x="949349" y="1544291"/>
            <a:ext cx="2042089" cy="1060974"/>
          </a:xfrm>
          <a:prstGeom prst="rect">
            <a:avLst/>
          </a:prstGeom>
        </p:spPr>
      </p:pic>
      <p:pic>
        <p:nvPicPr>
          <p:cNvPr id="9" name="Picture 8">
            <a:extLst>
              <a:ext uri="{FF2B5EF4-FFF2-40B4-BE49-F238E27FC236}">
                <a16:creationId xmlns:a16="http://schemas.microsoft.com/office/drawing/2014/main" id="{637A2D09-FD50-FE8C-0900-37BCAFA4FE9F}"/>
              </a:ext>
            </a:extLst>
          </p:cNvPr>
          <p:cNvPicPr>
            <a:picLocks noChangeAspect="1"/>
          </p:cNvPicPr>
          <p:nvPr/>
        </p:nvPicPr>
        <p:blipFill>
          <a:blip r:embed="rId2"/>
          <a:srcRect l="22412" t="24470" r="61794" b="60942"/>
          <a:stretch/>
        </p:blipFill>
        <p:spPr>
          <a:xfrm>
            <a:off x="4763877" y="1658444"/>
            <a:ext cx="2042089" cy="1060975"/>
          </a:xfrm>
          <a:prstGeom prst="rect">
            <a:avLst/>
          </a:prstGeom>
        </p:spPr>
      </p:pic>
      <p:pic>
        <p:nvPicPr>
          <p:cNvPr id="12" name="Picture 11">
            <a:extLst>
              <a:ext uri="{FF2B5EF4-FFF2-40B4-BE49-F238E27FC236}">
                <a16:creationId xmlns:a16="http://schemas.microsoft.com/office/drawing/2014/main" id="{5F256D1D-3A11-C8E7-EB92-A56D9BD59923}"/>
              </a:ext>
            </a:extLst>
          </p:cNvPr>
          <p:cNvPicPr>
            <a:picLocks noChangeAspect="1"/>
          </p:cNvPicPr>
          <p:nvPr/>
        </p:nvPicPr>
        <p:blipFill>
          <a:blip r:embed="rId2"/>
          <a:srcRect l="22412" t="24470" r="61794" b="60942"/>
          <a:stretch/>
        </p:blipFill>
        <p:spPr>
          <a:xfrm>
            <a:off x="-206764" y="2979945"/>
            <a:ext cx="1627443" cy="845544"/>
          </a:xfrm>
          <a:prstGeom prst="rect">
            <a:avLst/>
          </a:prstGeom>
        </p:spPr>
      </p:pic>
      <p:pic>
        <p:nvPicPr>
          <p:cNvPr id="13" name="Picture 12">
            <a:extLst>
              <a:ext uri="{FF2B5EF4-FFF2-40B4-BE49-F238E27FC236}">
                <a16:creationId xmlns:a16="http://schemas.microsoft.com/office/drawing/2014/main" id="{9491FE73-4498-AEB7-DF87-37FDBA64A6C9}"/>
              </a:ext>
            </a:extLst>
          </p:cNvPr>
          <p:cNvPicPr>
            <a:picLocks noChangeAspect="1"/>
          </p:cNvPicPr>
          <p:nvPr/>
        </p:nvPicPr>
        <p:blipFill>
          <a:blip r:embed="rId2"/>
          <a:srcRect l="22412" t="24470" r="61794" b="60942"/>
          <a:stretch/>
        </p:blipFill>
        <p:spPr>
          <a:xfrm>
            <a:off x="1377361" y="2979945"/>
            <a:ext cx="1699450" cy="882956"/>
          </a:xfrm>
          <a:prstGeom prst="rect">
            <a:avLst/>
          </a:prstGeom>
        </p:spPr>
      </p:pic>
      <p:pic>
        <p:nvPicPr>
          <p:cNvPr id="14" name="Picture 13">
            <a:extLst>
              <a:ext uri="{FF2B5EF4-FFF2-40B4-BE49-F238E27FC236}">
                <a16:creationId xmlns:a16="http://schemas.microsoft.com/office/drawing/2014/main" id="{01084B56-2DAC-2CFF-9DB5-37ED7B946A76}"/>
              </a:ext>
            </a:extLst>
          </p:cNvPr>
          <p:cNvPicPr>
            <a:picLocks noChangeAspect="1"/>
          </p:cNvPicPr>
          <p:nvPr/>
        </p:nvPicPr>
        <p:blipFill>
          <a:blip r:embed="rId2"/>
          <a:srcRect l="22412" t="24470" r="61794" b="60942"/>
          <a:stretch/>
        </p:blipFill>
        <p:spPr>
          <a:xfrm>
            <a:off x="3064426" y="2942533"/>
            <a:ext cx="1699451" cy="882956"/>
          </a:xfrm>
          <a:prstGeom prst="rect">
            <a:avLst/>
          </a:prstGeom>
        </p:spPr>
      </p:pic>
      <p:pic>
        <p:nvPicPr>
          <p:cNvPr id="15" name="Picture 14">
            <a:extLst>
              <a:ext uri="{FF2B5EF4-FFF2-40B4-BE49-F238E27FC236}">
                <a16:creationId xmlns:a16="http://schemas.microsoft.com/office/drawing/2014/main" id="{56DA4284-C9CD-542F-CDB9-3EB43469AEB9}"/>
              </a:ext>
            </a:extLst>
          </p:cNvPr>
          <p:cNvPicPr>
            <a:picLocks noChangeAspect="1"/>
          </p:cNvPicPr>
          <p:nvPr/>
        </p:nvPicPr>
        <p:blipFill>
          <a:blip r:embed="rId2"/>
          <a:srcRect l="22412" t="24470" r="61794" b="60942"/>
          <a:stretch/>
        </p:blipFill>
        <p:spPr>
          <a:xfrm>
            <a:off x="10149911" y="1658444"/>
            <a:ext cx="2042089" cy="1060975"/>
          </a:xfrm>
          <a:prstGeom prst="rect">
            <a:avLst/>
          </a:prstGeom>
        </p:spPr>
      </p:pic>
      <p:pic>
        <p:nvPicPr>
          <p:cNvPr id="16" name="Picture 15">
            <a:extLst>
              <a:ext uri="{FF2B5EF4-FFF2-40B4-BE49-F238E27FC236}">
                <a16:creationId xmlns:a16="http://schemas.microsoft.com/office/drawing/2014/main" id="{55D823C2-B32D-A842-6B47-AE7EA65716BF}"/>
              </a:ext>
            </a:extLst>
          </p:cNvPr>
          <p:cNvPicPr>
            <a:picLocks noChangeAspect="1"/>
          </p:cNvPicPr>
          <p:nvPr/>
        </p:nvPicPr>
        <p:blipFill>
          <a:blip r:embed="rId2"/>
          <a:srcRect l="22412" t="24470" r="61794" b="60942"/>
          <a:stretch/>
        </p:blipFill>
        <p:spPr>
          <a:xfrm>
            <a:off x="7738231" y="1658444"/>
            <a:ext cx="2042089" cy="1060975"/>
          </a:xfrm>
          <a:prstGeom prst="rect">
            <a:avLst/>
          </a:prstGeom>
        </p:spPr>
      </p:pic>
      <p:pic>
        <p:nvPicPr>
          <p:cNvPr id="17" name="Picture 16">
            <a:extLst>
              <a:ext uri="{FF2B5EF4-FFF2-40B4-BE49-F238E27FC236}">
                <a16:creationId xmlns:a16="http://schemas.microsoft.com/office/drawing/2014/main" id="{E646ADD1-F9F2-E85D-72AB-397EAD4A912C}"/>
              </a:ext>
            </a:extLst>
          </p:cNvPr>
          <p:cNvPicPr>
            <a:picLocks noChangeAspect="1"/>
          </p:cNvPicPr>
          <p:nvPr/>
        </p:nvPicPr>
        <p:blipFill>
          <a:blip r:embed="rId2"/>
          <a:srcRect l="22412" t="24470" r="61794" b="60942"/>
          <a:stretch/>
        </p:blipFill>
        <p:spPr>
          <a:xfrm>
            <a:off x="4770473" y="2979945"/>
            <a:ext cx="1627443" cy="845544"/>
          </a:xfrm>
          <a:prstGeom prst="rect">
            <a:avLst/>
          </a:prstGeom>
        </p:spPr>
      </p:pic>
      <p:pic>
        <p:nvPicPr>
          <p:cNvPr id="18" name="Picture 17">
            <a:extLst>
              <a:ext uri="{FF2B5EF4-FFF2-40B4-BE49-F238E27FC236}">
                <a16:creationId xmlns:a16="http://schemas.microsoft.com/office/drawing/2014/main" id="{D5661AB4-B909-8877-AB82-A941BDD957A6}"/>
              </a:ext>
            </a:extLst>
          </p:cNvPr>
          <p:cNvPicPr>
            <a:picLocks noChangeAspect="1"/>
          </p:cNvPicPr>
          <p:nvPr/>
        </p:nvPicPr>
        <p:blipFill>
          <a:blip r:embed="rId2"/>
          <a:srcRect l="22412" t="24470" r="61794" b="60942"/>
          <a:stretch/>
        </p:blipFill>
        <p:spPr>
          <a:xfrm>
            <a:off x="8284179" y="2936354"/>
            <a:ext cx="1699450" cy="882956"/>
          </a:xfrm>
          <a:prstGeom prst="rect">
            <a:avLst/>
          </a:prstGeom>
        </p:spPr>
      </p:pic>
      <p:pic>
        <p:nvPicPr>
          <p:cNvPr id="19" name="Picture 18">
            <a:extLst>
              <a:ext uri="{FF2B5EF4-FFF2-40B4-BE49-F238E27FC236}">
                <a16:creationId xmlns:a16="http://schemas.microsoft.com/office/drawing/2014/main" id="{EB3819F8-CAE4-6474-E113-6C735E73948B}"/>
              </a:ext>
            </a:extLst>
          </p:cNvPr>
          <p:cNvPicPr>
            <a:picLocks noChangeAspect="1"/>
          </p:cNvPicPr>
          <p:nvPr/>
        </p:nvPicPr>
        <p:blipFill>
          <a:blip r:embed="rId2"/>
          <a:srcRect l="22412" t="24470" r="61794" b="60942"/>
          <a:stretch/>
        </p:blipFill>
        <p:spPr>
          <a:xfrm>
            <a:off x="6491322" y="2961239"/>
            <a:ext cx="1699451" cy="882956"/>
          </a:xfrm>
          <a:prstGeom prst="rect">
            <a:avLst/>
          </a:prstGeom>
        </p:spPr>
      </p:pic>
      <p:cxnSp>
        <p:nvCxnSpPr>
          <p:cNvPr id="21" name="Straight Arrow Connector 20">
            <a:extLst>
              <a:ext uri="{FF2B5EF4-FFF2-40B4-BE49-F238E27FC236}">
                <a16:creationId xmlns:a16="http://schemas.microsoft.com/office/drawing/2014/main" id="{6D7E10F1-E964-6426-AB5E-B8056B4B7565}"/>
              </a:ext>
            </a:extLst>
          </p:cNvPr>
          <p:cNvCxnSpPr>
            <a:cxnSpLocks/>
          </p:cNvCxnSpPr>
          <p:nvPr/>
        </p:nvCxnSpPr>
        <p:spPr>
          <a:xfrm>
            <a:off x="5799702" y="1397918"/>
            <a:ext cx="0" cy="4068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24" name="Ink 23">
                <a:extLst>
                  <a:ext uri="{FF2B5EF4-FFF2-40B4-BE49-F238E27FC236}">
                    <a16:creationId xmlns:a16="http://schemas.microsoft.com/office/drawing/2014/main" id="{961A3C37-26C7-30D1-5BF7-1048D42FC683}"/>
                  </a:ext>
                </a:extLst>
              </p14:cNvPr>
              <p14:cNvContentPartPr/>
              <p14:nvPr/>
            </p14:nvContentPartPr>
            <p14:xfrm>
              <a:off x="4178373" y="2104068"/>
              <a:ext cx="360" cy="360"/>
            </p14:xfrm>
          </p:contentPart>
        </mc:Choice>
        <mc:Fallback xmlns="">
          <p:pic>
            <p:nvPicPr>
              <p:cNvPr id="24" name="Ink 23">
                <a:extLst>
                  <a:ext uri="{FF2B5EF4-FFF2-40B4-BE49-F238E27FC236}">
                    <a16:creationId xmlns:a16="http://schemas.microsoft.com/office/drawing/2014/main" id="{961A3C37-26C7-30D1-5BF7-1048D42FC683}"/>
                  </a:ext>
                </a:extLst>
              </p:cNvPr>
              <p:cNvPicPr/>
              <p:nvPr/>
            </p:nvPicPr>
            <p:blipFill>
              <a:blip r:embed="rId4"/>
              <a:stretch>
                <a:fillRect/>
              </a:stretch>
            </p:blipFill>
            <p:spPr>
              <a:xfrm>
                <a:off x="4160733" y="1996068"/>
                <a:ext cx="36000" cy="216000"/>
              </a:xfrm>
              <a:prstGeom prst="rect">
                <a:avLst/>
              </a:prstGeom>
            </p:spPr>
          </p:pic>
        </mc:Fallback>
      </mc:AlternateContent>
      <p:cxnSp>
        <p:nvCxnSpPr>
          <p:cNvPr id="26" name="Straight Arrow Connector 25">
            <a:extLst>
              <a:ext uri="{FF2B5EF4-FFF2-40B4-BE49-F238E27FC236}">
                <a16:creationId xmlns:a16="http://schemas.microsoft.com/office/drawing/2014/main" id="{A4DD9746-93DA-0834-4649-B55F6D149520}"/>
              </a:ext>
            </a:extLst>
          </p:cNvPr>
          <p:cNvCxnSpPr>
            <a:cxnSpLocks/>
            <a:endCxn id="8" idx="0"/>
          </p:cNvCxnSpPr>
          <p:nvPr/>
        </p:nvCxnSpPr>
        <p:spPr>
          <a:xfrm flipH="1">
            <a:off x="1970394" y="1376199"/>
            <a:ext cx="3814527" cy="1680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D2F8F8B6-A09E-8EE2-9790-F4F9651ACB2E}"/>
              </a:ext>
            </a:extLst>
          </p:cNvPr>
          <p:cNvCxnSpPr>
            <a:cxnSpLocks/>
            <a:endCxn id="16" idx="0"/>
          </p:cNvCxnSpPr>
          <p:nvPr/>
        </p:nvCxnSpPr>
        <p:spPr>
          <a:xfrm>
            <a:off x="5799702" y="1376199"/>
            <a:ext cx="2959574" cy="2822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AACA154C-47BD-4888-63A8-02D641305C0A}"/>
              </a:ext>
            </a:extLst>
          </p:cNvPr>
          <p:cNvCxnSpPr>
            <a:cxnSpLocks/>
            <a:endCxn id="15" idx="0"/>
          </p:cNvCxnSpPr>
          <p:nvPr/>
        </p:nvCxnSpPr>
        <p:spPr>
          <a:xfrm>
            <a:off x="5799701" y="1376199"/>
            <a:ext cx="5371255" cy="2822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180CCB4E-0C12-E7B6-0721-6DDF43C3B3D8}"/>
              </a:ext>
            </a:extLst>
          </p:cNvPr>
          <p:cNvCxnSpPr>
            <a:cxnSpLocks/>
            <a:stCxn id="8" idx="2"/>
            <a:endCxn id="12" idx="0"/>
          </p:cNvCxnSpPr>
          <p:nvPr/>
        </p:nvCxnSpPr>
        <p:spPr>
          <a:xfrm flipH="1">
            <a:off x="606958" y="2605265"/>
            <a:ext cx="1363436" cy="3746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A69AE95A-8688-F908-8CD4-A12772DFF821}"/>
              </a:ext>
            </a:extLst>
          </p:cNvPr>
          <p:cNvCxnSpPr>
            <a:cxnSpLocks/>
          </p:cNvCxnSpPr>
          <p:nvPr/>
        </p:nvCxnSpPr>
        <p:spPr>
          <a:xfrm>
            <a:off x="1970393" y="2605265"/>
            <a:ext cx="0" cy="4068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E2928399-1FD2-ACD0-A8F8-9DC62C08B7FC}"/>
              </a:ext>
            </a:extLst>
          </p:cNvPr>
          <p:cNvCxnSpPr>
            <a:cxnSpLocks/>
            <a:endCxn id="17" idx="0"/>
          </p:cNvCxnSpPr>
          <p:nvPr/>
        </p:nvCxnSpPr>
        <p:spPr>
          <a:xfrm flipH="1">
            <a:off x="5584195" y="2605265"/>
            <a:ext cx="200726" cy="3746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00B965B6-2DB6-C45E-0898-BA43B6220DB1}"/>
              </a:ext>
            </a:extLst>
          </p:cNvPr>
          <p:cNvCxnSpPr>
            <a:cxnSpLocks/>
            <a:stCxn id="8" idx="2"/>
          </p:cNvCxnSpPr>
          <p:nvPr/>
        </p:nvCxnSpPr>
        <p:spPr>
          <a:xfrm>
            <a:off x="1970394" y="2605265"/>
            <a:ext cx="1943757" cy="4068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2D81B3A7-8ADB-1561-BC3F-EE8135558D44}"/>
              </a:ext>
            </a:extLst>
          </p:cNvPr>
          <p:cNvCxnSpPr>
            <a:cxnSpLocks/>
          </p:cNvCxnSpPr>
          <p:nvPr/>
        </p:nvCxnSpPr>
        <p:spPr>
          <a:xfrm>
            <a:off x="5848777" y="2605265"/>
            <a:ext cx="3285127" cy="4068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A73E1BFC-B9EC-2A73-F54B-47B7AA82EA51}"/>
              </a:ext>
            </a:extLst>
          </p:cNvPr>
          <p:cNvCxnSpPr>
            <a:cxnSpLocks/>
            <a:endCxn id="19" idx="0"/>
          </p:cNvCxnSpPr>
          <p:nvPr/>
        </p:nvCxnSpPr>
        <p:spPr>
          <a:xfrm>
            <a:off x="5799701" y="2605265"/>
            <a:ext cx="1541347" cy="3559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5">
            <p14:nvContentPartPr>
              <p14:cNvPr id="49" name="Ink 48">
                <a:extLst>
                  <a:ext uri="{FF2B5EF4-FFF2-40B4-BE49-F238E27FC236}">
                    <a16:creationId xmlns:a16="http://schemas.microsoft.com/office/drawing/2014/main" id="{72240958-2CAD-FC2B-CF4C-FD3DC3AAD511}"/>
                  </a:ext>
                </a:extLst>
              </p14:cNvPr>
              <p14:cNvContentPartPr/>
              <p14:nvPr/>
            </p14:nvContentPartPr>
            <p14:xfrm>
              <a:off x="9832173" y="2212068"/>
              <a:ext cx="360" cy="360"/>
            </p14:xfrm>
          </p:contentPart>
        </mc:Choice>
        <mc:Fallback xmlns="">
          <p:pic>
            <p:nvPicPr>
              <p:cNvPr id="49" name="Ink 48">
                <a:extLst>
                  <a:ext uri="{FF2B5EF4-FFF2-40B4-BE49-F238E27FC236}">
                    <a16:creationId xmlns:a16="http://schemas.microsoft.com/office/drawing/2014/main" id="{72240958-2CAD-FC2B-CF4C-FD3DC3AAD511}"/>
                  </a:ext>
                </a:extLst>
              </p:cNvPr>
              <p:cNvPicPr/>
              <p:nvPr/>
            </p:nvPicPr>
            <p:blipFill>
              <a:blip r:embed="rId6"/>
              <a:stretch>
                <a:fillRect/>
              </a:stretch>
            </p:blipFill>
            <p:spPr>
              <a:xfrm>
                <a:off x="9814173" y="2194428"/>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0" name="Ink 49">
                <a:extLst>
                  <a:ext uri="{FF2B5EF4-FFF2-40B4-BE49-F238E27FC236}">
                    <a16:creationId xmlns:a16="http://schemas.microsoft.com/office/drawing/2014/main" id="{CEE6BC7D-E1C5-0CC7-8028-680F12953642}"/>
                  </a:ext>
                </a:extLst>
              </p14:cNvPr>
              <p14:cNvContentPartPr/>
              <p14:nvPr/>
            </p14:nvContentPartPr>
            <p14:xfrm>
              <a:off x="9959973" y="2212068"/>
              <a:ext cx="360" cy="360"/>
            </p14:xfrm>
          </p:contentPart>
        </mc:Choice>
        <mc:Fallback xmlns="">
          <p:pic>
            <p:nvPicPr>
              <p:cNvPr id="50" name="Ink 49">
                <a:extLst>
                  <a:ext uri="{FF2B5EF4-FFF2-40B4-BE49-F238E27FC236}">
                    <a16:creationId xmlns:a16="http://schemas.microsoft.com/office/drawing/2014/main" id="{CEE6BC7D-E1C5-0CC7-8028-680F12953642}"/>
                  </a:ext>
                </a:extLst>
              </p:cNvPr>
              <p:cNvPicPr/>
              <p:nvPr/>
            </p:nvPicPr>
            <p:blipFill>
              <a:blip r:embed="rId6"/>
              <a:stretch>
                <a:fillRect/>
              </a:stretch>
            </p:blipFill>
            <p:spPr>
              <a:xfrm>
                <a:off x="9941973" y="2194428"/>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1" name="Ink 50">
                <a:extLst>
                  <a:ext uri="{FF2B5EF4-FFF2-40B4-BE49-F238E27FC236}">
                    <a16:creationId xmlns:a16="http://schemas.microsoft.com/office/drawing/2014/main" id="{97059871-6390-F8F8-6F15-23A10454D753}"/>
                  </a:ext>
                </a:extLst>
              </p14:cNvPr>
              <p14:cNvContentPartPr/>
              <p14:nvPr/>
            </p14:nvContentPartPr>
            <p14:xfrm>
              <a:off x="10077693" y="2212068"/>
              <a:ext cx="360" cy="360"/>
            </p14:xfrm>
          </p:contentPart>
        </mc:Choice>
        <mc:Fallback xmlns="">
          <p:pic>
            <p:nvPicPr>
              <p:cNvPr id="51" name="Ink 50">
                <a:extLst>
                  <a:ext uri="{FF2B5EF4-FFF2-40B4-BE49-F238E27FC236}">
                    <a16:creationId xmlns:a16="http://schemas.microsoft.com/office/drawing/2014/main" id="{97059871-6390-F8F8-6F15-23A10454D753}"/>
                  </a:ext>
                </a:extLst>
              </p:cNvPr>
              <p:cNvPicPr/>
              <p:nvPr/>
            </p:nvPicPr>
            <p:blipFill>
              <a:blip r:embed="rId6"/>
              <a:stretch>
                <a:fillRect/>
              </a:stretch>
            </p:blipFill>
            <p:spPr>
              <a:xfrm>
                <a:off x="10060053" y="2194428"/>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2" name="Ink 51">
                <a:extLst>
                  <a:ext uri="{FF2B5EF4-FFF2-40B4-BE49-F238E27FC236}">
                    <a16:creationId xmlns:a16="http://schemas.microsoft.com/office/drawing/2014/main" id="{EF7DBFF3-DCC5-DF56-FB4B-D4D8DD6E3F6F}"/>
                  </a:ext>
                </a:extLst>
              </p14:cNvPr>
              <p14:cNvContentPartPr/>
              <p14:nvPr/>
            </p14:nvContentPartPr>
            <p14:xfrm>
              <a:off x="8219733" y="3362268"/>
              <a:ext cx="360" cy="360"/>
            </p14:xfrm>
          </p:contentPart>
        </mc:Choice>
        <mc:Fallback xmlns="">
          <p:pic>
            <p:nvPicPr>
              <p:cNvPr id="52" name="Ink 51">
                <a:extLst>
                  <a:ext uri="{FF2B5EF4-FFF2-40B4-BE49-F238E27FC236}">
                    <a16:creationId xmlns:a16="http://schemas.microsoft.com/office/drawing/2014/main" id="{EF7DBFF3-DCC5-DF56-FB4B-D4D8DD6E3F6F}"/>
                  </a:ext>
                </a:extLst>
              </p:cNvPr>
              <p:cNvPicPr/>
              <p:nvPr/>
            </p:nvPicPr>
            <p:blipFill>
              <a:blip r:embed="rId6"/>
              <a:stretch>
                <a:fillRect/>
              </a:stretch>
            </p:blipFill>
            <p:spPr>
              <a:xfrm>
                <a:off x="8202093" y="3344628"/>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3" name="Ink 52">
                <a:extLst>
                  <a:ext uri="{FF2B5EF4-FFF2-40B4-BE49-F238E27FC236}">
                    <a16:creationId xmlns:a16="http://schemas.microsoft.com/office/drawing/2014/main" id="{71287439-73D2-268E-7C4E-3E2F9A0AD401}"/>
                  </a:ext>
                </a:extLst>
              </p14:cNvPr>
              <p14:cNvContentPartPr/>
              <p14:nvPr/>
            </p14:nvContentPartPr>
            <p14:xfrm>
              <a:off x="8317653" y="3362268"/>
              <a:ext cx="360" cy="360"/>
            </p14:xfrm>
          </p:contentPart>
        </mc:Choice>
        <mc:Fallback xmlns="">
          <p:pic>
            <p:nvPicPr>
              <p:cNvPr id="53" name="Ink 52">
                <a:extLst>
                  <a:ext uri="{FF2B5EF4-FFF2-40B4-BE49-F238E27FC236}">
                    <a16:creationId xmlns:a16="http://schemas.microsoft.com/office/drawing/2014/main" id="{71287439-73D2-268E-7C4E-3E2F9A0AD401}"/>
                  </a:ext>
                </a:extLst>
              </p:cNvPr>
              <p:cNvPicPr/>
              <p:nvPr/>
            </p:nvPicPr>
            <p:blipFill>
              <a:blip r:embed="rId6"/>
              <a:stretch>
                <a:fillRect/>
              </a:stretch>
            </p:blipFill>
            <p:spPr>
              <a:xfrm>
                <a:off x="8300013" y="3344628"/>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4" name="Ink 53">
                <a:extLst>
                  <a:ext uri="{FF2B5EF4-FFF2-40B4-BE49-F238E27FC236}">
                    <a16:creationId xmlns:a16="http://schemas.microsoft.com/office/drawing/2014/main" id="{E8C1D066-8DC3-1436-7230-76EB31915CE8}"/>
                  </a:ext>
                </a:extLst>
              </p14:cNvPr>
              <p14:cNvContentPartPr/>
              <p14:nvPr/>
            </p14:nvContentPartPr>
            <p14:xfrm>
              <a:off x="3057693" y="3382428"/>
              <a:ext cx="360" cy="360"/>
            </p14:xfrm>
          </p:contentPart>
        </mc:Choice>
        <mc:Fallback xmlns="">
          <p:pic>
            <p:nvPicPr>
              <p:cNvPr id="54" name="Ink 53">
                <a:extLst>
                  <a:ext uri="{FF2B5EF4-FFF2-40B4-BE49-F238E27FC236}">
                    <a16:creationId xmlns:a16="http://schemas.microsoft.com/office/drawing/2014/main" id="{E8C1D066-8DC3-1436-7230-76EB31915CE8}"/>
                  </a:ext>
                </a:extLst>
              </p:cNvPr>
              <p:cNvPicPr/>
              <p:nvPr/>
            </p:nvPicPr>
            <p:blipFill>
              <a:blip r:embed="rId6"/>
              <a:stretch>
                <a:fillRect/>
              </a:stretch>
            </p:blipFill>
            <p:spPr>
              <a:xfrm>
                <a:off x="3039693" y="3364428"/>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5" name="Ink 54">
                <a:extLst>
                  <a:ext uri="{FF2B5EF4-FFF2-40B4-BE49-F238E27FC236}">
                    <a16:creationId xmlns:a16="http://schemas.microsoft.com/office/drawing/2014/main" id="{56225C8C-900D-AA74-B111-E587AFB87756}"/>
                  </a:ext>
                </a:extLst>
              </p14:cNvPr>
              <p14:cNvContentPartPr/>
              <p14:nvPr/>
            </p14:nvContentPartPr>
            <p14:xfrm>
              <a:off x="3136533" y="3382428"/>
              <a:ext cx="360" cy="360"/>
            </p14:xfrm>
          </p:contentPart>
        </mc:Choice>
        <mc:Fallback xmlns="">
          <p:pic>
            <p:nvPicPr>
              <p:cNvPr id="55" name="Ink 54">
                <a:extLst>
                  <a:ext uri="{FF2B5EF4-FFF2-40B4-BE49-F238E27FC236}">
                    <a16:creationId xmlns:a16="http://schemas.microsoft.com/office/drawing/2014/main" id="{56225C8C-900D-AA74-B111-E587AFB87756}"/>
                  </a:ext>
                </a:extLst>
              </p:cNvPr>
              <p:cNvPicPr/>
              <p:nvPr/>
            </p:nvPicPr>
            <p:blipFill>
              <a:blip r:embed="rId6"/>
              <a:stretch>
                <a:fillRect/>
              </a:stretch>
            </p:blipFill>
            <p:spPr>
              <a:xfrm>
                <a:off x="3118893" y="3364428"/>
                <a:ext cx="36000" cy="36000"/>
              </a:xfrm>
              <a:prstGeom prst="rect">
                <a:avLst/>
              </a:prstGeom>
            </p:spPr>
          </p:pic>
        </mc:Fallback>
      </mc:AlternateContent>
      <p:sp>
        <p:nvSpPr>
          <p:cNvPr id="56" name="TextBox 55">
            <a:extLst>
              <a:ext uri="{FF2B5EF4-FFF2-40B4-BE49-F238E27FC236}">
                <a16:creationId xmlns:a16="http://schemas.microsoft.com/office/drawing/2014/main" id="{A0F0EE4C-877B-14A9-829D-A600EF292336}"/>
              </a:ext>
            </a:extLst>
          </p:cNvPr>
          <p:cNvSpPr txBox="1"/>
          <p:nvPr/>
        </p:nvSpPr>
        <p:spPr>
          <a:xfrm>
            <a:off x="1132681" y="1620151"/>
            <a:ext cx="281056" cy="369332"/>
          </a:xfrm>
          <a:prstGeom prst="rect">
            <a:avLst/>
          </a:prstGeom>
          <a:noFill/>
        </p:spPr>
        <p:txBody>
          <a:bodyPr wrap="square" rtlCol="0">
            <a:spAutoFit/>
          </a:bodyPr>
          <a:lstStyle/>
          <a:p>
            <a:r>
              <a:rPr lang="en-US" dirty="0"/>
              <a:t>X</a:t>
            </a:r>
          </a:p>
        </p:txBody>
      </p:sp>
      <p:sp>
        <p:nvSpPr>
          <p:cNvPr id="57" name="TextBox 56">
            <a:extLst>
              <a:ext uri="{FF2B5EF4-FFF2-40B4-BE49-F238E27FC236}">
                <a16:creationId xmlns:a16="http://schemas.microsoft.com/office/drawing/2014/main" id="{AD661767-D4CF-B53F-174B-74DCF49E93AB}"/>
              </a:ext>
            </a:extLst>
          </p:cNvPr>
          <p:cNvSpPr txBox="1"/>
          <p:nvPr/>
        </p:nvSpPr>
        <p:spPr>
          <a:xfrm>
            <a:off x="5631235" y="1757039"/>
            <a:ext cx="464765" cy="369332"/>
          </a:xfrm>
          <a:prstGeom prst="rect">
            <a:avLst/>
          </a:prstGeom>
          <a:noFill/>
        </p:spPr>
        <p:txBody>
          <a:bodyPr wrap="square" rtlCol="0">
            <a:spAutoFit/>
          </a:bodyPr>
          <a:lstStyle/>
          <a:p>
            <a:r>
              <a:rPr lang="en-US" dirty="0"/>
              <a:t>X</a:t>
            </a:r>
          </a:p>
        </p:txBody>
      </p:sp>
      <p:sp>
        <p:nvSpPr>
          <p:cNvPr id="58" name="TextBox 57">
            <a:extLst>
              <a:ext uri="{FF2B5EF4-FFF2-40B4-BE49-F238E27FC236}">
                <a16:creationId xmlns:a16="http://schemas.microsoft.com/office/drawing/2014/main" id="{FA751888-25D9-E568-2C74-33ED7EA7B34F}"/>
              </a:ext>
            </a:extLst>
          </p:cNvPr>
          <p:cNvSpPr txBox="1"/>
          <p:nvPr/>
        </p:nvSpPr>
        <p:spPr>
          <a:xfrm>
            <a:off x="9242324" y="1762522"/>
            <a:ext cx="281056" cy="369332"/>
          </a:xfrm>
          <a:prstGeom prst="rect">
            <a:avLst/>
          </a:prstGeom>
          <a:noFill/>
        </p:spPr>
        <p:txBody>
          <a:bodyPr wrap="square" rtlCol="0">
            <a:spAutoFit/>
          </a:bodyPr>
          <a:lstStyle/>
          <a:p>
            <a:r>
              <a:rPr lang="en-US" dirty="0"/>
              <a:t>X</a:t>
            </a:r>
          </a:p>
        </p:txBody>
      </p:sp>
      <p:sp>
        <p:nvSpPr>
          <p:cNvPr id="59" name="TextBox 58">
            <a:extLst>
              <a:ext uri="{FF2B5EF4-FFF2-40B4-BE49-F238E27FC236}">
                <a16:creationId xmlns:a16="http://schemas.microsoft.com/office/drawing/2014/main" id="{107F868B-E9A9-8203-ECC5-C532599B8AF2}"/>
              </a:ext>
            </a:extLst>
          </p:cNvPr>
          <p:cNvSpPr txBox="1"/>
          <p:nvPr/>
        </p:nvSpPr>
        <p:spPr>
          <a:xfrm>
            <a:off x="11670891" y="2235933"/>
            <a:ext cx="521109" cy="369332"/>
          </a:xfrm>
          <a:prstGeom prst="rect">
            <a:avLst/>
          </a:prstGeom>
          <a:noFill/>
        </p:spPr>
        <p:txBody>
          <a:bodyPr wrap="square" rtlCol="0">
            <a:spAutoFit/>
          </a:bodyPr>
          <a:lstStyle/>
          <a:p>
            <a:r>
              <a:rPr lang="en-US" dirty="0"/>
              <a:t>X</a:t>
            </a:r>
          </a:p>
        </p:txBody>
      </p:sp>
      <p:sp>
        <p:nvSpPr>
          <p:cNvPr id="61" name="TextBox 60">
            <a:extLst>
              <a:ext uri="{FF2B5EF4-FFF2-40B4-BE49-F238E27FC236}">
                <a16:creationId xmlns:a16="http://schemas.microsoft.com/office/drawing/2014/main" id="{9E9415F5-652C-1AA7-F89E-B28450D7F81F}"/>
              </a:ext>
            </a:extLst>
          </p:cNvPr>
          <p:cNvSpPr txBox="1"/>
          <p:nvPr/>
        </p:nvSpPr>
        <p:spPr>
          <a:xfrm>
            <a:off x="7682831" y="2988732"/>
            <a:ext cx="281056" cy="369332"/>
          </a:xfrm>
          <a:prstGeom prst="rect">
            <a:avLst/>
          </a:prstGeom>
          <a:noFill/>
        </p:spPr>
        <p:txBody>
          <a:bodyPr wrap="square" rtlCol="0">
            <a:spAutoFit/>
          </a:bodyPr>
          <a:lstStyle/>
          <a:p>
            <a:r>
              <a:rPr lang="en-US" dirty="0"/>
              <a:t>O</a:t>
            </a:r>
          </a:p>
        </p:txBody>
      </p:sp>
      <p:sp>
        <p:nvSpPr>
          <p:cNvPr id="62" name="TextBox 61">
            <a:extLst>
              <a:ext uri="{FF2B5EF4-FFF2-40B4-BE49-F238E27FC236}">
                <a16:creationId xmlns:a16="http://schemas.microsoft.com/office/drawing/2014/main" id="{86DE39D0-5673-CC26-708D-5A6F57C7658C}"/>
              </a:ext>
            </a:extLst>
          </p:cNvPr>
          <p:cNvSpPr txBox="1"/>
          <p:nvPr/>
        </p:nvSpPr>
        <p:spPr>
          <a:xfrm>
            <a:off x="1581763" y="3019295"/>
            <a:ext cx="281056" cy="369332"/>
          </a:xfrm>
          <a:prstGeom prst="rect">
            <a:avLst/>
          </a:prstGeom>
          <a:noFill/>
        </p:spPr>
        <p:txBody>
          <a:bodyPr wrap="square" rtlCol="0">
            <a:spAutoFit/>
          </a:bodyPr>
          <a:lstStyle/>
          <a:p>
            <a:r>
              <a:rPr lang="en-US" dirty="0"/>
              <a:t>X</a:t>
            </a:r>
          </a:p>
        </p:txBody>
      </p:sp>
      <p:sp>
        <p:nvSpPr>
          <p:cNvPr id="63" name="TextBox 62">
            <a:extLst>
              <a:ext uri="{FF2B5EF4-FFF2-40B4-BE49-F238E27FC236}">
                <a16:creationId xmlns:a16="http://schemas.microsoft.com/office/drawing/2014/main" id="{649F1C05-2C8A-AEA0-1AAF-E75F9B99BB39}"/>
              </a:ext>
            </a:extLst>
          </p:cNvPr>
          <p:cNvSpPr txBox="1"/>
          <p:nvPr/>
        </p:nvSpPr>
        <p:spPr>
          <a:xfrm>
            <a:off x="2561566" y="3017512"/>
            <a:ext cx="281056" cy="369332"/>
          </a:xfrm>
          <a:prstGeom prst="rect">
            <a:avLst/>
          </a:prstGeom>
          <a:noFill/>
        </p:spPr>
        <p:txBody>
          <a:bodyPr wrap="square" rtlCol="0">
            <a:spAutoFit/>
          </a:bodyPr>
          <a:lstStyle/>
          <a:p>
            <a:r>
              <a:rPr lang="en-US" dirty="0"/>
              <a:t>O</a:t>
            </a:r>
          </a:p>
        </p:txBody>
      </p:sp>
      <p:sp>
        <p:nvSpPr>
          <p:cNvPr id="65" name="TextBox 64">
            <a:extLst>
              <a:ext uri="{FF2B5EF4-FFF2-40B4-BE49-F238E27FC236}">
                <a16:creationId xmlns:a16="http://schemas.microsoft.com/office/drawing/2014/main" id="{146163F6-A82B-885D-3C50-A482C50C43AC}"/>
              </a:ext>
            </a:extLst>
          </p:cNvPr>
          <p:cNvSpPr txBox="1"/>
          <p:nvPr/>
        </p:nvSpPr>
        <p:spPr>
          <a:xfrm>
            <a:off x="3236107" y="2977372"/>
            <a:ext cx="281056" cy="369332"/>
          </a:xfrm>
          <a:prstGeom prst="rect">
            <a:avLst/>
          </a:prstGeom>
          <a:noFill/>
        </p:spPr>
        <p:txBody>
          <a:bodyPr wrap="square" rtlCol="0">
            <a:spAutoFit/>
          </a:bodyPr>
          <a:lstStyle/>
          <a:p>
            <a:r>
              <a:rPr lang="en-US" dirty="0"/>
              <a:t>X</a:t>
            </a:r>
          </a:p>
        </p:txBody>
      </p:sp>
      <p:sp>
        <p:nvSpPr>
          <p:cNvPr id="66" name="TextBox 65">
            <a:extLst>
              <a:ext uri="{FF2B5EF4-FFF2-40B4-BE49-F238E27FC236}">
                <a16:creationId xmlns:a16="http://schemas.microsoft.com/office/drawing/2014/main" id="{59D7BFA3-9699-0CBF-C948-E909D83E2442}"/>
              </a:ext>
            </a:extLst>
          </p:cNvPr>
          <p:cNvSpPr txBox="1"/>
          <p:nvPr/>
        </p:nvSpPr>
        <p:spPr>
          <a:xfrm>
            <a:off x="4283988" y="3414279"/>
            <a:ext cx="281056" cy="369332"/>
          </a:xfrm>
          <a:prstGeom prst="rect">
            <a:avLst/>
          </a:prstGeom>
          <a:noFill/>
        </p:spPr>
        <p:txBody>
          <a:bodyPr wrap="square" rtlCol="0">
            <a:spAutoFit/>
          </a:bodyPr>
          <a:lstStyle/>
          <a:p>
            <a:r>
              <a:rPr lang="en-US" dirty="0"/>
              <a:t>O</a:t>
            </a:r>
          </a:p>
        </p:txBody>
      </p:sp>
      <p:sp>
        <p:nvSpPr>
          <p:cNvPr id="67" name="TextBox 66">
            <a:extLst>
              <a:ext uri="{FF2B5EF4-FFF2-40B4-BE49-F238E27FC236}">
                <a16:creationId xmlns:a16="http://schemas.microsoft.com/office/drawing/2014/main" id="{0870ED61-F81F-9F35-B1E2-084700FBBD1C}"/>
              </a:ext>
            </a:extLst>
          </p:cNvPr>
          <p:cNvSpPr txBox="1"/>
          <p:nvPr/>
        </p:nvSpPr>
        <p:spPr>
          <a:xfrm>
            <a:off x="5420631" y="3033385"/>
            <a:ext cx="281056" cy="369332"/>
          </a:xfrm>
          <a:prstGeom prst="rect">
            <a:avLst/>
          </a:prstGeom>
          <a:noFill/>
        </p:spPr>
        <p:txBody>
          <a:bodyPr wrap="square" rtlCol="0">
            <a:spAutoFit/>
          </a:bodyPr>
          <a:lstStyle/>
          <a:p>
            <a:r>
              <a:rPr lang="en-US" dirty="0"/>
              <a:t>X</a:t>
            </a:r>
          </a:p>
        </p:txBody>
      </p:sp>
      <p:sp>
        <p:nvSpPr>
          <p:cNvPr id="68" name="TextBox 67">
            <a:extLst>
              <a:ext uri="{FF2B5EF4-FFF2-40B4-BE49-F238E27FC236}">
                <a16:creationId xmlns:a16="http://schemas.microsoft.com/office/drawing/2014/main" id="{7EFC8932-C1A1-7262-3139-81341FE43F89}"/>
              </a:ext>
            </a:extLst>
          </p:cNvPr>
          <p:cNvSpPr txBox="1"/>
          <p:nvPr/>
        </p:nvSpPr>
        <p:spPr>
          <a:xfrm>
            <a:off x="4912628" y="3033385"/>
            <a:ext cx="281056" cy="369332"/>
          </a:xfrm>
          <a:prstGeom prst="rect">
            <a:avLst/>
          </a:prstGeom>
          <a:noFill/>
        </p:spPr>
        <p:txBody>
          <a:bodyPr wrap="square" rtlCol="0">
            <a:spAutoFit/>
          </a:bodyPr>
          <a:lstStyle/>
          <a:p>
            <a:r>
              <a:rPr lang="en-US" dirty="0"/>
              <a:t>O</a:t>
            </a:r>
          </a:p>
        </p:txBody>
      </p:sp>
      <p:sp>
        <p:nvSpPr>
          <p:cNvPr id="69" name="TextBox 68">
            <a:extLst>
              <a:ext uri="{FF2B5EF4-FFF2-40B4-BE49-F238E27FC236}">
                <a16:creationId xmlns:a16="http://schemas.microsoft.com/office/drawing/2014/main" id="{2671A138-94B5-2AFF-C807-E370523BE7E4}"/>
              </a:ext>
            </a:extLst>
          </p:cNvPr>
          <p:cNvSpPr txBox="1"/>
          <p:nvPr/>
        </p:nvSpPr>
        <p:spPr>
          <a:xfrm>
            <a:off x="7174889" y="3042629"/>
            <a:ext cx="281056" cy="369332"/>
          </a:xfrm>
          <a:prstGeom prst="rect">
            <a:avLst/>
          </a:prstGeom>
          <a:noFill/>
        </p:spPr>
        <p:txBody>
          <a:bodyPr wrap="square" rtlCol="0">
            <a:spAutoFit/>
          </a:bodyPr>
          <a:lstStyle/>
          <a:p>
            <a:r>
              <a:rPr lang="en-US" dirty="0"/>
              <a:t>X</a:t>
            </a:r>
          </a:p>
        </p:txBody>
      </p:sp>
      <p:sp>
        <p:nvSpPr>
          <p:cNvPr id="70" name="TextBox 69">
            <a:extLst>
              <a:ext uri="{FF2B5EF4-FFF2-40B4-BE49-F238E27FC236}">
                <a16:creationId xmlns:a16="http://schemas.microsoft.com/office/drawing/2014/main" id="{3C92A4CD-7D31-1F20-0585-9B10F07AD7F4}"/>
              </a:ext>
            </a:extLst>
          </p:cNvPr>
          <p:cNvSpPr txBox="1"/>
          <p:nvPr/>
        </p:nvSpPr>
        <p:spPr>
          <a:xfrm>
            <a:off x="9501246" y="3409764"/>
            <a:ext cx="281056" cy="369332"/>
          </a:xfrm>
          <a:prstGeom prst="rect">
            <a:avLst/>
          </a:prstGeom>
          <a:noFill/>
        </p:spPr>
        <p:txBody>
          <a:bodyPr wrap="square" rtlCol="0">
            <a:spAutoFit/>
          </a:bodyPr>
          <a:lstStyle/>
          <a:p>
            <a:r>
              <a:rPr lang="en-US" dirty="0"/>
              <a:t>O</a:t>
            </a:r>
          </a:p>
        </p:txBody>
      </p:sp>
      <p:sp>
        <p:nvSpPr>
          <p:cNvPr id="71" name="TextBox 70">
            <a:extLst>
              <a:ext uri="{FF2B5EF4-FFF2-40B4-BE49-F238E27FC236}">
                <a16:creationId xmlns:a16="http://schemas.microsoft.com/office/drawing/2014/main" id="{EBCA942C-B0D9-04C1-7F3C-8D6DFC50BB58}"/>
              </a:ext>
            </a:extLst>
          </p:cNvPr>
          <p:cNvSpPr txBox="1"/>
          <p:nvPr/>
        </p:nvSpPr>
        <p:spPr>
          <a:xfrm>
            <a:off x="-59250" y="3018193"/>
            <a:ext cx="281056" cy="369332"/>
          </a:xfrm>
          <a:prstGeom prst="rect">
            <a:avLst/>
          </a:prstGeom>
          <a:noFill/>
        </p:spPr>
        <p:txBody>
          <a:bodyPr wrap="square" rtlCol="0">
            <a:spAutoFit/>
          </a:bodyPr>
          <a:lstStyle/>
          <a:p>
            <a:r>
              <a:rPr lang="en-US" dirty="0"/>
              <a:t>X</a:t>
            </a:r>
          </a:p>
        </p:txBody>
      </p:sp>
      <p:sp>
        <p:nvSpPr>
          <p:cNvPr id="72" name="TextBox 71">
            <a:extLst>
              <a:ext uri="{FF2B5EF4-FFF2-40B4-BE49-F238E27FC236}">
                <a16:creationId xmlns:a16="http://schemas.microsoft.com/office/drawing/2014/main" id="{8DC3BD78-9679-3CF9-BADB-E817EDCDFF4C}"/>
              </a:ext>
            </a:extLst>
          </p:cNvPr>
          <p:cNvSpPr txBox="1"/>
          <p:nvPr/>
        </p:nvSpPr>
        <p:spPr>
          <a:xfrm>
            <a:off x="371640" y="2992936"/>
            <a:ext cx="281056" cy="369332"/>
          </a:xfrm>
          <a:prstGeom prst="rect">
            <a:avLst/>
          </a:prstGeom>
          <a:noFill/>
        </p:spPr>
        <p:txBody>
          <a:bodyPr wrap="square" rtlCol="0">
            <a:spAutoFit/>
          </a:bodyPr>
          <a:lstStyle/>
          <a:p>
            <a:r>
              <a:rPr lang="en-US" dirty="0"/>
              <a:t>O</a:t>
            </a:r>
          </a:p>
        </p:txBody>
      </p:sp>
      <p:sp>
        <p:nvSpPr>
          <p:cNvPr id="74" name="TextBox 73">
            <a:extLst>
              <a:ext uri="{FF2B5EF4-FFF2-40B4-BE49-F238E27FC236}">
                <a16:creationId xmlns:a16="http://schemas.microsoft.com/office/drawing/2014/main" id="{D1A932DF-ED3C-F486-04E8-BB987FE3E3B3}"/>
              </a:ext>
            </a:extLst>
          </p:cNvPr>
          <p:cNvSpPr txBox="1"/>
          <p:nvPr/>
        </p:nvSpPr>
        <p:spPr>
          <a:xfrm>
            <a:off x="9014868" y="3017512"/>
            <a:ext cx="281056" cy="369332"/>
          </a:xfrm>
          <a:prstGeom prst="rect">
            <a:avLst/>
          </a:prstGeom>
          <a:noFill/>
        </p:spPr>
        <p:txBody>
          <a:bodyPr wrap="square" rtlCol="0">
            <a:spAutoFit/>
          </a:bodyPr>
          <a:lstStyle/>
          <a:p>
            <a:r>
              <a:rPr lang="en-US" dirty="0"/>
              <a:t>X</a:t>
            </a:r>
          </a:p>
        </p:txBody>
      </p:sp>
      <p:sp>
        <p:nvSpPr>
          <p:cNvPr id="76" name="TextBox 75">
            <a:extLst>
              <a:ext uri="{FF2B5EF4-FFF2-40B4-BE49-F238E27FC236}">
                <a16:creationId xmlns:a16="http://schemas.microsoft.com/office/drawing/2014/main" id="{87496572-BF23-022B-0EED-ECE6A599EB3E}"/>
              </a:ext>
            </a:extLst>
          </p:cNvPr>
          <p:cNvSpPr txBox="1"/>
          <p:nvPr/>
        </p:nvSpPr>
        <p:spPr>
          <a:xfrm>
            <a:off x="6890291" y="5750109"/>
            <a:ext cx="6374804" cy="369332"/>
          </a:xfrm>
          <a:prstGeom prst="rect">
            <a:avLst/>
          </a:prstGeom>
          <a:noFill/>
        </p:spPr>
        <p:txBody>
          <a:bodyPr wrap="square" rtlCol="0">
            <a:spAutoFit/>
          </a:bodyPr>
          <a:lstStyle/>
          <a:p>
            <a:r>
              <a:rPr lang="en-US" dirty="0"/>
              <a:t>We insert the states from left to right </a:t>
            </a:r>
          </a:p>
        </p:txBody>
      </p:sp>
    </p:spTree>
    <p:extLst>
      <p:ext uri="{BB962C8B-B14F-4D97-AF65-F5344CB8AC3E}">
        <p14:creationId xmlns:p14="http://schemas.microsoft.com/office/powerpoint/2010/main" val="3163483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4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5"/>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7"/>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7"/>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44"/>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9"/>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69"/>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6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8"/>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43"/>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74"/>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7" grpId="0"/>
      <p:bldP spid="58" grpId="0"/>
      <p:bldP spid="59" grpId="0"/>
      <p:bldP spid="61" grpId="0"/>
      <p:bldP spid="62" grpId="0"/>
      <p:bldP spid="63" grpId="0"/>
      <p:bldP spid="65" grpId="0"/>
      <p:bldP spid="66" grpId="0"/>
      <p:bldP spid="67" grpId="0"/>
      <p:bldP spid="68" grpId="0"/>
      <p:bldP spid="69" grpId="0"/>
      <p:bldP spid="70" grpId="0"/>
      <p:bldP spid="71" grpId="0"/>
      <p:bldP spid="72" grpId="0"/>
      <p:bldP spid="7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4F17-8CB7-4940-F0B3-572CBE535203}"/>
              </a:ext>
            </a:extLst>
          </p:cNvPr>
          <p:cNvSpPr>
            <a:spLocks noGrp="1"/>
          </p:cNvSpPr>
          <p:nvPr>
            <p:ph type="title"/>
          </p:nvPr>
        </p:nvSpPr>
        <p:spPr/>
        <p:txBody>
          <a:bodyPr/>
          <a:lstStyle/>
          <a:p>
            <a:r>
              <a:rPr lang="en-US" dirty="0"/>
              <a:t>Sheet 1 : </a:t>
            </a:r>
          </a:p>
        </p:txBody>
      </p:sp>
      <p:sp>
        <p:nvSpPr>
          <p:cNvPr id="3" name="Content Placeholder 2">
            <a:extLst>
              <a:ext uri="{FF2B5EF4-FFF2-40B4-BE49-F238E27FC236}">
                <a16:creationId xmlns:a16="http://schemas.microsoft.com/office/drawing/2014/main" id="{1135574A-F72E-6BC4-66D9-EF729537734D}"/>
              </a:ext>
            </a:extLst>
          </p:cNvPr>
          <p:cNvSpPr>
            <a:spLocks noGrp="1"/>
          </p:cNvSpPr>
          <p:nvPr>
            <p:ph idx="1"/>
          </p:nvPr>
        </p:nvSpPr>
        <p:spPr/>
        <p:txBody>
          <a:bodyPr/>
          <a:lstStyle/>
          <a:p>
            <a:pPr marL="0" indent="0">
              <a:buNone/>
            </a:pPr>
            <a:r>
              <a:rPr lang="en-US" dirty="0"/>
              <a:t>You have a 4 x 4 chess board it is required to put 4 queens on the board such that no queen attacks another. Define the initial and goal states, state variables, operators, and draw the state space tree for the given problem</a:t>
            </a:r>
          </a:p>
        </p:txBody>
      </p:sp>
    </p:spTree>
    <p:extLst>
      <p:ext uri="{BB962C8B-B14F-4D97-AF65-F5344CB8AC3E}">
        <p14:creationId xmlns:p14="http://schemas.microsoft.com/office/powerpoint/2010/main" val="2745881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B9C3E-A962-DBEF-C725-CD620A8F90D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32E6B2-FF4D-B903-CB8A-4CB0E416091D}"/>
              </a:ext>
            </a:extLst>
          </p:cNvPr>
          <p:cNvSpPr>
            <a:spLocks noGrp="1"/>
          </p:cNvSpPr>
          <p:nvPr>
            <p:ph idx="1"/>
          </p:nvPr>
        </p:nvSpPr>
        <p:spPr/>
        <p:txBody>
          <a:bodyPr>
            <a:normAutofit/>
          </a:bodyPr>
          <a:lstStyle/>
          <a:p>
            <a:pPr marL="0" indent="0">
              <a:buNone/>
            </a:pPr>
            <a:r>
              <a:rPr lang="en-US" dirty="0"/>
              <a:t>1- initial state</a:t>
            </a:r>
          </a:p>
          <a:p>
            <a:pPr marL="0" indent="0">
              <a:buNone/>
            </a:pPr>
            <a:r>
              <a:rPr lang="en-US" dirty="0"/>
              <a:t>  </a:t>
            </a:r>
            <a:r>
              <a:rPr lang="en-US" dirty="0">
                <a:solidFill>
                  <a:schemeClr val="accent2"/>
                </a:solidFill>
              </a:rPr>
              <a:t>empty 4x4 board </a:t>
            </a:r>
          </a:p>
          <a:p>
            <a:pPr marL="0" indent="0">
              <a:buNone/>
            </a:pPr>
            <a:endParaRPr lang="en-US" dirty="0"/>
          </a:p>
          <a:p>
            <a:pPr marL="0" indent="0">
              <a:buNone/>
            </a:pPr>
            <a:r>
              <a:rPr lang="en-US" dirty="0"/>
              <a:t>2- Goal state </a:t>
            </a:r>
          </a:p>
          <a:p>
            <a:pPr marL="0" indent="0">
              <a:buNone/>
            </a:pPr>
            <a:r>
              <a:rPr lang="en-US" dirty="0">
                <a:solidFill>
                  <a:schemeClr val="accent2"/>
                </a:solidFill>
              </a:rPr>
              <a:t>To  put 4 queens on the board such that no queen attacks another</a:t>
            </a:r>
          </a:p>
          <a:p>
            <a:pPr marL="0" indent="0">
              <a:buNone/>
            </a:pPr>
            <a:endParaRPr lang="en-US" dirty="0"/>
          </a:p>
          <a:p>
            <a:pPr marL="0" indent="0">
              <a:buNone/>
            </a:pPr>
            <a:r>
              <a:rPr lang="en-US" dirty="0"/>
              <a:t>3-operators </a:t>
            </a:r>
          </a:p>
          <a:p>
            <a:pPr marL="0" indent="0">
              <a:buNone/>
            </a:pPr>
            <a:r>
              <a:rPr lang="en-US" dirty="0">
                <a:solidFill>
                  <a:schemeClr val="accent2"/>
                </a:solidFill>
              </a:rPr>
              <a:t>4 Queens  </a:t>
            </a:r>
          </a:p>
          <a:p>
            <a:endParaRPr lang="en-US" dirty="0"/>
          </a:p>
          <a:p>
            <a:endParaRPr lang="en-US" dirty="0"/>
          </a:p>
        </p:txBody>
      </p:sp>
      <p:pic>
        <p:nvPicPr>
          <p:cNvPr id="5" name="Picture 4">
            <a:extLst>
              <a:ext uri="{FF2B5EF4-FFF2-40B4-BE49-F238E27FC236}">
                <a16:creationId xmlns:a16="http://schemas.microsoft.com/office/drawing/2014/main" id="{3479866C-C7B2-06DF-76C5-B9D7C456E86D}"/>
              </a:ext>
            </a:extLst>
          </p:cNvPr>
          <p:cNvPicPr>
            <a:picLocks noChangeAspect="1"/>
          </p:cNvPicPr>
          <p:nvPr/>
        </p:nvPicPr>
        <p:blipFill>
          <a:blip r:embed="rId2">
            <a:extLst>
              <a:ext uri="{28A0092B-C50C-407E-A947-70E740481C1C}">
                <a14:useLocalDpi xmlns:a14="http://schemas.microsoft.com/office/drawing/2010/main" val="0"/>
              </a:ext>
            </a:extLst>
          </a:blip>
          <a:srcRect l="22054" t="22044" r="55915" b="53192"/>
          <a:stretch/>
        </p:blipFill>
        <p:spPr>
          <a:xfrm>
            <a:off x="4044875" y="1825625"/>
            <a:ext cx="3221430" cy="1312433"/>
          </a:xfrm>
          <a:prstGeom prst="rect">
            <a:avLst/>
          </a:prstGeom>
        </p:spPr>
      </p:pic>
    </p:spTree>
    <p:extLst>
      <p:ext uri="{BB962C8B-B14F-4D97-AF65-F5344CB8AC3E}">
        <p14:creationId xmlns:p14="http://schemas.microsoft.com/office/powerpoint/2010/main" val="438686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B2660-A244-EE3A-CBB7-C9F8FE6DB7D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DEE51B-1AA6-D0FF-2B90-835EE2F985F0}"/>
              </a:ext>
            </a:extLst>
          </p:cNvPr>
          <p:cNvSpPr>
            <a:spLocks noGrp="1"/>
          </p:cNvSpPr>
          <p:nvPr>
            <p:ph idx="1"/>
          </p:nvPr>
        </p:nvSpPr>
        <p:spPr/>
        <p:txBody>
          <a:bodyPr/>
          <a:lstStyle/>
          <a:p>
            <a:pPr marL="0" indent="0">
              <a:buNone/>
            </a:pPr>
            <a:r>
              <a:rPr lang="en-US" dirty="0"/>
              <a:t>4-Movements </a:t>
            </a:r>
          </a:p>
          <a:p>
            <a:pPr marL="0" indent="0">
              <a:buNone/>
            </a:pPr>
            <a:r>
              <a:rPr lang="en-US" dirty="0">
                <a:solidFill>
                  <a:schemeClr val="accent2"/>
                </a:solidFill>
              </a:rPr>
              <a:t>Up , down , right , left , right diagonal , left diagonal     </a:t>
            </a:r>
          </a:p>
          <a:p>
            <a:endParaRPr lang="en-US" dirty="0"/>
          </a:p>
          <a:p>
            <a:pPr marL="0" indent="0">
              <a:buNone/>
            </a:pPr>
            <a:r>
              <a:rPr lang="en-US" dirty="0"/>
              <a:t>5-Stopping condition</a:t>
            </a:r>
          </a:p>
          <a:p>
            <a:pPr marL="0" indent="0">
              <a:buNone/>
            </a:pPr>
            <a:r>
              <a:rPr lang="en-US" dirty="0">
                <a:solidFill>
                  <a:schemeClr val="accent2"/>
                </a:solidFill>
              </a:rPr>
              <a:t>Goal state /   cannot put the 4</a:t>
            </a:r>
            <a:r>
              <a:rPr lang="en-US" baseline="30000" dirty="0">
                <a:solidFill>
                  <a:schemeClr val="accent2"/>
                </a:solidFill>
              </a:rPr>
              <a:t>th</a:t>
            </a:r>
            <a:r>
              <a:rPr lang="en-US" dirty="0">
                <a:solidFill>
                  <a:schemeClr val="accent2"/>
                </a:solidFill>
              </a:rPr>
              <a:t> queen </a:t>
            </a:r>
          </a:p>
          <a:p>
            <a:endParaRPr lang="en-US" dirty="0"/>
          </a:p>
          <a:p>
            <a:pPr marL="0" indent="0">
              <a:buNone/>
            </a:pPr>
            <a:r>
              <a:rPr lang="en-US" dirty="0"/>
              <a:t>6-State Variable </a:t>
            </a:r>
          </a:p>
          <a:p>
            <a:pPr marL="0" indent="0">
              <a:buNone/>
            </a:pPr>
            <a:r>
              <a:rPr lang="en-US" dirty="0">
                <a:solidFill>
                  <a:schemeClr val="accent2"/>
                </a:solidFill>
              </a:rPr>
              <a:t>2D list [4*4]</a:t>
            </a:r>
          </a:p>
        </p:txBody>
      </p:sp>
      <p:cxnSp>
        <p:nvCxnSpPr>
          <p:cNvPr id="8" name="Straight Connector 7">
            <a:extLst>
              <a:ext uri="{FF2B5EF4-FFF2-40B4-BE49-F238E27FC236}">
                <a16:creationId xmlns:a16="http://schemas.microsoft.com/office/drawing/2014/main" id="{0143FAFA-76B5-5514-7DFF-1DBF39041EE5}"/>
              </a:ext>
            </a:extLst>
          </p:cNvPr>
          <p:cNvCxnSpPr>
            <a:cxnSpLocks/>
          </p:cNvCxnSpPr>
          <p:nvPr/>
        </p:nvCxnSpPr>
        <p:spPr>
          <a:xfrm>
            <a:off x="9320981" y="2536723"/>
            <a:ext cx="1484671"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C6DCA232-EA52-2B89-0DF0-6E67A2C40FA2}"/>
              </a:ext>
            </a:extLst>
          </p:cNvPr>
          <p:cNvCxnSpPr>
            <a:cxnSpLocks/>
          </p:cNvCxnSpPr>
          <p:nvPr/>
        </p:nvCxnSpPr>
        <p:spPr>
          <a:xfrm flipV="1">
            <a:off x="10087897" y="2084439"/>
            <a:ext cx="0" cy="904567"/>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66DBAA26-9ADE-2E5F-7E8F-E9FC145A5DC9}"/>
              </a:ext>
            </a:extLst>
          </p:cNvPr>
          <p:cNvCxnSpPr>
            <a:cxnSpLocks/>
          </p:cNvCxnSpPr>
          <p:nvPr/>
        </p:nvCxnSpPr>
        <p:spPr>
          <a:xfrm>
            <a:off x="9446944" y="2273709"/>
            <a:ext cx="1281906" cy="526026"/>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CCFD39EA-A7CC-A766-FF3A-8476105DD22F}"/>
              </a:ext>
            </a:extLst>
          </p:cNvPr>
          <p:cNvCxnSpPr>
            <a:cxnSpLocks/>
          </p:cNvCxnSpPr>
          <p:nvPr/>
        </p:nvCxnSpPr>
        <p:spPr>
          <a:xfrm flipV="1">
            <a:off x="9625781" y="2192594"/>
            <a:ext cx="1002890" cy="648929"/>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94021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F65A85B7-C09B-4C73-3BD8-240B0C853230}"/>
              </a:ext>
            </a:extLst>
          </p:cNvPr>
          <p:cNvPicPr>
            <a:picLocks noChangeAspect="1"/>
          </p:cNvPicPr>
          <p:nvPr/>
        </p:nvPicPr>
        <p:blipFill>
          <a:blip r:embed="rId2"/>
          <a:srcRect l="22742" t="24803" r="60484" b="60332"/>
          <a:stretch/>
        </p:blipFill>
        <p:spPr>
          <a:xfrm>
            <a:off x="4936078" y="59802"/>
            <a:ext cx="2045109" cy="1019423"/>
          </a:xfrm>
          <a:prstGeom prst="rect">
            <a:avLst/>
          </a:prstGeom>
        </p:spPr>
      </p:pic>
      <p:pic>
        <p:nvPicPr>
          <p:cNvPr id="31" name="Picture 30">
            <a:extLst>
              <a:ext uri="{FF2B5EF4-FFF2-40B4-BE49-F238E27FC236}">
                <a16:creationId xmlns:a16="http://schemas.microsoft.com/office/drawing/2014/main" id="{93B4AEEF-D372-48A9-10EE-9605AD762A34}"/>
              </a:ext>
            </a:extLst>
          </p:cNvPr>
          <p:cNvPicPr>
            <a:picLocks noChangeAspect="1"/>
          </p:cNvPicPr>
          <p:nvPr/>
        </p:nvPicPr>
        <p:blipFill>
          <a:blip r:embed="rId2"/>
          <a:srcRect l="22823" t="24659" r="60403" b="59857"/>
          <a:stretch/>
        </p:blipFill>
        <p:spPr>
          <a:xfrm>
            <a:off x="857782" y="1290621"/>
            <a:ext cx="2045110" cy="1061884"/>
          </a:xfrm>
          <a:prstGeom prst="rect">
            <a:avLst/>
          </a:prstGeom>
        </p:spPr>
      </p:pic>
      <p:sp>
        <p:nvSpPr>
          <p:cNvPr id="48" name="TextBox 47">
            <a:extLst>
              <a:ext uri="{FF2B5EF4-FFF2-40B4-BE49-F238E27FC236}">
                <a16:creationId xmlns:a16="http://schemas.microsoft.com/office/drawing/2014/main" id="{EAE8A46E-C400-602E-7A70-9A283DC1F62A}"/>
              </a:ext>
            </a:extLst>
          </p:cNvPr>
          <p:cNvSpPr txBox="1"/>
          <p:nvPr/>
        </p:nvSpPr>
        <p:spPr>
          <a:xfrm>
            <a:off x="995433" y="1306680"/>
            <a:ext cx="508903" cy="369332"/>
          </a:xfrm>
          <a:prstGeom prst="rect">
            <a:avLst/>
          </a:prstGeom>
          <a:noFill/>
        </p:spPr>
        <p:txBody>
          <a:bodyPr wrap="square" rtlCol="0">
            <a:spAutoFit/>
          </a:bodyPr>
          <a:lstStyle/>
          <a:p>
            <a:r>
              <a:rPr lang="en-US" dirty="0"/>
              <a:t>Q</a:t>
            </a:r>
          </a:p>
        </p:txBody>
      </p:sp>
      <p:sp>
        <p:nvSpPr>
          <p:cNvPr id="70" name="TextBox 69">
            <a:extLst>
              <a:ext uri="{FF2B5EF4-FFF2-40B4-BE49-F238E27FC236}">
                <a16:creationId xmlns:a16="http://schemas.microsoft.com/office/drawing/2014/main" id="{B4C09D41-6179-2957-D54F-72ECAD7D6FEA}"/>
              </a:ext>
            </a:extLst>
          </p:cNvPr>
          <p:cNvSpPr txBox="1"/>
          <p:nvPr/>
        </p:nvSpPr>
        <p:spPr>
          <a:xfrm>
            <a:off x="1371434" y="1322739"/>
            <a:ext cx="508903" cy="369332"/>
          </a:xfrm>
          <a:prstGeom prst="rect">
            <a:avLst/>
          </a:prstGeom>
          <a:noFill/>
        </p:spPr>
        <p:txBody>
          <a:bodyPr wrap="square" rtlCol="0">
            <a:spAutoFit/>
          </a:bodyPr>
          <a:lstStyle/>
          <a:p>
            <a:r>
              <a:rPr lang="en-US" dirty="0">
                <a:solidFill>
                  <a:srgbClr val="FF0000"/>
                </a:solidFill>
              </a:rPr>
              <a:t>XX</a:t>
            </a:r>
          </a:p>
        </p:txBody>
      </p:sp>
      <p:sp>
        <p:nvSpPr>
          <p:cNvPr id="71" name="TextBox 70">
            <a:extLst>
              <a:ext uri="{FF2B5EF4-FFF2-40B4-BE49-F238E27FC236}">
                <a16:creationId xmlns:a16="http://schemas.microsoft.com/office/drawing/2014/main" id="{E17EBB09-C5F4-0C7E-D97B-B0D1563ADCEB}"/>
              </a:ext>
            </a:extLst>
          </p:cNvPr>
          <p:cNvSpPr txBox="1"/>
          <p:nvPr/>
        </p:nvSpPr>
        <p:spPr>
          <a:xfrm>
            <a:off x="2351096" y="1338001"/>
            <a:ext cx="508903" cy="369332"/>
          </a:xfrm>
          <a:prstGeom prst="rect">
            <a:avLst/>
          </a:prstGeom>
          <a:noFill/>
        </p:spPr>
        <p:txBody>
          <a:bodyPr wrap="square" rtlCol="0">
            <a:spAutoFit/>
          </a:bodyPr>
          <a:lstStyle/>
          <a:p>
            <a:r>
              <a:rPr lang="en-US" dirty="0">
                <a:solidFill>
                  <a:srgbClr val="FF0000"/>
                </a:solidFill>
              </a:rPr>
              <a:t>XX</a:t>
            </a:r>
          </a:p>
        </p:txBody>
      </p:sp>
      <p:sp>
        <p:nvSpPr>
          <p:cNvPr id="72" name="TextBox 71">
            <a:extLst>
              <a:ext uri="{FF2B5EF4-FFF2-40B4-BE49-F238E27FC236}">
                <a16:creationId xmlns:a16="http://schemas.microsoft.com/office/drawing/2014/main" id="{8ED4FCC5-6FF9-2CAC-A2AF-9874508BEBD7}"/>
              </a:ext>
            </a:extLst>
          </p:cNvPr>
          <p:cNvSpPr txBox="1"/>
          <p:nvPr/>
        </p:nvSpPr>
        <p:spPr>
          <a:xfrm>
            <a:off x="1880337" y="1330370"/>
            <a:ext cx="508903" cy="369332"/>
          </a:xfrm>
          <a:prstGeom prst="rect">
            <a:avLst/>
          </a:prstGeom>
          <a:noFill/>
        </p:spPr>
        <p:txBody>
          <a:bodyPr wrap="square" rtlCol="0">
            <a:spAutoFit/>
          </a:bodyPr>
          <a:lstStyle/>
          <a:p>
            <a:r>
              <a:rPr lang="en-US" dirty="0">
                <a:solidFill>
                  <a:srgbClr val="FF0000"/>
                </a:solidFill>
              </a:rPr>
              <a:t>XX</a:t>
            </a:r>
          </a:p>
        </p:txBody>
      </p:sp>
      <p:sp>
        <p:nvSpPr>
          <p:cNvPr id="73" name="TextBox 72">
            <a:extLst>
              <a:ext uri="{FF2B5EF4-FFF2-40B4-BE49-F238E27FC236}">
                <a16:creationId xmlns:a16="http://schemas.microsoft.com/office/drawing/2014/main" id="{3CDD2DC9-E4D4-B683-4F06-A1ABC57CC825}"/>
              </a:ext>
            </a:extLst>
          </p:cNvPr>
          <p:cNvSpPr txBox="1"/>
          <p:nvPr/>
        </p:nvSpPr>
        <p:spPr>
          <a:xfrm>
            <a:off x="937626" y="1571321"/>
            <a:ext cx="508903" cy="369332"/>
          </a:xfrm>
          <a:prstGeom prst="rect">
            <a:avLst/>
          </a:prstGeom>
          <a:noFill/>
        </p:spPr>
        <p:txBody>
          <a:bodyPr wrap="square" rtlCol="0">
            <a:spAutoFit/>
          </a:bodyPr>
          <a:lstStyle/>
          <a:p>
            <a:r>
              <a:rPr lang="en-US" dirty="0">
                <a:solidFill>
                  <a:srgbClr val="FF0000"/>
                </a:solidFill>
              </a:rPr>
              <a:t>XX</a:t>
            </a:r>
          </a:p>
        </p:txBody>
      </p:sp>
      <p:sp>
        <p:nvSpPr>
          <p:cNvPr id="74" name="TextBox 73">
            <a:extLst>
              <a:ext uri="{FF2B5EF4-FFF2-40B4-BE49-F238E27FC236}">
                <a16:creationId xmlns:a16="http://schemas.microsoft.com/office/drawing/2014/main" id="{7C75858F-B77A-4635-8FBA-394423F1FCAA}"/>
              </a:ext>
            </a:extLst>
          </p:cNvPr>
          <p:cNvSpPr txBox="1"/>
          <p:nvPr/>
        </p:nvSpPr>
        <p:spPr>
          <a:xfrm>
            <a:off x="937625" y="1948284"/>
            <a:ext cx="508903" cy="369332"/>
          </a:xfrm>
          <a:prstGeom prst="rect">
            <a:avLst/>
          </a:prstGeom>
          <a:noFill/>
        </p:spPr>
        <p:txBody>
          <a:bodyPr wrap="square" rtlCol="0">
            <a:spAutoFit/>
          </a:bodyPr>
          <a:lstStyle/>
          <a:p>
            <a:r>
              <a:rPr lang="en-US" dirty="0">
                <a:solidFill>
                  <a:srgbClr val="FF0000"/>
                </a:solidFill>
              </a:rPr>
              <a:t>XX</a:t>
            </a:r>
          </a:p>
        </p:txBody>
      </p:sp>
      <p:sp>
        <p:nvSpPr>
          <p:cNvPr id="75" name="TextBox 74">
            <a:extLst>
              <a:ext uri="{FF2B5EF4-FFF2-40B4-BE49-F238E27FC236}">
                <a16:creationId xmlns:a16="http://schemas.microsoft.com/office/drawing/2014/main" id="{6326C7AD-A525-9CCF-4374-A3A90BD5DEC8}"/>
              </a:ext>
            </a:extLst>
          </p:cNvPr>
          <p:cNvSpPr txBox="1"/>
          <p:nvPr/>
        </p:nvSpPr>
        <p:spPr>
          <a:xfrm>
            <a:off x="967411" y="1752000"/>
            <a:ext cx="548233" cy="369332"/>
          </a:xfrm>
          <a:prstGeom prst="rect">
            <a:avLst/>
          </a:prstGeom>
          <a:noFill/>
        </p:spPr>
        <p:txBody>
          <a:bodyPr wrap="square" rtlCol="0">
            <a:spAutoFit/>
          </a:bodyPr>
          <a:lstStyle/>
          <a:p>
            <a:r>
              <a:rPr lang="en-US" dirty="0">
                <a:solidFill>
                  <a:srgbClr val="FF0000"/>
                </a:solidFill>
              </a:rPr>
              <a:t>XX</a:t>
            </a:r>
          </a:p>
        </p:txBody>
      </p:sp>
      <p:sp>
        <p:nvSpPr>
          <p:cNvPr id="76" name="TextBox 75">
            <a:extLst>
              <a:ext uri="{FF2B5EF4-FFF2-40B4-BE49-F238E27FC236}">
                <a16:creationId xmlns:a16="http://schemas.microsoft.com/office/drawing/2014/main" id="{AF8361BB-FC12-7D4B-E730-3D8489A8D363}"/>
              </a:ext>
            </a:extLst>
          </p:cNvPr>
          <p:cNvSpPr txBox="1"/>
          <p:nvPr/>
        </p:nvSpPr>
        <p:spPr>
          <a:xfrm>
            <a:off x="2351096" y="1964396"/>
            <a:ext cx="508903" cy="369332"/>
          </a:xfrm>
          <a:prstGeom prst="rect">
            <a:avLst/>
          </a:prstGeom>
          <a:noFill/>
        </p:spPr>
        <p:txBody>
          <a:bodyPr wrap="square" rtlCol="0">
            <a:spAutoFit/>
          </a:bodyPr>
          <a:lstStyle/>
          <a:p>
            <a:r>
              <a:rPr lang="en-US" dirty="0">
                <a:solidFill>
                  <a:srgbClr val="FF0000"/>
                </a:solidFill>
              </a:rPr>
              <a:t>XX</a:t>
            </a:r>
          </a:p>
        </p:txBody>
      </p:sp>
      <p:sp>
        <p:nvSpPr>
          <p:cNvPr id="77" name="TextBox 76">
            <a:extLst>
              <a:ext uri="{FF2B5EF4-FFF2-40B4-BE49-F238E27FC236}">
                <a16:creationId xmlns:a16="http://schemas.microsoft.com/office/drawing/2014/main" id="{01B7A214-DA69-E606-3729-A3E7BE49F405}"/>
              </a:ext>
            </a:extLst>
          </p:cNvPr>
          <p:cNvSpPr txBox="1"/>
          <p:nvPr/>
        </p:nvSpPr>
        <p:spPr>
          <a:xfrm>
            <a:off x="1879144" y="1759564"/>
            <a:ext cx="508903" cy="369332"/>
          </a:xfrm>
          <a:prstGeom prst="rect">
            <a:avLst/>
          </a:prstGeom>
          <a:noFill/>
        </p:spPr>
        <p:txBody>
          <a:bodyPr wrap="square" rtlCol="0">
            <a:spAutoFit/>
          </a:bodyPr>
          <a:lstStyle/>
          <a:p>
            <a:r>
              <a:rPr lang="en-US" dirty="0">
                <a:solidFill>
                  <a:srgbClr val="FF0000"/>
                </a:solidFill>
              </a:rPr>
              <a:t>XX</a:t>
            </a:r>
          </a:p>
        </p:txBody>
      </p:sp>
      <p:sp>
        <p:nvSpPr>
          <p:cNvPr id="78" name="TextBox 77">
            <a:extLst>
              <a:ext uri="{FF2B5EF4-FFF2-40B4-BE49-F238E27FC236}">
                <a16:creationId xmlns:a16="http://schemas.microsoft.com/office/drawing/2014/main" id="{7876EA4C-0A3F-A1FB-C7B1-FA974AD4566B}"/>
              </a:ext>
            </a:extLst>
          </p:cNvPr>
          <p:cNvSpPr txBox="1"/>
          <p:nvPr/>
        </p:nvSpPr>
        <p:spPr>
          <a:xfrm>
            <a:off x="1427457" y="1554024"/>
            <a:ext cx="508903" cy="369332"/>
          </a:xfrm>
          <a:prstGeom prst="rect">
            <a:avLst/>
          </a:prstGeom>
          <a:noFill/>
        </p:spPr>
        <p:txBody>
          <a:bodyPr wrap="square" rtlCol="0">
            <a:spAutoFit/>
          </a:bodyPr>
          <a:lstStyle/>
          <a:p>
            <a:r>
              <a:rPr lang="en-US" dirty="0">
                <a:solidFill>
                  <a:srgbClr val="FF0000"/>
                </a:solidFill>
              </a:rPr>
              <a:t>XX</a:t>
            </a:r>
          </a:p>
        </p:txBody>
      </p:sp>
      <p:pic>
        <p:nvPicPr>
          <p:cNvPr id="79" name="Picture 78">
            <a:extLst>
              <a:ext uri="{FF2B5EF4-FFF2-40B4-BE49-F238E27FC236}">
                <a16:creationId xmlns:a16="http://schemas.microsoft.com/office/drawing/2014/main" id="{C311C087-D120-7E50-797E-EB7DF204B559}"/>
              </a:ext>
            </a:extLst>
          </p:cNvPr>
          <p:cNvPicPr>
            <a:picLocks noChangeAspect="1"/>
          </p:cNvPicPr>
          <p:nvPr/>
        </p:nvPicPr>
        <p:blipFill>
          <a:blip r:embed="rId2"/>
          <a:srcRect l="22823" t="24659" r="60403" b="59857"/>
          <a:stretch/>
        </p:blipFill>
        <p:spPr>
          <a:xfrm>
            <a:off x="883717" y="2660684"/>
            <a:ext cx="2045110" cy="1061884"/>
          </a:xfrm>
          <a:prstGeom prst="rect">
            <a:avLst/>
          </a:prstGeom>
        </p:spPr>
      </p:pic>
      <p:sp>
        <p:nvSpPr>
          <p:cNvPr id="80" name="TextBox 79">
            <a:extLst>
              <a:ext uri="{FF2B5EF4-FFF2-40B4-BE49-F238E27FC236}">
                <a16:creationId xmlns:a16="http://schemas.microsoft.com/office/drawing/2014/main" id="{2A5E2500-5286-728B-1223-561CDEC7E72C}"/>
              </a:ext>
            </a:extLst>
          </p:cNvPr>
          <p:cNvSpPr txBox="1"/>
          <p:nvPr/>
        </p:nvSpPr>
        <p:spPr>
          <a:xfrm>
            <a:off x="1021368" y="2676743"/>
            <a:ext cx="508903" cy="369332"/>
          </a:xfrm>
          <a:prstGeom prst="rect">
            <a:avLst/>
          </a:prstGeom>
          <a:noFill/>
        </p:spPr>
        <p:txBody>
          <a:bodyPr wrap="square" rtlCol="0">
            <a:spAutoFit/>
          </a:bodyPr>
          <a:lstStyle/>
          <a:p>
            <a:r>
              <a:rPr lang="en-US" dirty="0"/>
              <a:t>Q</a:t>
            </a:r>
          </a:p>
        </p:txBody>
      </p:sp>
      <p:sp>
        <p:nvSpPr>
          <p:cNvPr id="81" name="TextBox 80">
            <a:extLst>
              <a:ext uri="{FF2B5EF4-FFF2-40B4-BE49-F238E27FC236}">
                <a16:creationId xmlns:a16="http://schemas.microsoft.com/office/drawing/2014/main" id="{F463E031-59A9-8B6A-9EBD-1035AB6032BD}"/>
              </a:ext>
            </a:extLst>
          </p:cNvPr>
          <p:cNvSpPr txBox="1"/>
          <p:nvPr/>
        </p:nvSpPr>
        <p:spPr>
          <a:xfrm>
            <a:off x="1397369" y="2692802"/>
            <a:ext cx="508903" cy="369332"/>
          </a:xfrm>
          <a:prstGeom prst="rect">
            <a:avLst/>
          </a:prstGeom>
          <a:noFill/>
        </p:spPr>
        <p:txBody>
          <a:bodyPr wrap="square" rtlCol="0">
            <a:spAutoFit/>
          </a:bodyPr>
          <a:lstStyle/>
          <a:p>
            <a:r>
              <a:rPr lang="en-US" dirty="0">
                <a:solidFill>
                  <a:srgbClr val="FF0000"/>
                </a:solidFill>
              </a:rPr>
              <a:t>XX</a:t>
            </a:r>
          </a:p>
        </p:txBody>
      </p:sp>
      <p:sp>
        <p:nvSpPr>
          <p:cNvPr id="82" name="TextBox 81">
            <a:extLst>
              <a:ext uri="{FF2B5EF4-FFF2-40B4-BE49-F238E27FC236}">
                <a16:creationId xmlns:a16="http://schemas.microsoft.com/office/drawing/2014/main" id="{8288DB6D-8867-5751-67C4-736461844839}"/>
              </a:ext>
            </a:extLst>
          </p:cNvPr>
          <p:cNvSpPr txBox="1"/>
          <p:nvPr/>
        </p:nvSpPr>
        <p:spPr>
          <a:xfrm>
            <a:off x="2377031" y="2708064"/>
            <a:ext cx="508903" cy="369332"/>
          </a:xfrm>
          <a:prstGeom prst="rect">
            <a:avLst/>
          </a:prstGeom>
          <a:noFill/>
        </p:spPr>
        <p:txBody>
          <a:bodyPr wrap="square" rtlCol="0">
            <a:spAutoFit/>
          </a:bodyPr>
          <a:lstStyle/>
          <a:p>
            <a:r>
              <a:rPr lang="en-US" dirty="0">
                <a:solidFill>
                  <a:srgbClr val="FF0000"/>
                </a:solidFill>
              </a:rPr>
              <a:t>XX</a:t>
            </a:r>
          </a:p>
        </p:txBody>
      </p:sp>
      <p:sp>
        <p:nvSpPr>
          <p:cNvPr id="83" name="TextBox 82">
            <a:extLst>
              <a:ext uri="{FF2B5EF4-FFF2-40B4-BE49-F238E27FC236}">
                <a16:creationId xmlns:a16="http://schemas.microsoft.com/office/drawing/2014/main" id="{02BBF9ED-757C-5903-F3BE-53933FD57E9A}"/>
              </a:ext>
            </a:extLst>
          </p:cNvPr>
          <p:cNvSpPr txBox="1"/>
          <p:nvPr/>
        </p:nvSpPr>
        <p:spPr>
          <a:xfrm>
            <a:off x="1906272" y="2700433"/>
            <a:ext cx="508903" cy="369332"/>
          </a:xfrm>
          <a:prstGeom prst="rect">
            <a:avLst/>
          </a:prstGeom>
          <a:noFill/>
        </p:spPr>
        <p:txBody>
          <a:bodyPr wrap="square" rtlCol="0">
            <a:spAutoFit/>
          </a:bodyPr>
          <a:lstStyle/>
          <a:p>
            <a:r>
              <a:rPr lang="en-US" dirty="0">
                <a:solidFill>
                  <a:srgbClr val="FF0000"/>
                </a:solidFill>
              </a:rPr>
              <a:t>XX</a:t>
            </a:r>
          </a:p>
        </p:txBody>
      </p:sp>
      <p:sp>
        <p:nvSpPr>
          <p:cNvPr id="84" name="TextBox 83">
            <a:extLst>
              <a:ext uri="{FF2B5EF4-FFF2-40B4-BE49-F238E27FC236}">
                <a16:creationId xmlns:a16="http://schemas.microsoft.com/office/drawing/2014/main" id="{BD4C0F06-ED29-54AE-5EB0-3B4212E5F76A}"/>
              </a:ext>
            </a:extLst>
          </p:cNvPr>
          <p:cNvSpPr txBox="1"/>
          <p:nvPr/>
        </p:nvSpPr>
        <p:spPr>
          <a:xfrm>
            <a:off x="963561" y="2941384"/>
            <a:ext cx="508903" cy="369332"/>
          </a:xfrm>
          <a:prstGeom prst="rect">
            <a:avLst/>
          </a:prstGeom>
          <a:noFill/>
        </p:spPr>
        <p:txBody>
          <a:bodyPr wrap="square" rtlCol="0">
            <a:spAutoFit/>
          </a:bodyPr>
          <a:lstStyle/>
          <a:p>
            <a:r>
              <a:rPr lang="en-US" dirty="0">
                <a:solidFill>
                  <a:srgbClr val="FF0000"/>
                </a:solidFill>
              </a:rPr>
              <a:t>XX</a:t>
            </a:r>
          </a:p>
        </p:txBody>
      </p:sp>
      <p:sp>
        <p:nvSpPr>
          <p:cNvPr id="85" name="TextBox 84">
            <a:extLst>
              <a:ext uri="{FF2B5EF4-FFF2-40B4-BE49-F238E27FC236}">
                <a16:creationId xmlns:a16="http://schemas.microsoft.com/office/drawing/2014/main" id="{7726EDC6-FB7F-9377-BF25-53357CE413F1}"/>
              </a:ext>
            </a:extLst>
          </p:cNvPr>
          <p:cNvSpPr txBox="1"/>
          <p:nvPr/>
        </p:nvSpPr>
        <p:spPr>
          <a:xfrm>
            <a:off x="963560" y="3318347"/>
            <a:ext cx="508903" cy="369332"/>
          </a:xfrm>
          <a:prstGeom prst="rect">
            <a:avLst/>
          </a:prstGeom>
          <a:noFill/>
        </p:spPr>
        <p:txBody>
          <a:bodyPr wrap="square" rtlCol="0">
            <a:spAutoFit/>
          </a:bodyPr>
          <a:lstStyle/>
          <a:p>
            <a:r>
              <a:rPr lang="en-US" dirty="0">
                <a:solidFill>
                  <a:srgbClr val="FF0000"/>
                </a:solidFill>
              </a:rPr>
              <a:t>XX</a:t>
            </a:r>
          </a:p>
        </p:txBody>
      </p:sp>
      <p:sp>
        <p:nvSpPr>
          <p:cNvPr id="86" name="TextBox 85">
            <a:extLst>
              <a:ext uri="{FF2B5EF4-FFF2-40B4-BE49-F238E27FC236}">
                <a16:creationId xmlns:a16="http://schemas.microsoft.com/office/drawing/2014/main" id="{C9490B0A-A86B-EC06-91B9-B03D4938F443}"/>
              </a:ext>
            </a:extLst>
          </p:cNvPr>
          <p:cNvSpPr txBox="1"/>
          <p:nvPr/>
        </p:nvSpPr>
        <p:spPr>
          <a:xfrm>
            <a:off x="993346" y="3122063"/>
            <a:ext cx="548233" cy="369332"/>
          </a:xfrm>
          <a:prstGeom prst="rect">
            <a:avLst/>
          </a:prstGeom>
          <a:noFill/>
        </p:spPr>
        <p:txBody>
          <a:bodyPr wrap="square" rtlCol="0">
            <a:spAutoFit/>
          </a:bodyPr>
          <a:lstStyle/>
          <a:p>
            <a:r>
              <a:rPr lang="en-US" dirty="0">
                <a:solidFill>
                  <a:srgbClr val="FF0000"/>
                </a:solidFill>
              </a:rPr>
              <a:t>XX</a:t>
            </a:r>
          </a:p>
        </p:txBody>
      </p:sp>
      <p:sp>
        <p:nvSpPr>
          <p:cNvPr id="87" name="TextBox 86">
            <a:extLst>
              <a:ext uri="{FF2B5EF4-FFF2-40B4-BE49-F238E27FC236}">
                <a16:creationId xmlns:a16="http://schemas.microsoft.com/office/drawing/2014/main" id="{533DB5CF-F206-6177-A682-3C676F25FB9B}"/>
              </a:ext>
            </a:extLst>
          </p:cNvPr>
          <p:cNvSpPr txBox="1"/>
          <p:nvPr/>
        </p:nvSpPr>
        <p:spPr>
          <a:xfrm>
            <a:off x="2377031" y="3334459"/>
            <a:ext cx="508903" cy="369332"/>
          </a:xfrm>
          <a:prstGeom prst="rect">
            <a:avLst/>
          </a:prstGeom>
          <a:noFill/>
        </p:spPr>
        <p:txBody>
          <a:bodyPr wrap="square" rtlCol="0">
            <a:spAutoFit/>
          </a:bodyPr>
          <a:lstStyle/>
          <a:p>
            <a:r>
              <a:rPr lang="en-US" dirty="0">
                <a:solidFill>
                  <a:srgbClr val="FF0000"/>
                </a:solidFill>
              </a:rPr>
              <a:t>XX</a:t>
            </a:r>
          </a:p>
        </p:txBody>
      </p:sp>
      <p:sp>
        <p:nvSpPr>
          <p:cNvPr id="88" name="TextBox 87">
            <a:extLst>
              <a:ext uri="{FF2B5EF4-FFF2-40B4-BE49-F238E27FC236}">
                <a16:creationId xmlns:a16="http://schemas.microsoft.com/office/drawing/2014/main" id="{38AD97BA-ED8F-BA87-E105-DD3439B7A7B4}"/>
              </a:ext>
            </a:extLst>
          </p:cNvPr>
          <p:cNvSpPr txBox="1"/>
          <p:nvPr/>
        </p:nvSpPr>
        <p:spPr>
          <a:xfrm>
            <a:off x="1905079" y="3129627"/>
            <a:ext cx="508903" cy="369332"/>
          </a:xfrm>
          <a:prstGeom prst="rect">
            <a:avLst/>
          </a:prstGeom>
          <a:noFill/>
        </p:spPr>
        <p:txBody>
          <a:bodyPr wrap="square" rtlCol="0">
            <a:spAutoFit/>
          </a:bodyPr>
          <a:lstStyle/>
          <a:p>
            <a:r>
              <a:rPr lang="en-US" dirty="0">
                <a:solidFill>
                  <a:srgbClr val="FF0000"/>
                </a:solidFill>
              </a:rPr>
              <a:t>XX</a:t>
            </a:r>
          </a:p>
        </p:txBody>
      </p:sp>
      <p:sp>
        <p:nvSpPr>
          <p:cNvPr id="89" name="TextBox 88">
            <a:extLst>
              <a:ext uri="{FF2B5EF4-FFF2-40B4-BE49-F238E27FC236}">
                <a16:creationId xmlns:a16="http://schemas.microsoft.com/office/drawing/2014/main" id="{9544F67A-B07B-F77B-25FC-6A42DF908883}"/>
              </a:ext>
            </a:extLst>
          </p:cNvPr>
          <p:cNvSpPr txBox="1"/>
          <p:nvPr/>
        </p:nvSpPr>
        <p:spPr>
          <a:xfrm>
            <a:off x="1453392" y="2924087"/>
            <a:ext cx="508903" cy="369332"/>
          </a:xfrm>
          <a:prstGeom prst="rect">
            <a:avLst/>
          </a:prstGeom>
          <a:noFill/>
        </p:spPr>
        <p:txBody>
          <a:bodyPr wrap="square" rtlCol="0">
            <a:spAutoFit/>
          </a:bodyPr>
          <a:lstStyle/>
          <a:p>
            <a:r>
              <a:rPr lang="en-US" dirty="0">
                <a:solidFill>
                  <a:srgbClr val="FF0000"/>
                </a:solidFill>
              </a:rPr>
              <a:t>XX</a:t>
            </a:r>
          </a:p>
        </p:txBody>
      </p:sp>
      <p:sp>
        <p:nvSpPr>
          <p:cNvPr id="101" name="TextBox 100">
            <a:extLst>
              <a:ext uri="{FF2B5EF4-FFF2-40B4-BE49-F238E27FC236}">
                <a16:creationId xmlns:a16="http://schemas.microsoft.com/office/drawing/2014/main" id="{97F4FC76-6564-8CA2-2F7D-C76E1F443043}"/>
              </a:ext>
            </a:extLst>
          </p:cNvPr>
          <p:cNvSpPr txBox="1"/>
          <p:nvPr/>
        </p:nvSpPr>
        <p:spPr>
          <a:xfrm>
            <a:off x="1930424" y="2918138"/>
            <a:ext cx="508903" cy="369332"/>
          </a:xfrm>
          <a:prstGeom prst="rect">
            <a:avLst/>
          </a:prstGeom>
          <a:noFill/>
        </p:spPr>
        <p:txBody>
          <a:bodyPr wrap="square" rtlCol="0">
            <a:spAutoFit/>
          </a:bodyPr>
          <a:lstStyle/>
          <a:p>
            <a:r>
              <a:rPr lang="en-US" dirty="0"/>
              <a:t>Q</a:t>
            </a:r>
          </a:p>
        </p:txBody>
      </p:sp>
      <p:sp>
        <p:nvSpPr>
          <p:cNvPr id="102" name="TextBox 101">
            <a:extLst>
              <a:ext uri="{FF2B5EF4-FFF2-40B4-BE49-F238E27FC236}">
                <a16:creationId xmlns:a16="http://schemas.microsoft.com/office/drawing/2014/main" id="{8082F36A-83ED-08A3-9EC3-046F9F71D45B}"/>
              </a:ext>
            </a:extLst>
          </p:cNvPr>
          <p:cNvSpPr txBox="1"/>
          <p:nvPr/>
        </p:nvSpPr>
        <p:spPr>
          <a:xfrm>
            <a:off x="2394910" y="2944961"/>
            <a:ext cx="508903" cy="369332"/>
          </a:xfrm>
          <a:prstGeom prst="rect">
            <a:avLst/>
          </a:prstGeom>
          <a:noFill/>
        </p:spPr>
        <p:txBody>
          <a:bodyPr wrap="square" rtlCol="0">
            <a:spAutoFit/>
          </a:bodyPr>
          <a:lstStyle/>
          <a:p>
            <a:r>
              <a:rPr lang="en-US" dirty="0">
                <a:solidFill>
                  <a:srgbClr val="FF0000"/>
                </a:solidFill>
              </a:rPr>
              <a:t>XX</a:t>
            </a:r>
          </a:p>
        </p:txBody>
      </p:sp>
      <p:sp>
        <p:nvSpPr>
          <p:cNvPr id="103" name="TextBox 102">
            <a:extLst>
              <a:ext uri="{FF2B5EF4-FFF2-40B4-BE49-F238E27FC236}">
                <a16:creationId xmlns:a16="http://schemas.microsoft.com/office/drawing/2014/main" id="{5400AD16-6AEE-9BBC-069B-9E1CB0B37BDB}"/>
              </a:ext>
            </a:extLst>
          </p:cNvPr>
          <p:cNvSpPr txBox="1"/>
          <p:nvPr/>
        </p:nvSpPr>
        <p:spPr>
          <a:xfrm>
            <a:off x="1434921" y="3154656"/>
            <a:ext cx="508903" cy="369332"/>
          </a:xfrm>
          <a:prstGeom prst="rect">
            <a:avLst/>
          </a:prstGeom>
          <a:noFill/>
        </p:spPr>
        <p:txBody>
          <a:bodyPr wrap="square" rtlCol="0">
            <a:spAutoFit/>
          </a:bodyPr>
          <a:lstStyle/>
          <a:p>
            <a:r>
              <a:rPr lang="en-US" dirty="0">
                <a:solidFill>
                  <a:srgbClr val="FF0000"/>
                </a:solidFill>
              </a:rPr>
              <a:t>XX</a:t>
            </a:r>
          </a:p>
        </p:txBody>
      </p:sp>
      <p:sp>
        <p:nvSpPr>
          <p:cNvPr id="104" name="TextBox 103">
            <a:extLst>
              <a:ext uri="{FF2B5EF4-FFF2-40B4-BE49-F238E27FC236}">
                <a16:creationId xmlns:a16="http://schemas.microsoft.com/office/drawing/2014/main" id="{161058AD-85AC-5E88-02A5-6F1D4B5B7E6A}"/>
              </a:ext>
            </a:extLst>
          </p:cNvPr>
          <p:cNvSpPr txBox="1"/>
          <p:nvPr/>
        </p:nvSpPr>
        <p:spPr>
          <a:xfrm>
            <a:off x="2381510" y="3140653"/>
            <a:ext cx="508903" cy="369332"/>
          </a:xfrm>
          <a:prstGeom prst="rect">
            <a:avLst/>
          </a:prstGeom>
          <a:noFill/>
        </p:spPr>
        <p:txBody>
          <a:bodyPr wrap="square" rtlCol="0">
            <a:spAutoFit/>
          </a:bodyPr>
          <a:lstStyle/>
          <a:p>
            <a:r>
              <a:rPr lang="en-US" dirty="0">
                <a:solidFill>
                  <a:srgbClr val="FF0000"/>
                </a:solidFill>
              </a:rPr>
              <a:t>XX</a:t>
            </a:r>
          </a:p>
        </p:txBody>
      </p:sp>
      <p:sp>
        <p:nvSpPr>
          <p:cNvPr id="105" name="TextBox 104">
            <a:extLst>
              <a:ext uri="{FF2B5EF4-FFF2-40B4-BE49-F238E27FC236}">
                <a16:creationId xmlns:a16="http://schemas.microsoft.com/office/drawing/2014/main" id="{29BEDAEA-F4BA-ED01-E577-088F80BB6591}"/>
              </a:ext>
            </a:extLst>
          </p:cNvPr>
          <p:cNvSpPr txBox="1"/>
          <p:nvPr/>
        </p:nvSpPr>
        <p:spPr>
          <a:xfrm>
            <a:off x="1911779" y="3338275"/>
            <a:ext cx="508903" cy="369332"/>
          </a:xfrm>
          <a:prstGeom prst="rect">
            <a:avLst/>
          </a:prstGeom>
          <a:noFill/>
        </p:spPr>
        <p:txBody>
          <a:bodyPr wrap="square" rtlCol="0">
            <a:spAutoFit/>
          </a:bodyPr>
          <a:lstStyle/>
          <a:p>
            <a:r>
              <a:rPr lang="en-US" dirty="0">
                <a:solidFill>
                  <a:srgbClr val="FF0000"/>
                </a:solidFill>
              </a:rPr>
              <a:t>XX</a:t>
            </a:r>
          </a:p>
        </p:txBody>
      </p:sp>
      <p:pic>
        <p:nvPicPr>
          <p:cNvPr id="106" name="Picture 105">
            <a:extLst>
              <a:ext uri="{FF2B5EF4-FFF2-40B4-BE49-F238E27FC236}">
                <a16:creationId xmlns:a16="http://schemas.microsoft.com/office/drawing/2014/main" id="{67CCBDC3-E13C-B609-AAF1-D182978F67A3}"/>
              </a:ext>
            </a:extLst>
          </p:cNvPr>
          <p:cNvPicPr>
            <a:picLocks noChangeAspect="1"/>
          </p:cNvPicPr>
          <p:nvPr/>
        </p:nvPicPr>
        <p:blipFill>
          <a:blip r:embed="rId2"/>
          <a:srcRect l="22823" t="24659" r="60403" b="59857"/>
          <a:stretch/>
        </p:blipFill>
        <p:spPr>
          <a:xfrm>
            <a:off x="946013" y="4011058"/>
            <a:ext cx="2045110" cy="1061884"/>
          </a:xfrm>
          <a:prstGeom prst="rect">
            <a:avLst/>
          </a:prstGeom>
        </p:spPr>
      </p:pic>
      <p:sp>
        <p:nvSpPr>
          <p:cNvPr id="107" name="TextBox 106">
            <a:extLst>
              <a:ext uri="{FF2B5EF4-FFF2-40B4-BE49-F238E27FC236}">
                <a16:creationId xmlns:a16="http://schemas.microsoft.com/office/drawing/2014/main" id="{39A5AFAC-A5B3-AEE5-E1F2-A8AE683A75C1}"/>
              </a:ext>
            </a:extLst>
          </p:cNvPr>
          <p:cNvSpPr txBox="1"/>
          <p:nvPr/>
        </p:nvSpPr>
        <p:spPr>
          <a:xfrm>
            <a:off x="1083664" y="4027117"/>
            <a:ext cx="508903" cy="369332"/>
          </a:xfrm>
          <a:prstGeom prst="rect">
            <a:avLst/>
          </a:prstGeom>
          <a:noFill/>
        </p:spPr>
        <p:txBody>
          <a:bodyPr wrap="square" rtlCol="0">
            <a:spAutoFit/>
          </a:bodyPr>
          <a:lstStyle/>
          <a:p>
            <a:r>
              <a:rPr lang="en-US" dirty="0"/>
              <a:t>Q</a:t>
            </a:r>
          </a:p>
        </p:txBody>
      </p:sp>
      <p:sp>
        <p:nvSpPr>
          <p:cNvPr id="108" name="TextBox 107">
            <a:extLst>
              <a:ext uri="{FF2B5EF4-FFF2-40B4-BE49-F238E27FC236}">
                <a16:creationId xmlns:a16="http://schemas.microsoft.com/office/drawing/2014/main" id="{7AEE0616-F986-3743-E1BF-CCD353188B5B}"/>
              </a:ext>
            </a:extLst>
          </p:cNvPr>
          <p:cNvSpPr txBox="1"/>
          <p:nvPr/>
        </p:nvSpPr>
        <p:spPr>
          <a:xfrm>
            <a:off x="1459665" y="4043176"/>
            <a:ext cx="508903" cy="369332"/>
          </a:xfrm>
          <a:prstGeom prst="rect">
            <a:avLst/>
          </a:prstGeom>
          <a:noFill/>
        </p:spPr>
        <p:txBody>
          <a:bodyPr wrap="square" rtlCol="0">
            <a:spAutoFit/>
          </a:bodyPr>
          <a:lstStyle/>
          <a:p>
            <a:r>
              <a:rPr lang="en-US" dirty="0">
                <a:solidFill>
                  <a:srgbClr val="FF0000"/>
                </a:solidFill>
              </a:rPr>
              <a:t>XX</a:t>
            </a:r>
          </a:p>
        </p:txBody>
      </p:sp>
      <p:sp>
        <p:nvSpPr>
          <p:cNvPr id="109" name="TextBox 108">
            <a:extLst>
              <a:ext uri="{FF2B5EF4-FFF2-40B4-BE49-F238E27FC236}">
                <a16:creationId xmlns:a16="http://schemas.microsoft.com/office/drawing/2014/main" id="{657B47B9-9C55-831E-1701-B63201E74A46}"/>
              </a:ext>
            </a:extLst>
          </p:cNvPr>
          <p:cNvSpPr txBox="1"/>
          <p:nvPr/>
        </p:nvSpPr>
        <p:spPr>
          <a:xfrm>
            <a:off x="2439327" y="4058438"/>
            <a:ext cx="508903" cy="369332"/>
          </a:xfrm>
          <a:prstGeom prst="rect">
            <a:avLst/>
          </a:prstGeom>
          <a:noFill/>
        </p:spPr>
        <p:txBody>
          <a:bodyPr wrap="square" rtlCol="0">
            <a:spAutoFit/>
          </a:bodyPr>
          <a:lstStyle/>
          <a:p>
            <a:r>
              <a:rPr lang="en-US" dirty="0">
                <a:solidFill>
                  <a:srgbClr val="FF0000"/>
                </a:solidFill>
              </a:rPr>
              <a:t>XX</a:t>
            </a:r>
          </a:p>
        </p:txBody>
      </p:sp>
      <p:sp>
        <p:nvSpPr>
          <p:cNvPr id="110" name="TextBox 109">
            <a:extLst>
              <a:ext uri="{FF2B5EF4-FFF2-40B4-BE49-F238E27FC236}">
                <a16:creationId xmlns:a16="http://schemas.microsoft.com/office/drawing/2014/main" id="{8466AEB6-5498-E1C5-F1FF-48A330120A38}"/>
              </a:ext>
            </a:extLst>
          </p:cNvPr>
          <p:cNvSpPr txBox="1"/>
          <p:nvPr/>
        </p:nvSpPr>
        <p:spPr>
          <a:xfrm>
            <a:off x="1968568" y="4050807"/>
            <a:ext cx="508903" cy="369332"/>
          </a:xfrm>
          <a:prstGeom prst="rect">
            <a:avLst/>
          </a:prstGeom>
          <a:noFill/>
        </p:spPr>
        <p:txBody>
          <a:bodyPr wrap="square" rtlCol="0">
            <a:spAutoFit/>
          </a:bodyPr>
          <a:lstStyle/>
          <a:p>
            <a:r>
              <a:rPr lang="en-US" dirty="0">
                <a:solidFill>
                  <a:srgbClr val="FF0000"/>
                </a:solidFill>
              </a:rPr>
              <a:t>XX</a:t>
            </a:r>
          </a:p>
        </p:txBody>
      </p:sp>
      <p:sp>
        <p:nvSpPr>
          <p:cNvPr id="111" name="TextBox 110">
            <a:extLst>
              <a:ext uri="{FF2B5EF4-FFF2-40B4-BE49-F238E27FC236}">
                <a16:creationId xmlns:a16="http://schemas.microsoft.com/office/drawing/2014/main" id="{478697BB-6645-CEBC-F643-65991477AC58}"/>
              </a:ext>
            </a:extLst>
          </p:cNvPr>
          <p:cNvSpPr txBox="1"/>
          <p:nvPr/>
        </p:nvSpPr>
        <p:spPr>
          <a:xfrm>
            <a:off x="1025857" y="4291758"/>
            <a:ext cx="508903" cy="369332"/>
          </a:xfrm>
          <a:prstGeom prst="rect">
            <a:avLst/>
          </a:prstGeom>
          <a:noFill/>
        </p:spPr>
        <p:txBody>
          <a:bodyPr wrap="square" rtlCol="0">
            <a:spAutoFit/>
          </a:bodyPr>
          <a:lstStyle/>
          <a:p>
            <a:r>
              <a:rPr lang="en-US" dirty="0">
                <a:solidFill>
                  <a:srgbClr val="FF0000"/>
                </a:solidFill>
              </a:rPr>
              <a:t>XX</a:t>
            </a:r>
          </a:p>
        </p:txBody>
      </p:sp>
      <p:sp>
        <p:nvSpPr>
          <p:cNvPr id="112" name="TextBox 111">
            <a:extLst>
              <a:ext uri="{FF2B5EF4-FFF2-40B4-BE49-F238E27FC236}">
                <a16:creationId xmlns:a16="http://schemas.microsoft.com/office/drawing/2014/main" id="{92972531-6DF2-B4F3-2D2E-7EEC5367D09F}"/>
              </a:ext>
            </a:extLst>
          </p:cNvPr>
          <p:cNvSpPr txBox="1"/>
          <p:nvPr/>
        </p:nvSpPr>
        <p:spPr>
          <a:xfrm>
            <a:off x="1025856" y="4668721"/>
            <a:ext cx="508903" cy="369332"/>
          </a:xfrm>
          <a:prstGeom prst="rect">
            <a:avLst/>
          </a:prstGeom>
          <a:noFill/>
        </p:spPr>
        <p:txBody>
          <a:bodyPr wrap="square" rtlCol="0">
            <a:spAutoFit/>
          </a:bodyPr>
          <a:lstStyle/>
          <a:p>
            <a:r>
              <a:rPr lang="en-US" dirty="0">
                <a:solidFill>
                  <a:srgbClr val="FF0000"/>
                </a:solidFill>
              </a:rPr>
              <a:t>XX</a:t>
            </a:r>
          </a:p>
        </p:txBody>
      </p:sp>
      <p:sp>
        <p:nvSpPr>
          <p:cNvPr id="113" name="TextBox 112">
            <a:extLst>
              <a:ext uri="{FF2B5EF4-FFF2-40B4-BE49-F238E27FC236}">
                <a16:creationId xmlns:a16="http://schemas.microsoft.com/office/drawing/2014/main" id="{AE3A816C-3F16-2BDF-546A-98463C46E170}"/>
              </a:ext>
            </a:extLst>
          </p:cNvPr>
          <p:cNvSpPr txBox="1"/>
          <p:nvPr/>
        </p:nvSpPr>
        <p:spPr>
          <a:xfrm>
            <a:off x="1055642" y="4472437"/>
            <a:ext cx="548233" cy="369332"/>
          </a:xfrm>
          <a:prstGeom prst="rect">
            <a:avLst/>
          </a:prstGeom>
          <a:noFill/>
        </p:spPr>
        <p:txBody>
          <a:bodyPr wrap="square" rtlCol="0">
            <a:spAutoFit/>
          </a:bodyPr>
          <a:lstStyle/>
          <a:p>
            <a:r>
              <a:rPr lang="en-US" dirty="0">
                <a:solidFill>
                  <a:srgbClr val="FF0000"/>
                </a:solidFill>
              </a:rPr>
              <a:t>XX</a:t>
            </a:r>
          </a:p>
        </p:txBody>
      </p:sp>
      <p:sp>
        <p:nvSpPr>
          <p:cNvPr id="114" name="TextBox 113">
            <a:extLst>
              <a:ext uri="{FF2B5EF4-FFF2-40B4-BE49-F238E27FC236}">
                <a16:creationId xmlns:a16="http://schemas.microsoft.com/office/drawing/2014/main" id="{DC43B749-E57C-117C-748D-02067A3A60E5}"/>
              </a:ext>
            </a:extLst>
          </p:cNvPr>
          <p:cNvSpPr txBox="1"/>
          <p:nvPr/>
        </p:nvSpPr>
        <p:spPr>
          <a:xfrm>
            <a:off x="2439327" y="4684833"/>
            <a:ext cx="508903" cy="369332"/>
          </a:xfrm>
          <a:prstGeom prst="rect">
            <a:avLst/>
          </a:prstGeom>
          <a:noFill/>
        </p:spPr>
        <p:txBody>
          <a:bodyPr wrap="square" rtlCol="0">
            <a:spAutoFit/>
          </a:bodyPr>
          <a:lstStyle/>
          <a:p>
            <a:r>
              <a:rPr lang="en-US" dirty="0">
                <a:solidFill>
                  <a:srgbClr val="FF0000"/>
                </a:solidFill>
              </a:rPr>
              <a:t>XX</a:t>
            </a:r>
          </a:p>
        </p:txBody>
      </p:sp>
      <p:sp>
        <p:nvSpPr>
          <p:cNvPr id="115" name="TextBox 114">
            <a:extLst>
              <a:ext uri="{FF2B5EF4-FFF2-40B4-BE49-F238E27FC236}">
                <a16:creationId xmlns:a16="http://schemas.microsoft.com/office/drawing/2014/main" id="{37CF35AD-D74A-3BCD-FE6E-8997B6570D03}"/>
              </a:ext>
            </a:extLst>
          </p:cNvPr>
          <p:cNvSpPr txBox="1"/>
          <p:nvPr/>
        </p:nvSpPr>
        <p:spPr>
          <a:xfrm>
            <a:off x="1967375" y="4480001"/>
            <a:ext cx="508903" cy="369332"/>
          </a:xfrm>
          <a:prstGeom prst="rect">
            <a:avLst/>
          </a:prstGeom>
          <a:noFill/>
        </p:spPr>
        <p:txBody>
          <a:bodyPr wrap="square" rtlCol="0">
            <a:spAutoFit/>
          </a:bodyPr>
          <a:lstStyle/>
          <a:p>
            <a:r>
              <a:rPr lang="en-US" dirty="0">
                <a:solidFill>
                  <a:srgbClr val="FF0000"/>
                </a:solidFill>
              </a:rPr>
              <a:t>XX</a:t>
            </a:r>
          </a:p>
        </p:txBody>
      </p:sp>
      <p:sp>
        <p:nvSpPr>
          <p:cNvPr id="116" name="TextBox 115">
            <a:extLst>
              <a:ext uri="{FF2B5EF4-FFF2-40B4-BE49-F238E27FC236}">
                <a16:creationId xmlns:a16="http://schemas.microsoft.com/office/drawing/2014/main" id="{8267DF67-2AB2-1162-7167-1304AC5C5BD5}"/>
              </a:ext>
            </a:extLst>
          </p:cNvPr>
          <p:cNvSpPr txBox="1"/>
          <p:nvPr/>
        </p:nvSpPr>
        <p:spPr>
          <a:xfrm>
            <a:off x="1515688" y="4274461"/>
            <a:ext cx="508903" cy="369332"/>
          </a:xfrm>
          <a:prstGeom prst="rect">
            <a:avLst/>
          </a:prstGeom>
          <a:noFill/>
        </p:spPr>
        <p:txBody>
          <a:bodyPr wrap="square" rtlCol="0">
            <a:spAutoFit/>
          </a:bodyPr>
          <a:lstStyle/>
          <a:p>
            <a:r>
              <a:rPr lang="en-US" dirty="0">
                <a:solidFill>
                  <a:srgbClr val="FF0000"/>
                </a:solidFill>
              </a:rPr>
              <a:t>XX</a:t>
            </a:r>
          </a:p>
        </p:txBody>
      </p:sp>
      <p:sp>
        <p:nvSpPr>
          <p:cNvPr id="117" name="TextBox 116">
            <a:extLst>
              <a:ext uri="{FF2B5EF4-FFF2-40B4-BE49-F238E27FC236}">
                <a16:creationId xmlns:a16="http://schemas.microsoft.com/office/drawing/2014/main" id="{31FF006B-4680-089A-3801-D85DBEE3FA12}"/>
              </a:ext>
            </a:extLst>
          </p:cNvPr>
          <p:cNvSpPr txBox="1"/>
          <p:nvPr/>
        </p:nvSpPr>
        <p:spPr>
          <a:xfrm>
            <a:off x="1992720" y="4268512"/>
            <a:ext cx="508903" cy="369332"/>
          </a:xfrm>
          <a:prstGeom prst="rect">
            <a:avLst/>
          </a:prstGeom>
          <a:noFill/>
        </p:spPr>
        <p:txBody>
          <a:bodyPr wrap="square" rtlCol="0">
            <a:spAutoFit/>
          </a:bodyPr>
          <a:lstStyle/>
          <a:p>
            <a:r>
              <a:rPr lang="en-US" dirty="0"/>
              <a:t>Q</a:t>
            </a:r>
          </a:p>
        </p:txBody>
      </p:sp>
      <p:sp>
        <p:nvSpPr>
          <p:cNvPr id="118" name="TextBox 117">
            <a:extLst>
              <a:ext uri="{FF2B5EF4-FFF2-40B4-BE49-F238E27FC236}">
                <a16:creationId xmlns:a16="http://schemas.microsoft.com/office/drawing/2014/main" id="{AF654CBD-A1AB-0EA6-1684-785D57BC3DD6}"/>
              </a:ext>
            </a:extLst>
          </p:cNvPr>
          <p:cNvSpPr txBox="1"/>
          <p:nvPr/>
        </p:nvSpPr>
        <p:spPr>
          <a:xfrm>
            <a:off x="2457206" y="4295335"/>
            <a:ext cx="508903" cy="369332"/>
          </a:xfrm>
          <a:prstGeom prst="rect">
            <a:avLst/>
          </a:prstGeom>
          <a:noFill/>
        </p:spPr>
        <p:txBody>
          <a:bodyPr wrap="square" rtlCol="0">
            <a:spAutoFit/>
          </a:bodyPr>
          <a:lstStyle/>
          <a:p>
            <a:r>
              <a:rPr lang="en-US" dirty="0">
                <a:solidFill>
                  <a:srgbClr val="FF0000"/>
                </a:solidFill>
              </a:rPr>
              <a:t>XX</a:t>
            </a:r>
          </a:p>
        </p:txBody>
      </p:sp>
      <p:sp>
        <p:nvSpPr>
          <p:cNvPr id="119" name="TextBox 118">
            <a:extLst>
              <a:ext uri="{FF2B5EF4-FFF2-40B4-BE49-F238E27FC236}">
                <a16:creationId xmlns:a16="http://schemas.microsoft.com/office/drawing/2014/main" id="{C6D8E825-8BAC-ACA7-7E72-EF27037B1436}"/>
              </a:ext>
            </a:extLst>
          </p:cNvPr>
          <p:cNvSpPr txBox="1"/>
          <p:nvPr/>
        </p:nvSpPr>
        <p:spPr>
          <a:xfrm>
            <a:off x="1497217" y="4505030"/>
            <a:ext cx="508903" cy="369332"/>
          </a:xfrm>
          <a:prstGeom prst="rect">
            <a:avLst/>
          </a:prstGeom>
          <a:noFill/>
        </p:spPr>
        <p:txBody>
          <a:bodyPr wrap="square" rtlCol="0">
            <a:spAutoFit/>
          </a:bodyPr>
          <a:lstStyle/>
          <a:p>
            <a:r>
              <a:rPr lang="en-US" dirty="0">
                <a:solidFill>
                  <a:srgbClr val="FF0000"/>
                </a:solidFill>
              </a:rPr>
              <a:t>XX</a:t>
            </a:r>
          </a:p>
        </p:txBody>
      </p:sp>
      <p:sp>
        <p:nvSpPr>
          <p:cNvPr id="120" name="TextBox 119">
            <a:extLst>
              <a:ext uri="{FF2B5EF4-FFF2-40B4-BE49-F238E27FC236}">
                <a16:creationId xmlns:a16="http://schemas.microsoft.com/office/drawing/2014/main" id="{AE710882-9B6A-D889-C375-541803DAC11B}"/>
              </a:ext>
            </a:extLst>
          </p:cNvPr>
          <p:cNvSpPr txBox="1"/>
          <p:nvPr/>
        </p:nvSpPr>
        <p:spPr>
          <a:xfrm>
            <a:off x="2443806" y="4491027"/>
            <a:ext cx="508903" cy="369332"/>
          </a:xfrm>
          <a:prstGeom prst="rect">
            <a:avLst/>
          </a:prstGeom>
          <a:noFill/>
        </p:spPr>
        <p:txBody>
          <a:bodyPr wrap="square" rtlCol="0">
            <a:spAutoFit/>
          </a:bodyPr>
          <a:lstStyle/>
          <a:p>
            <a:r>
              <a:rPr lang="en-US" dirty="0">
                <a:solidFill>
                  <a:srgbClr val="FF0000"/>
                </a:solidFill>
              </a:rPr>
              <a:t>XX</a:t>
            </a:r>
          </a:p>
        </p:txBody>
      </p:sp>
      <p:sp>
        <p:nvSpPr>
          <p:cNvPr id="121" name="TextBox 120">
            <a:extLst>
              <a:ext uri="{FF2B5EF4-FFF2-40B4-BE49-F238E27FC236}">
                <a16:creationId xmlns:a16="http://schemas.microsoft.com/office/drawing/2014/main" id="{69ABB706-CADD-6783-9F2F-292A5B6A8699}"/>
              </a:ext>
            </a:extLst>
          </p:cNvPr>
          <p:cNvSpPr txBox="1"/>
          <p:nvPr/>
        </p:nvSpPr>
        <p:spPr>
          <a:xfrm>
            <a:off x="1974075" y="4688649"/>
            <a:ext cx="508903" cy="369332"/>
          </a:xfrm>
          <a:prstGeom prst="rect">
            <a:avLst/>
          </a:prstGeom>
          <a:noFill/>
        </p:spPr>
        <p:txBody>
          <a:bodyPr wrap="square" rtlCol="0">
            <a:spAutoFit/>
          </a:bodyPr>
          <a:lstStyle/>
          <a:p>
            <a:r>
              <a:rPr lang="en-US" dirty="0">
                <a:solidFill>
                  <a:srgbClr val="FF0000"/>
                </a:solidFill>
              </a:rPr>
              <a:t>XX</a:t>
            </a:r>
          </a:p>
        </p:txBody>
      </p:sp>
      <p:sp>
        <p:nvSpPr>
          <p:cNvPr id="122" name="TextBox 121">
            <a:extLst>
              <a:ext uri="{FF2B5EF4-FFF2-40B4-BE49-F238E27FC236}">
                <a16:creationId xmlns:a16="http://schemas.microsoft.com/office/drawing/2014/main" id="{7C043BB3-70B4-DB92-83D2-5683E3C7CF9E}"/>
              </a:ext>
            </a:extLst>
          </p:cNvPr>
          <p:cNvSpPr txBox="1"/>
          <p:nvPr/>
        </p:nvSpPr>
        <p:spPr>
          <a:xfrm>
            <a:off x="1534288" y="4696130"/>
            <a:ext cx="508903" cy="369332"/>
          </a:xfrm>
          <a:prstGeom prst="rect">
            <a:avLst/>
          </a:prstGeom>
          <a:noFill/>
        </p:spPr>
        <p:txBody>
          <a:bodyPr wrap="square" rtlCol="0">
            <a:spAutoFit/>
          </a:bodyPr>
          <a:lstStyle/>
          <a:p>
            <a:r>
              <a:rPr lang="en-US" dirty="0"/>
              <a:t>Q</a:t>
            </a:r>
          </a:p>
        </p:txBody>
      </p:sp>
      <p:pic>
        <p:nvPicPr>
          <p:cNvPr id="134" name="Picture 133">
            <a:extLst>
              <a:ext uri="{FF2B5EF4-FFF2-40B4-BE49-F238E27FC236}">
                <a16:creationId xmlns:a16="http://schemas.microsoft.com/office/drawing/2014/main" id="{B0884345-8C76-40A1-5A74-B3FF91F6AEE2}"/>
              </a:ext>
            </a:extLst>
          </p:cNvPr>
          <p:cNvPicPr>
            <a:picLocks noChangeAspect="1"/>
          </p:cNvPicPr>
          <p:nvPr/>
        </p:nvPicPr>
        <p:blipFill>
          <a:blip r:embed="rId2"/>
          <a:srcRect l="22823" t="24659" r="60403" b="59857"/>
          <a:stretch/>
        </p:blipFill>
        <p:spPr>
          <a:xfrm>
            <a:off x="3706756" y="1279519"/>
            <a:ext cx="2045110" cy="1061884"/>
          </a:xfrm>
          <a:prstGeom prst="rect">
            <a:avLst/>
          </a:prstGeom>
        </p:spPr>
      </p:pic>
      <p:sp>
        <p:nvSpPr>
          <p:cNvPr id="135" name="TextBox 134">
            <a:extLst>
              <a:ext uri="{FF2B5EF4-FFF2-40B4-BE49-F238E27FC236}">
                <a16:creationId xmlns:a16="http://schemas.microsoft.com/office/drawing/2014/main" id="{2098EB54-1E90-7FEB-69A4-ED67A507D968}"/>
              </a:ext>
            </a:extLst>
          </p:cNvPr>
          <p:cNvSpPr txBox="1"/>
          <p:nvPr/>
        </p:nvSpPr>
        <p:spPr>
          <a:xfrm>
            <a:off x="4276431" y="1305642"/>
            <a:ext cx="508903" cy="369332"/>
          </a:xfrm>
          <a:prstGeom prst="rect">
            <a:avLst/>
          </a:prstGeom>
          <a:noFill/>
        </p:spPr>
        <p:txBody>
          <a:bodyPr wrap="square" rtlCol="0">
            <a:spAutoFit/>
          </a:bodyPr>
          <a:lstStyle/>
          <a:p>
            <a:r>
              <a:rPr lang="en-US" dirty="0"/>
              <a:t>Q</a:t>
            </a:r>
          </a:p>
        </p:txBody>
      </p:sp>
      <p:sp>
        <p:nvSpPr>
          <p:cNvPr id="136" name="TextBox 135">
            <a:extLst>
              <a:ext uri="{FF2B5EF4-FFF2-40B4-BE49-F238E27FC236}">
                <a16:creationId xmlns:a16="http://schemas.microsoft.com/office/drawing/2014/main" id="{9B23CB71-B6B6-880B-FC3D-8316A87BB305}"/>
              </a:ext>
            </a:extLst>
          </p:cNvPr>
          <p:cNvSpPr txBox="1"/>
          <p:nvPr/>
        </p:nvSpPr>
        <p:spPr>
          <a:xfrm>
            <a:off x="3801350" y="1333328"/>
            <a:ext cx="508903" cy="369332"/>
          </a:xfrm>
          <a:prstGeom prst="rect">
            <a:avLst/>
          </a:prstGeom>
          <a:noFill/>
        </p:spPr>
        <p:txBody>
          <a:bodyPr wrap="square" rtlCol="0">
            <a:spAutoFit/>
          </a:bodyPr>
          <a:lstStyle/>
          <a:p>
            <a:r>
              <a:rPr lang="en-US" dirty="0">
                <a:solidFill>
                  <a:srgbClr val="FF0000"/>
                </a:solidFill>
              </a:rPr>
              <a:t>XX</a:t>
            </a:r>
          </a:p>
        </p:txBody>
      </p:sp>
      <p:sp>
        <p:nvSpPr>
          <p:cNvPr id="137" name="TextBox 136">
            <a:extLst>
              <a:ext uri="{FF2B5EF4-FFF2-40B4-BE49-F238E27FC236}">
                <a16:creationId xmlns:a16="http://schemas.microsoft.com/office/drawing/2014/main" id="{4380B3C6-0294-3F19-E57A-08F618D08D3C}"/>
              </a:ext>
            </a:extLst>
          </p:cNvPr>
          <p:cNvSpPr txBox="1"/>
          <p:nvPr/>
        </p:nvSpPr>
        <p:spPr>
          <a:xfrm>
            <a:off x="5200070" y="1326899"/>
            <a:ext cx="508903" cy="369332"/>
          </a:xfrm>
          <a:prstGeom prst="rect">
            <a:avLst/>
          </a:prstGeom>
          <a:noFill/>
        </p:spPr>
        <p:txBody>
          <a:bodyPr wrap="square" rtlCol="0">
            <a:spAutoFit/>
          </a:bodyPr>
          <a:lstStyle/>
          <a:p>
            <a:r>
              <a:rPr lang="en-US" dirty="0">
                <a:solidFill>
                  <a:srgbClr val="FF0000"/>
                </a:solidFill>
              </a:rPr>
              <a:t>XX</a:t>
            </a:r>
          </a:p>
        </p:txBody>
      </p:sp>
      <p:sp>
        <p:nvSpPr>
          <p:cNvPr id="138" name="TextBox 137">
            <a:extLst>
              <a:ext uri="{FF2B5EF4-FFF2-40B4-BE49-F238E27FC236}">
                <a16:creationId xmlns:a16="http://schemas.microsoft.com/office/drawing/2014/main" id="{F54939A5-B5A2-AF19-C81C-4D7F181DDDD7}"/>
              </a:ext>
            </a:extLst>
          </p:cNvPr>
          <p:cNvSpPr txBox="1"/>
          <p:nvPr/>
        </p:nvSpPr>
        <p:spPr>
          <a:xfrm>
            <a:off x="4729311" y="1319268"/>
            <a:ext cx="508903" cy="369332"/>
          </a:xfrm>
          <a:prstGeom prst="rect">
            <a:avLst/>
          </a:prstGeom>
          <a:noFill/>
        </p:spPr>
        <p:txBody>
          <a:bodyPr wrap="square" rtlCol="0">
            <a:spAutoFit/>
          </a:bodyPr>
          <a:lstStyle/>
          <a:p>
            <a:r>
              <a:rPr lang="en-US" dirty="0">
                <a:solidFill>
                  <a:srgbClr val="FF0000"/>
                </a:solidFill>
              </a:rPr>
              <a:t>XX</a:t>
            </a:r>
          </a:p>
        </p:txBody>
      </p:sp>
      <p:sp>
        <p:nvSpPr>
          <p:cNvPr id="139" name="TextBox 138">
            <a:extLst>
              <a:ext uri="{FF2B5EF4-FFF2-40B4-BE49-F238E27FC236}">
                <a16:creationId xmlns:a16="http://schemas.microsoft.com/office/drawing/2014/main" id="{06FFEDDE-54B6-4B20-9C10-4A363E7B676D}"/>
              </a:ext>
            </a:extLst>
          </p:cNvPr>
          <p:cNvSpPr txBox="1"/>
          <p:nvPr/>
        </p:nvSpPr>
        <p:spPr>
          <a:xfrm>
            <a:off x="3786598" y="1561011"/>
            <a:ext cx="508903" cy="369332"/>
          </a:xfrm>
          <a:prstGeom prst="rect">
            <a:avLst/>
          </a:prstGeom>
          <a:noFill/>
        </p:spPr>
        <p:txBody>
          <a:bodyPr wrap="square" rtlCol="0">
            <a:spAutoFit/>
          </a:bodyPr>
          <a:lstStyle/>
          <a:p>
            <a:r>
              <a:rPr lang="en-US" dirty="0">
                <a:solidFill>
                  <a:srgbClr val="FF0000"/>
                </a:solidFill>
              </a:rPr>
              <a:t>XX</a:t>
            </a:r>
          </a:p>
        </p:txBody>
      </p:sp>
      <p:sp>
        <p:nvSpPr>
          <p:cNvPr id="140" name="TextBox 139">
            <a:extLst>
              <a:ext uri="{FF2B5EF4-FFF2-40B4-BE49-F238E27FC236}">
                <a16:creationId xmlns:a16="http://schemas.microsoft.com/office/drawing/2014/main" id="{6B1BCF5E-3D31-28F1-6001-780849A2E5A4}"/>
              </a:ext>
            </a:extLst>
          </p:cNvPr>
          <p:cNvSpPr txBox="1"/>
          <p:nvPr/>
        </p:nvSpPr>
        <p:spPr>
          <a:xfrm>
            <a:off x="4691167" y="1582570"/>
            <a:ext cx="508903" cy="369332"/>
          </a:xfrm>
          <a:prstGeom prst="rect">
            <a:avLst/>
          </a:prstGeom>
          <a:noFill/>
        </p:spPr>
        <p:txBody>
          <a:bodyPr wrap="square" rtlCol="0">
            <a:spAutoFit/>
          </a:bodyPr>
          <a:lstStyle/>
          <a:p>
            <a:r>
              <a:rPr lang="en-US" dirty="0">
                <a:solidFill>
                  <a:srgbClr val="FF0000"/>
                </a:solidFill>
              </a:rPr>
              <a:t>XX</a:t>
            </a:r>
          </a:p>
        </p:txBody>
      </p:sp>
      <p:sp>
        <p:nvSpPr>
          <p:cNvPr id="141" name="TextBox 140">
            <a:extLst>
              <a:ext uri="{FF2B5EF4-FFF2-40B4-BE49-F238E27FC236}">
                <a16:creationId xmlns:a16="http://schemas.microsoft.com/office/drawing/2014/main" id="{35A74D0C-50EE-EFA3-3C61-73C0F55FAF99}"/>
              </a:ext>
            </a:extLst>
          </p:cNvPr>
          <p:cNvSpPr txBox="1"/>
          <p:nvPr/>
        </p:nvSpPr>
        <p:spPr>
          <a:xfrm>
            <a:off x="5157442" y="1800035"/>
            <a:ext cx="548233" cy="369332"/>
          </a:xfrm>
          <a:prstGeom prst="rect">
            <a:avLst/>
          </a:prstGeom>
          <a:noFill/>
        </p:spPr>
        <p:txBody>
          <a:bodyPr wrap="square" rtlCol="0">
            <a:spAutoFit/>
          </a:bodyPr>
          <a:lstStyle/>
          <a:p>
            <a:r>
              <a:rPr lang="en-US" dirty="0">
                <a:solidFill>
                  <a:srgbClr val="FF0000"/>
                </a:solidFill>
              </a:rPr>
              <a:t>XX</a:t>
            </a:r>
          </a:p>
        </p:txBody>
      </p:sp>
      <p:sp>
        <p:nvSpPr>
          <p:cNvPr id="142" name="TextBox 141">
            <a:extLst>
              <a:ext uri="{FF2B5EF4-FFF2-40B4-BE49-F238E27FC236}">
                <a16:creationId xmlns:a16="http://schemas.microsoft.com/office/drawing/2014/main" id="{E32AF9B0-E094-0172-5E40-A52472741A61}"/>
              </a:ext>
            </a:extLst>
          </p:cNvPr>
          <p:cNvSpPr txBox="1"/>
          <p:nvPr/>
        </p:nvSpPr>
        <p:spPr>
          <a:xfrm>
            <a:off x="4256607" y="1963305"/>
            <a:ext cx="508903" cy="369332"/>
          </a:xfrm>
          <a:prstGeom prst="rect">
            <a:avLst/>
          </a:prstGeom>
          <a:noFill/>
        </p:spPr>
        <p:txBody>
          <a:bodyPr wrap="square" rtlCol="0">
            <a:spAutoFit/>
          </a:bodyPr>
          <a:lstStyle/>
          <a:p>
            <a:r>
              <a:rPr lang="en-US" dirty="0">
                <a:solidFill>
                  <a:srgbClr val="FF0000"/>
                </a:solidFill>
              </a:rPr>
              <a:t>XX</a:t>
            </a:r>
          </a:p>
        </p:txBody>
      </p:sp>
      <p:sp>
        <p:nvSpPr>
          <p:cNvPr id="143" name="TextBox 142">
            <a:extLst>
              <a:ext uri="{FF2B5EF4-FFF2-40B4-BE49-F238E27FC236}">
                <a16:creationId xmlns:a16="http://schemas.microsoft.com/office/drawing/2014/main" id="{D6E94997-C59F-21DF-245D-AF692CD6563A}"/>
              </a:ext>
            </a:extLst>
          </p:cNvPr>
          <p:cNvSpPr txBox="1"/>
          <p:nvPr/>
        </p:nvSpPr>
        <p:spPr>
          <a:xfrm>
            <a:off x="4256608" y="1767236"/>
            <a:ext cx="508903" cy="369332"/>
          </a:xfrm>
          <a:prstGeom prst="rect">
            <a:avLst/>
          </a:prstGeom>
          <a:noFill/>
        </p:spPr>
        <p:txBody>
          <a:bodyPr wrap="square" rtlCol="0">
            <a:spAutoFit/>
          </a:bodyPr>
          <a:lstStyle/>
          <a:p>
            <a:r>
              <a:rPr lang="en-US" dirty="0">
                <a:solidFill>
                  <a:srgbClr val="FF0000"/>
                </a:solidFill>
              </a:rPr>
              <a:t>XX</a:t>
            </a:r>
          </a:p>
        </p:txBody>
      </p:sp>
      <p:sp>
        <p:nvSpPr>
          <p:cNvPr id="144" name="TextBox 143">
            <a:extLst>
              <a:ext uri="{FF2B5EF4-FFF2-40B4-BE49-F238E27FC236}">
                <a16:creationId xmlns:a16="http://schemas.microsoft.com/office/drawing/2014/main" id="{A5235453-9829-2380-CA92-BA21CC1986D8}"/>
              </a:ext>
            </a:extLst>
          </p:cNvPr>
          <p:cNvSpPr txBox="1"/>
          <p:nvPr/>
        </p:nvSpPr>
        <p:spPr>
          <a:xfrm>
            <a:off x="4276431" y="1542922"/>
            <a:ext cx="508903" cy="369332"/>
          </a:xfrm>
          <a:prstGeom prst="rect">
            <a:avLst/>
          </a:prstGeom>
          <a:noFill/>
        </p:spPr>
        <p:txBody>
          <a:bodyPr wrap="square" rtlCol="0">
            <a:spAutoFit/>
          </a:bodyPr>
          <a:lstStyle/>
          <a:p>
            <a:r>
              <a:rPr lang="en-US" dirty="0">
                <a:solidFill>
                  <a:srgbClr val="FF0000"/>
                </a:solidFill>
              </a:rPr>
              <a:t>XX</a:t>
            </a:r>
          </a:p>
        </p:txBody>
      </p:sp>
      <p:pic>
        <p:nvPicPr>
          <p:cNvPr id="145" name="Picture 144">
            <a:extLst>
              <a:ext uri="{FF2B5EF4-FFF2-40B4-BE49-F238E27FC236}">
                <a16:creationId xmlns:a16="http://schemas.microsoft.com/office/drawing/2014/main" id="{374E4D1E-09C5-7B67-36FA-CF69958BFAA3}"/>
              </a:ext>
            </a:extLst>
          </p:cNvPr>
          <p:cNvPicPr>
            <a:picLocks noChangeAspect="1"/>
          </p:cNvPicPr>
          <p:nvPr/>
        </p:nvPicPr>
        <p:blipFill>
          <a:blip r:embed="rId2"/>
          <a:srcRect l="22823" t="24659" r="60403" b="59857"/>
          <a:stretch/>
        </p:blipFill>
        <p:spPr>
          <a:xfrm>
            <a:off x="3628687" y="2678439"/>
            <a:ext cx="2045110" cy="1061884"/>
          </a:xfrm>
          <a:prstGeom prst="rect">
            <a:avLst/>
          </a:prstGeom>
        </p:spPr>
      </p:pic>
      <p:sp>
        <p:nvSpPr>
          <p:cNvPr id="146" name="TextBox 145">
            <a:extLst>
              <a:ext uri="{FF2B5EF4-FFF2-40B4-BE49-F238E27FC236}">
                <a16:creationId xmlns:a16="http://schemas.microsoft.com/office/drawing/2014/main" id="{375D8D9A-6DEE-8938-5B4A-CFAE3DCA8803}"/>
              </a:ext>
            </a:extLst>
          </p:cNvPr>
          <p:cNvSpPr txBox="1"/>
          <p:nvPr/>
        </p:nvSpPr>
        <p:spPr>
          <a:xfrm>
            <a:off x="4198362" y="2704562"/>
            <a:ext cx="508903" cy="369332"/>
          </a:xfrm>
          <a:prstGeom prst="rect">
            <a:avLst/>
          </a:prstGeom>
          <a:noFill/>
        </p:spPr>
        <p:txBody>
          <a:bodyPr wrap="square" rtlCol="0">
            <a:spAutoFit/>
          </a:bodyPr>
          <a:lstStyle/>
          <a:p>
            <a:r>
              <a:rPr lang="en-US" dirty="0"/>
              <a:t>Q</a:t>
            </a:r>
          </a:p>
        </p:txBody>
      </p:sp>
      <p:sp>
        <p:nvSpPr>
          <p:cNvPr id="147" name="TextBox 146">
            <a:extLst>
              <a:ext uri="{FF2B5EF4-FFF2-40B4-BE49-F238E27FC236}">
                <a16:creationId xmlns:a16="http://schemas.microsoft.com/office/drawing/2014/main" id="{80AE4843-77A6-CF0C-92D3-ADD1C619B470}"/>
              </a:ext>
            </a:extLst>
          </p:cNvPr>
          <p:cNvSpPr txBox="1"/>
          <p:nvPr/>
        </p:nvSpPr>
        <p:spPr>
          <a:xfrm>
            <a:off x="3723281" y="2732248"/>
            <a:ext cx="508903" cy="369332"/>
          </a:xfrm>
          <a:prstGeom prst="rect">
            <a:avLst/>
          </a:prstGeom>
          <a:noFill/>
        </p:spPr>
        <p:txBody>
          <a:bodyPr wrap="square" rtlCol="0">
            <a:spAutoFit/>
          </a:bodyPr>
          <a:lstStyle/>
          <a:p>
            <a:r>
              <a:rPr lang="en-US" dirty="0">
                <a:solidFill>
                  <a:srgbClr val="FF0000"/>
                </a:solidFill>
              </a:rPr>
              <a:t>XX</a:t>
            </a:r>
          </a:p>
        </p:txBody>
      </p:sp>
      <p:sp>
        <p:nvSpPr>
          <p:cNvPr id="148" name="TextBox 147">
            <a:extLst>
              <a:ext uri="{FF2B5EF4-FFF2-40B4-BE49-F238E27FC236}">
                <a16:creationId xmlns:a16="http://schemas.microsoft.com/office/drawing/2014/main" id="{C79037B0-77F8-FABC-D94A-BAB4BBBE48DB}"/>
              </a:ext>
            </a:extLst>
          </p:cNvPr>
          <p:cNvSpPr txBox="1"/>
          <p:nvPr/>
        </p:nvSpPr>
        <p:spPr>
          <a:xfrm>
            <a:off x="5122001" y="2725819"/>
            <a:ext cx="508903" cy="369332"/>
          </a:xfrm>
          <a:prstGeom prst="rect">
            <a:avLst/>
          </a:prstGeom>
          <a:noFill/>
        </p:spPr>
        <p:txBody>
          <a:bodyPr wrap="square" rtlCol="0">
            <a:spAutoFit/>
          </a:bodyPr>
          <a:lstStyle/>
          <a:p>
            <a:r>
              <a:rPr lang="en-US" dirty="0">
                <a:solidFill>
                  <a:srgbClr val="FF0000"/>
                </a:solidFill>
              </a:rPr>
              <a:t>XX</a:t>
            </a:r>
          </a:p>
        </p:txBody>
      </p:sp>
      <p:sp>
        <p:nvSpPr>
          <p:cNvPr id="149" name="TextBox 148">
            <a:extLst>
              <a:ext uri="{FF2B5EF4-FFF2-40B4-BE49-F238E27FC236}">
                <a16:creationId xmlns:a16="http://schemas.microsoft.com/office/drawing/2014/main" id="{8317072A-28FA-D9B4-51AD-E8E560989E66}"/>
              </a:ext>
            </a:extLst>
          </p:cNvPr>
          <p:cNvSpPr txBox="1"/>
          <p:nvPr/>
        </p:nvSpPr>
        <p:spPr>
          <a:xfrm>
            <a:off x="4651242" y="2718188"/>
            <a:ext cx="508903" cy="369332"/>
          </a:xfrm>
          <a:prstGeom prst="rect">
            <a:avLst/>
          </a:prstGeom>
          <a:noFill/>
        </p:spPr>
        <p:txBody>
          <a:bodyPr wrap="square" rtlCol="0">
            <a:spAutoFit/>
          </a:bodyPr>
          <a:lstStyle/>
          <a:p>
            <a:r>
              <a:rPr lang="en-US" dirty="0">
                <a:solidFill>
                  <a:srgbClr val="FF0000"/>
                </a:solidFill>
              </a:rPr>
              <a:t>XX</a:t>
            </a:r>
          </a:p>
        </p:txBody>
      </p:sp>
      <p:sp>
        <p:nvSpPr>
          <p:cNvPr id="150" name="TextBox 149">
            <a:extLst>
              <a:ext uri="{FF2B5EF4-FFF2-40B4-BE49-F238E27FC236}">
                <a16:creationId xmlns:a16="http://schemas.microsoft.com/office/drawing/2014/main" id="{FF845F2D-1F3D-7AE0-6621-E1FE2BE55B84}"/>
              </a:ext>
            </a:extLst>
          </p:cNvPr>
          <p:cNvSpPr txBox="1"/>
          <p:nvPr/>
        </p:nvSpPr>
        <p:spPr>
          <a:xfrm>
            <a:off x="3708529" y="2959931"/>
            <a:ext cx="508903" cy="369332"/>
          </a:xfrm>
          <a:prstGeom prst="rect">
            <a:avLst/>
          </a:prstGeom>
          <a:noFill/>
        </p:spPr>
        <p:txBody>
          <a:bodyPr wrap="square" rtlCol="0">
            <a:spAutoFit/>
          </a:bodyPr>
          <a:lstStyle/>
          <a:p>
            <a:r>
              <a:rPr lang="en-US" dirty="0">
                <a:solidFill>
                  <a:srgbClr val="FF0000"/>
                </a:solidFill>
              </a:rPr>
              <a:t>XX</a:t>
            </a:r>
          </a:p>
        </p:txBody>
      </p:sp>
      <p:sp>
        <p:nvSpPr>
          <p:cNvPr id="151" name="TextBox 150">
            <a:extLst>
              <a:ext uri="{FF2B5EF4-FFF2-40B4-BE49-F238E27FC236}">
                <a16:creationId xmlns:a16="http://schemas.microsoft.com/office/drawing/2014/main" id="{10EA3C26-C748-FF78-512D-4282C22BF901}"/>
              </a:ext>
            </a:extLst>
          </p:cNvPr>
          <p:cNvSpPr txBox="1"/>
          <p:nvPr/>
        </p:nvSpPr>
        <p:spPr>
          <a:xfrm>
            <a:off x="4681627" y="2933648"/>
            <a:ext cx="508903" cy="369332"/>
          </a:xfrm>
          <a:prstGeom prst="rect">
            <a:avLst/>
          </a:prstGeom>
          <a:noFill/>
        </p:spPr>
        <p:txBody>
          <a:bodyPr wrap="square" rtlCol="0">
            <a:spAutoFit/>
          </a:bodyPr>
          <a:lstStyle/>
          <a:p>
            <a:r>
              <a:rPr lang="en-US" dirty="0">
                <a:solidFill>
                  <a:srgbClr val="FF0000"/>
                </a:solidFill>
              </a:rPr>
              <a:t>XX</a:t>
            </a:r>
          </a:p>
        </p:txBody>
      </p:sp>
      <p:sp>
        <p:nvSpPr>
          <p:cNvPr id="152" name="TextBox 151">
            <a:extLst>
              <a:ext uri="{FF2B5EF4-FFF2-40B4-BE49-F238E27FC236}">
                <a16:creationId xmlns:a16="http://schemas.microsoft.com/office/drawing/2014/main" id="{446E07E3-248B-FADE-7736-0C6636050E1F}"/>
              </a:ext>
            </a:extLst>
          </p:cNvPr>
          <p:cNvSpPr txBox="1"/>
          <p:nvPr/>
        </p:nvSpPr>
        <p:spPr>
          <a:xfrm>
            <a:off x="5102335" y="3158525"/>
            <a:ext cx="548233" cy="369332"/>
          </a:xfrm>
          <a:prstGeom prst="rect">
            <a:avLst/>
          </a:prstGeom>
          <a:noFill/>
        </p:spPr>
        <p:txBody>
          <a:bodyPr wrap="square" rtlCol="0">
            <a:spAutoFit/>
          </a:bodyPr>
          <a:lstStyle/>
          <a:p>
            <a:r>
              <a:rPr lang="en-US" dirty="0">
                <a:solidFill>
                  <a:srgbClr val="FF0000"/>
                </a:solidFill>
              </a:rPr>
              <a:t>XX</a:t>
            </a:r>
          </a:p>
        </p:txBody>
      </p:sp>
      <p:sp>
        <p:nvSpPr>
          <p:cNvPr id="153" name="TextBox 152">
            <a:extLst>
              <a:ext uri="{FF2B5EF4-FFF2-40B4-BE49-F238E27FC236}">
                <a16:creationId xmlns:a16="http://schemas.microsoft.com/office/drawing/2014/main" id="{819DFC8A-C375-809C-990F-59C8A128A53B}"/>
              </a:ext>
            </a:extLst>
          </p:cNvPr>
          <p:cNvSpPr txBox="1"/>
          <p:nvPr/>
        </p:nvSpPr>
        <p:spPr>
          <a:xfrm>
            <a:off x="4178538" y="3362225"/>
            <a:ext cx="508903" cy="369332"/>
          </a:xfrm>
          <a:prstGeom prst="rect">
            <a:avLst/>
          </a:prstGeom>
          <a:noFill/>
        </p:spPr>
        <p:txBody>
          <a:bodyPr wrap="square" rtlCol="0">
            <a:spAutoFit/>
          </a:bodyPr>
          <a:lstStyle/>
          <a:p>
            <a:r>
              <a:rPr lang="en-US" dirty="0">
                <a:solidFill>
                  <a:srgbClr val="FF0000"/>
                </a:solidFill>
              </a:rPr>
              <a:t>XX</a:t>
            </a:r>
          </a:p>
        </p:txBody>
      </p:sp>
      <p:sp>
        <p:nvSpPr>
          <p:cNvPr id="154" name="TextBox 153">
            <a:extLst>
              <a:ext uri="{FF2B5EF4-FFF2-40B4-BE49-F238E27FC236}">
                <a16:creationId xmlns:a16="http://schemas.microsoft.com/office/drawing/2014/main" id="{F9D8DADA-5E39-A9E7-C5F5-555DA04FD7D9}"/>
              </a:ext>
            </a:extLst>
          </p:cNvPr>
          <p:cNvSpPr txBox="1"/>
          <p:nvPr/>
        </p:nvSpPr>
        <p:spPr>
          <a:xfrm>
            <a:off x="4178539" y="3166156"/>
            <a:ext cx="508903" cy="369332"/>
          </a:xfrm>
          <a:prstGeom prst="rect">
            <a:avLst/>
          </a:prstGeom>
          <a:noFill/>
        </p:spPr>
        <p:txBody>
          <a:bodyPr wrap="square" rtlCol="0">
            <a:spAutoFit/>
          </a:bodyPr>
          <a:lstStyle/>
          <a:p>
            <a:r>
              <a:rPr lang="en-US" dirty="0">
                <a:solidFill>
                  <a:srgbClr val="FF0000"/>
                </a:solidFill>
              </a:rPr>
              <a:t>XX</a:t>
            </a:r>
          </a:p>
        </p:txBody>
      </p:sp>
      <p:sp>
        <p:nvSpPr>
          <p:cNvPr id="155" name="TextBox 154">
            <a:extLst>
              <a:ext uri="{FF2B5EF4-FFF2-40B4-BE49-F238E27FC236}">
                <a16:creationId xmlns:a16="http://schemas.microsoft.com/office/drawing/2014/main" id="{43F1BDC1-BBAD-EAFB-9661-335B3E0CA0AA}"/>
              </a:ext>
            </a:extLst>
          </p:cNvPr>
          <p:cNvSpPr txBox="1"/>
          <p:nvPr/>
        </p:nvSpPr>
        <p:spPr>
          <a:xfrm>
            <a:off x="4198362" y="2941842"/>
            <a:ext cx="508903" cy="369332"/>
          </a:xfrm>
          <a:prstGeom prst="rect">
            <a:avLst/>
          </a:prstGeom>
          <a:noFill/>
        </p:spPr>
        <p:txBody>
          <a:bodyPr wrap="square" rtlCol="0">
            <a:spAutoFit/>
          </a:bodyPr>
          <a:lstStyle/>
          <a:p>
            <a:r>
              <a:rPr lang="en-US" dirty="0">
                <a:solidFill>
                  <a:srgbClr val="FF0000"/>
                </a:solidFill>
              </a:rPr>
              <a:t>XX</a:t>
            </a:r>
          </a:p>
        </p:txBody>
      </p:sp>
      <p:sp>
        <p:nvSpPr>
          <p:cNvPr id="156" name="TextBox 155">
            <a:extLst>
              <a:ext uri="{FF2B5EF4-FFF2-40B4-BE49-F238E27FC236}">
                <a16:creationId xmlns:a16="http://schemas.microsoft.com/office/drawing/2014/main" id="{6C92604A-27E3-880F-28B0-ADBD56736F8C}"/>
              </a:ext>
            </a:extLst>
          </p:cNvPr>
          <p:cNvSpPr txBox="1"/>
          <p:nvPr/>
        </p:nvSpPr>
        <p:spPr>
          <a:xfrm>
            <a:off x="5164125" y="2937397"/>
            <a:ext cx="508903" cy="369332"/>
          </a:xfrm>
          <a:prstGeom prst="rect">
            <a:avLst/>
          </a:prstGeom>
          <a:noFill/>
        </p:spPr>
        <p:txBody>
          <a:bodyPr wrap="square" rtlCol="0">
            <a:spAutoFit/>
          </a:bodyPr>
          <a:lstStyle/>
          <a:p>
            <a:r>
              <a:rPr lang="en-US" dirty="0"/>
              <a:t>Q</a:t>
            </a:r>
          </a:p>
        </p:txBody>
      </p:sp>
      <p:sp>
        <p:nvSpPr>
          <p:cNvPr id="158" name="TextBox 157">
            <a:extLst>
              <a:ext uri="{FF2B5EF4-FFF2-40B4-BE49-F238E27FC236}">
                <a16:creationId xmlns:a16="http://schemas.microsoft.com/office/drawing/2014/main" id="{2749085F-EF70-1A44-8087-FD6437FDD62E}"/>
              </a:ext>
            </a:extLst>
          </p:cNvPr>
          <p:cNvSpPr txBox="1"/>
          <p:nvPr/>
        </p:nvSpPr>
        <p:spPr>
          <a:xfrm>
            <a:off x="5089974" y="3391638"/>
            <a:ext cx="508903" cy="369332"/>
          </a:xfrm>
          <a:prstGeom prst="rect">
            <a:avLst/>
          </a:prstGeom>
          <a:noFill/>
        </p:spPr>
        <p:txBody>
          <a:bodyPr wrap="square" rtlCol="0">
            <a:spAutoFit/>
          </a:bodyPr>
          <a:lstStyle/>
          <a:p>
            <a:r>
              <a:rPr lang="en-US" dirty="0">
                <a:solidFill>
                  <a:srgbClr val="FF0000"/>
                </a:solidFill>
              </a:rPr>
              <a:t>XX</a:t>
            </a:r>
          </a:p>
        </p:txBody>
      </p:sp>
      <p:sp>
        <p:nvSpPr>
          <p:cNvPr id="159" name="TextBox 158">
            <a:extLst>
              <a:ext uri="{FF2B5EF4-FFF2-40B4-BE49-F238E27FC236}">
                <a16:creationId xmlns:a16="http://schemas.microsoft.com/office/drawing/2014/main" id="{49B158B6-4642-3786-D6DE-7E5EFA3E475A}"/>
              </a:ext>
            </a:extLst>
          </p:cNvPr>
          <p:cNvSpPr txBox="1"/>
          <p:nvPr/>
        </p:nvSpPr>
        <p:spPr>
          <a:xfrm>
            <a:off x="4625530" y="3171083"/>
            <a:ext cx="508903" cy="369332"/>
          </a:xfrm>
          <a:prstGeom prst="rect">
            <a:avLst/>
          </a:prstGeom>
          <a:noFill/>
        </p:spPr>
        <p:txBody>
          <a:bodyPr wrap="square" rtlCol="0">
            <a:spAutoFit/>
          </a:bodyPr>
          <a:lstStyle/>
          <a:p>
            <a:r>
              <a:rPr lang="en-US" dirty="0">
                <a:solidFill>
                  <a:srgbClr val="FF0000"/>
                </a:solidFill>
              </a:rPr>
              <a:t>XX</a:t>
            </a:r>
          </a:p>
        </p:txBody>
      </p:sp>
      <p:pic>
        <p:nvPicPr>
          <p:cNvPr id="160" name="Picture 159">
            <a:extLst>
              <a:ext uri="{FF2B5EF4-FFF2-40B4-BE49-F238E27FC236}">
                <a16:creationId xmlns:a16="http://schemas.microsoft.com/office/drawing/2014/main" id="{D5295CA5-EE0E-4F1E-B33D-F2C9B71B63E5}"/>
              </a:ext>
            </a:extLst>
          </p:cNvPr>
          <p:cNvPicPr>
            <a:picLocks noChangeAspect="1"/>
          </p:cNvPicPr>
          <p:nvPr/>
        </p:nvPicPr>
        <p:blipFill>
          <a:blip r:embed="rId2"/>
          <a:srcRect l="22823" t="24659" r="60403" b="59857"/>
          <a:stretch/>
        </p:blipFill>
        <p:spPr>
          <a:xfrm>
            <a:off x="3510442" y="3992281"/>
            <a:ext cx="2045110" cy="1061884"/>
          </a:xfrm>
          <a:prstGeom prst="rect">
            <a:avLst/>
          </a:prstGeom>
        </p:spPr>
      </p:pic>
      <p:sp>
        <p:nvSpPr>
          <p:cNvPr id="161" name="TextBox 160">
            <a:extLst>
              <a:ext uri="{FF2B5EF4-FFF2-40B4-BE49-F238E27FC236}">
                <a16:creationId xmlns:a16="http://schemas.microsoft.com/office/drawing/2014/main" id="{92DA5399-1502-AD26-FFB3-11B7262971C6}"/>
              </a:ext>
            </a:extLst>
          </p:cNvPr>
          <p:cNvSpPr txBox="1"/>
          <p:nvPr/>
        </p:nvSpPr>
        <p:spPr>
          <a:xfrm>
            <a:off x="4080117" y="4018404"/>
            <a:ext cx="508903" cy="369332"/>
          </a:xfrm>
          <a:prstGeom prst="rect">
            <a:avLst/>
          </a:prstGeom>
          <a:noFill/>
        </p:spPr>
        <p:txBody>
          <a:bodyPr wrap="square" rtlCol="0">
            <a:spAutoFit/>
          </a:bodyPr>
          <a:lstStyle/>
          <a:p>
            <a:r>
              <a:rPr lang="en-US" dirty="0"/>
              <a:t>Q</a:t>
            </a:r>
          </a:p>
        </p:txBody>
      </p:sp>
      <p:sp>
        <p:nvSpPr>
          <p:cNvPr id="162" name="TextBox 161">
            <a:extLst>
              <a:ext uri="{FF2B5EF4-FFF2-40B4-BE49-F238E27FC236}">
                <a16:creationId xmlns:a16="http://schemas.microsoft.com/office/drawing/2014/main" id="{2A4C1A6D-6A1B-C03E-15AF-AEBF18F4FC64}"/>
              </a:ext>
            </a:extLst>
          </p:cNvPr>
          <p:cNvSpPr txBox="1"/>
          <p:nvPr/>
        </p:nvSpPr>
        <p:spPr>
          <a:xfrm>
            <a:off x="3605036" y="4046090"/>
            <a:ext cx="508903" cy="369332"/>
          </a:xfrm>
          <a:prstGeom prst="rect">
            <a:avLst/>
          </a:prstGeom>
          <a:noFill/>
        </p:spPr>
        <p:txBody>
          <a:bodyPr wrap="square" rtlCol="0">
            <a:spAutoFit/>
          </a:bodyPr>
          <a:lstStyle/>
          <a:p>
            <a:r>
              <a:rPr lang="en-US" dirty="0">
                <a:solidFill>
                  <a:srgbClr val="FF0000"/>
                </a:solidFill>
              </a:rPr>
              <a:t>XX</a:t>
            </a:r>
          </a:p>
        </p:txBody>
      </p:sp>
      <p:sp>
        <p:nvSpPr>
          <p:cNvPr id="163" name="TextBox 162">
            <a:extLst>
              <a:ext uri="{FF2B5EF4-FFF2-40B4-BE49-F238E27FC236}">
                <a16:creationId xmlns:a16="http://schemas.microsoft.com/office/drawing/2014/main" id="{2ECA0696-6333-84DC-0F36-5811CB35A5F4}"/>
              </a:ext>
            </a:extLst>
          </p:cNvPr>
          <p:cNvSpPr txBox="1"/>
          <p:nvPr/>
        </p:nvSpPr>
        <p:spPr>
          <a:xfrm>
            <a:off x="5003756" y="4039661"/>
            <a:ext cx="508903" cy="369332"/>
          </a:xfrm>
          <a:prstGeom prst="rect">
            <a:avLst/>
          </a:prstGeom>
          <a:noFill/>
        </p:spPr>
        <p:txBody>
          <a:bodyPr wrap="square" rtlCol="0">
            <a:spAutoFit/>
          </a:bodyPr>
          <a:lstStyle/>
          <a:p>
            <a:r>
              <a:rPr lang="en-US" dirty="0">
                <a:solidFill>
                  <a:srgbClr val="FF0000"/>
                </a:solidFill>
              </a:rPr>
              <a:t>XX</a:t>
            </a:r>
          </a:p>
        </p:txBody>
      </p:sp>
      <p:sp>
        <p:nvSpPr>
          <p:cNvPr id="164" name="TextBox 163">
            <a:extLst>
              <a:ext uri="{FF2B5EF4-FFF2-40B4-BE49-F238E27FC236}">
                <a16:creationId xmlns:a16="http://schemas.microsoft.com/office/drawing/2014/main" id="{2C35F6ED-85F5-49C3-BA4C-00A8AFCEF808}"/>
              </a:ext>
            </a:extLst>
          </p:cNvPr>
          <p:cNvSpPr txBox="1"/>
          <p:nvPr/>
        </p:nvSpPr>
        <p:spPr>
          <a:xfrm>
            <a:off x="4532997" y="4032030"/>
            <a:ext cx="508903" cy="369332"/>
          </a:xfrm>
          <a:prstGeom prst="rect">
            <a:avLst/>
          </a:prstGeom>
          <a:noFill/>
        </p:spPr>
        <p:txBody>
          <a:bodyPr wrap="square" rtlCol="0">
            <a:spAutoFit/>
          </a:bodyPr>
          <a:lstStyle/>
          <a:p>
            <a:r>
              <a:rPr lang="en-US" dirty="0">
                <a:solidFill>
                  <a:srgbClr val="FF0000"/>
                </a:solidFill>
              </a:rPr>
              <a:t>XX</a:t>
            </a:r>
          </a:p>
        </p:txBody>
      </p:sp>
      <p:sp>
        <p:nvSpPr>
          <p:cNvPr id="165" name="TextBox 164">
            <a:extLst>
              <a:ext uri="{FF2B5EF4-FFF2-40B4-BE49-F238E27FC236}">
                <a16:creationId xmlns:a16="http://schemas.microsoft.com/office/drawing/2014/main" id="{50FAB98E-FB0D-5614-4D62-25F753029B03}"/>
              </a:ext>
            </a:extLst>
          </p:cNvPr>
          <p:cNvSpPr txBox="1"/>
          <p:nvPr/>
        </p:nvSpPr>
        <p:spPr>
          <a:xfrm>
            <a:off x="3590284" y="4273773"/>
            <a:ext cx="508903" cy="369332"/>
          </a:xfrm>
          <a:prstGeom prst="rect">
            <a:avLst/>
          </a:prstGeom>
          <a:noFill/>
        </p:spPr>
        <p:txBody>
          <a:bodyPr wrap="square" rtlCol="0">
            <a:spAutoFit/>
          </a:bodyPr>
          <a:lstStyle/>
          <a:p>
            <a:r>
              <a:rPr lang="en-US" dirty="0">
                <a:solidFill>
                  <a:srgbClr val="FF0000"/>
                </a:solidFill>
              </a:rPr>
              <a:t>XX</a:t>
            </a:r>
          </a:p>
        </p:txBody>
      </p:sp>
      <p:sp>
        <p:nvSpPr>
          <p:cNvPr id="166" name="TextBox 165">
            <a:extLst>
              <a:ext uri="{FF2B5EF4-FFF2-40B4-BE49-F238E27FC236}">
                <a16:creationId xmlns:a16="http://schemas.microsoft.com/office/drawing/2014/main" id="{2F978F9C-3120-A6D5-27D4-E82D3E948B42}"/>
              </a:ext>
            </a:extLst>
          </p:cNvPr>
          <p:cNvSpPr txBox="1"/>
          <p:nvPr/>
        </p:nvSpPr>
        <p:spPr>
          <a:xfrm>
            <a:off x="4563382" y="4247490"/>
            <a:ext cx="508903" cy="369332"/>
          </a:xfrm>
          <a:prstGeom prst="rect">
            <a:avLst/>
          </a:prstGeom>
          <a:noFill/>
        </p:spPr>
        <p:txBody>
          <a:bodyPr wrap="square" rtlCol="0">
            <a:spAutoFit/>
          </a:bodyPr>
          <a:lstStyle/>
          <a:p>
            <a:r>
              <a:rPr lang="en-US" dirty="0">
                <a:solidFill>
                  <a:srgbClr val="FF0000"/>
                </a:solidFill>
              </a:rPr>
              <a:t>XX</a:t>
            </a:r>
          </a:p>
        </p:txBody>
      </p:sp>
      <p:sp>
        <p:nvSpPr>
          <p:cNvPr id="167" name="TextBox 166">
            <a:extLst>
              <a:ext uri="{FF2B5EF4-FFF2-40B4-BE49-F238E27FC236}">
                <a16:creationId xmlns:a16="http://schemas.microsoft.com/office/drawing/2014/main" id="{DCAEAE7D-D49F-1AB1-A9D2-1FA583D69721}"/>
              </a:ext>
            </a:extLst>
          </p:cNvPr>
          <p:cNvSpPr txBox="1"/>
          <p:nvPr/>
        </p:nvSpPr>
        <p:spPr>
          <a:xfrm>
            <a:off x="4984090" y="4472367"/>
            <a:ext cx="548233" cy="369332"/>
          </a:xfrm>
          <a:prstGeom prst="rect">
            <a:avLst/>
          </a:prstGeom>
          <a:noFill/>
        </p:spPr>
        <p:txBody>
          <a:bodyPr wrap="square" rtlCol="0">
            <a:spAutoFit/>
          </a:bodyPr>
          <a:lstStyle/>
          <a:p>
            <a:r>
              <a:rPr lang="en-US" dirty="0">
                <a:solidFill>
                  <a:srgbClr val="FF0000"/>
                </a:solidFill>
              </a:rPr>
              <a:t>XX</a:t>
            </a:r>
          </a:p>
        </p:txBody>
      </p:sp>
      <p:sp>
        <p:nvSpPr>
          <p:cNvPr id="168" name="TextBox 167">
            <a:extLst>
              <a:ext uri="{FF2B5EF4-FFF2-40B4-BE49-F238E27FC236}">
                <a16:creationId xmlns:a16="http://schemas.microsoft.com/office/drawing/2014/main" id="{4F811A47-E6A1-C930-DFC0-16413A2B41E8}"/>
              </a:ext>
            </a:extLst>
          </p:cNvPr>
          <p:cNvSpPr txBox="1"/>
          <p:nvPr/>
        </p:nvSpPr>
        <p:spPr>
          <a:xfrm>
            <a:off x="4060293" y="4676067"/>
            <a:ext cx="508903" cy="369332"/>
          </a:xfrm>
          <a:prstGeom prst="rect">
            <a:avLst/>
          </a:prstGeom>
          <a:noFill/>
        </p:spPr>
        <p:txBody>
          <a:bodyPr wrap="square" rtlCol="0">
            <a:spAutoFit/>
          </a:bodyPr>
          <a:lstStyle/>
          <a:p>
            <a:r>
              <a:rPr lang="en-US" dirty="0">
                <a:solidFill>
                  <a:srgbClr val="FF0000"/>
                </a:solidFill>
              </a:rPr>
              <a:t>XX</a:t>
            </a:r>
          </a:p>
        </p:txBody>
      </p:sp>
      <p:sp>
        <p:nvSpPr>
          <p:cNvPr id="169" name="TextBox 168">
            <a:extLst>
              <a:ext uri="{FF2B5EF4-FFF2-40B4-BE49-F238E27FC236}">
                <a16:creationId xmlns:a16="http://schemas.microsoft.com/office/drawing/2014/main" id="{71C92B44-EC8E-D371-9BA4-5660D5C575C9}"/>
              </a:ext>
            </a:extLst>
          </p:cNvPr>
          <p:cNvSpPr txBox="1"/>
          <p:nvPr/>
        </p:nvSpPr>
        <p:spPr>
          <a:xfrm>
            <a:off x="4060294" y="4479998"/>
            <a:ext cx="508903" cy="369332"/>
          </a:xfrm>
          <a:prstGeom prst="rect">
            <a:avLst/>
          </a:prstGeom>
          <a:noFill/>
        </p:spPr>
        <p:txBody>
          <a:bodyPr wrap="square" rtlCol="0">
            <a:spAutoFit/>
          </a:bodyPr>
          <a:lstStyle/>
          <a:p>
            <a:r>
              <a:rPr lang="en-US" dirty="0">
                <a:solidFill>
                  <a:srgbClr val="FF0000"/>
                </a:solidFill>
              </a:rPr>
              <a:t>XX</a:t>
            </a:r>
          </a:p>
        </p:txBody>
      </p:sp>
      <p:sp>
        <p:nvSpPr>
          <p:cNvPr id="170" name="TextBox 169">
            <a:extLst>
              <a:ext uri="{FF2B5EF4-FFF2-40B4-BE49-F238E27FC236}">
                <a16:creationId xmlns:a16="http://schemas.microsoft.com/office/drawing/2014/main" id="{07EE503E-4C10-8EC4-6B06-83589CE83073}"/>
              </a:ext>
            </a:extLst>
          </p:cNvPr>
          <p:cNvSpPr txBox="1"/>
          <p:nvPr/>
        </p:nvSpPr>
        <p:spPr>
          <a:xfrm>
            <a:off x="4080117" y="4255684"/>
            <a:ext cx="508903" cy="369332"/>
          </a:xfrm>
          <a:prstGeom prst="rect">
            <a:avLst/>
          </a:prstGeom>
          <a:noFill/>
        </p:spPr>
        <p:txBody>
          <a:bodyPr wrap="square" rtlCol="0">
            <a:spAutoFit/>
          </a:bodyPr>
          <a:lstStyle/>
          <a:p>
            <a:r>
              <a:rPr lang="en-US" dirty="0">
                <a:solidFill>
                  <a:srgbClr val="FF0000"/>
                </a:solidFill>
              </a:rPr>
              <a:t>XX</a:t>
            </a:r>
          </a:p>
        </p:txBody>
      </p:sp>
      <p:sp>
        <p:nvSpPr>
          <p:cNvPr id="171" name="TextBox 170">
            <a:extLst>
              <a:ext uri="{FF2B5EF4-FFF2-40B4-BE49-F238E27FC236}">
                <a16:creationId xmlns:a16="http://schemas.microsoft.com/office/drawing/2014/main" id="{481EAE23-5207-427A-DF59-0C3264C468E0}"/>
              </a:ext>
            </a:extLst>
          </p:cNvPr>
          <p:cNvSpPr txBox="1"/>
          <p:nvPr/>
        </p:nvSpPr>
        <p:spPr>
          <a:xfrm>
            <a:off x="5045880" y="4251239"/>
            <a:ext cx="508903" cy="369332"/>
          </a:xfrm>
          <a:prstGeom prst="rect">
            <a:avLst/>
          </a:prstGeom>
          <a:noFill/>
        </p:spPr>
        <p:txBody>
          <a:bodyPr wrap="square" rtlCol="0">
            <a:spAutoFit/>
          </a:bodyPr>
          <a:lstStyle/>
          <a:p>
            <a:r>
              <a:rPr lang="en-US" dirty="0"/>
              <a:t>Q</a:t>
            </a:r>
          </a:p>
        </p:txBody>
      </p:sp>
      <p:sp>
        <p:nvSpPr>
          <p:cNvPr id="172" name="TextBox 171">
            <a:extLst>
              <a:ext uri="{FF2B5EF4-FFF2-40B4-BE49-F238E27FC236}">
                <a16:creationId xmlns:a16="http://schemas.microsoft.com/office/drawing/2014/main" id="{82F30661-8B3E-7189-F7D5-5EB95CB2AEB7}"/>
              </a:ext>
            </a:extLst>
          </p:cNvPr>
          <p:cNvSpPr txBox="1"/>
          <p:nvPr/>
        </p:nvSpPr>
        <p:spPr>
          <a:xfrm>
            <a:off x="4971729" y="4705480"/>
            <a:ext cx="508903" cy="369332"/>
          </a:xfrm>
          <a:prstGeom prst="rect">
            <a:avLst/>
          </a:prstGeom>
          <a:noFill/>
        </p:spPr>
        <p:txBody>
          <a:bodyPr wrap="square" rtlCol="0">
            <a:spAutoFit/>
          </a:bodyPr>
          <a:lstStyle/>
          <a:p>
            <a:r>
              <a:rPr lang="en-US" dirty="0">
                <a:solidFill>
                  <a:srgbClr val="FF0000"/>
                </a:solidFill>
              </a:rPr>
              <a:t>XX</a:t>
            </a:r>
          </a:p>
        </p:txBody>
      </p:sp>
      <p:sp>
        <p:nvSpPr>
          <p:cNvPr id="173" name="TextBox 172">
            <a:extLst>
              <a:ext uri="{FF2B5EF4-FFF2-40B4-BE49-F238E27FC236}">
                <a16:creationId xmlns:a16="http://schemas.microsoft.com/office/drawing/2014/main" id="{FFD6492F-E102-81F4-AE3C-281CCE3663D8}"/>
              </a:ext>
            </a:extLst>
          </p:cNvPr>
          <p:cNvSpPr txBox="1"/>
          <p:nvPr/>
        </p:nvSpPr>
        <p:spPr>
          <a:xfrm>
            <a:off x="4507285" y="4484925"/>
            <a:ext cx="508903" cy="369332"/>
          </a:xfrm>
          <a:prstGeom prst="rect">
            <a:avLst/>
          </a:prstGeom>
          <a:noFill/>
        </p:spPr>
        <p:txBody>
          <a:bodyPr wrap="square" rtlCol="0">
            <a:spAutoFit/>
          </a:bodyPr>
          <a:lstStyle/>
          <a:p>
            <a:r>
              <a:rPr lang="en-US" dirty="0">
                <a:solidFill>
                  <a:srgbClr val="FF0000"/>
                </a:solidFill>
              </a:rPr>
              <a:t>XX</a:t>
            </a:r>
          </a:p>
        </p:txBody>
      </p:sp>
      <p:sp>
        <p:nvSpPr>
          <p:cNvPr id="174" name="TextBox 173">
            <a:extLst>
              <a:ext uri="{FF2B5EF4-FFF2-40B4-BE49-F238E27FC236}">
                <a16:creationId xmlns:a16="http://schemas.microsoft.com/office/drawing/2014/main" id="{670B13B0-E729-AC69-336D-A71278327DBB}"/>
              </a:ext>
            </a:extLst>
          </p:cNvPr>
          <p:cNvSpPr txBox="1"/>
          <p:nvPr/>
        </p:nvSpPr>
        <p:spPr>
          <a:xfrm>
            <a:off x="3628687" y="4462067"/>
            <a:ext cx="508903" cy="369332"/>
          </a:xfrm>
          <a:prstGeom prst="rect">
            <a:avLst/>
          </a:prstGeom>
          <a:noFill/>
        </p:spPr>
        <p:txBody>
          <a:bodyPr wrap="square" rtlCol="0">
            <a:spAutoFit/>
          </a:bodyPr>
          <a:lstStyle/>
          <a:p>
            <a:r>
              <a:rPr lang="en-US" dirty="0"/>
              <a:t>Q</a:t>
            </a:r>
          </a:p>
        </p:txBody>
      </p:sp>
      <p:sp>
        <p:nvSpPr>
          <p:cNvPr id="175" name="TextBox 174">
            <a:extLst>
              <a:ext uri="{FF2B5EF4-FFF2-40B4-BE49-F238E27FC236}">
                <a16:creationId xmlns:a16="http://schemas.microsoft.com/office/drawing/2014/main" id="{026402DA-22B2-2D70-5177-229079F9E3AB}"/>
              </a:ext>
            </a:extLst>
          </p:cNvPr>
          <p:cNvSpPr txBox="1"/>
          <p:nvPr/>
        </p:nvSpPr>
        <p:spPr>
          <a:xfrm>
            <a:off x="3579398" y="4691646"/>
            <a:ext cx="508903" cy="369332"/>
          </a:xfrm>
          <a:prstGeom prst="rect">
            <a:avLst/>
          </a:prstGeom>
          <a:noFill/>
        </p:spPr>
        <p:txBody>
          <a:bodyPr wrap="square" rtlCol="0">
            <a:spAutoFit/>
          </a:bodyPr>
          <a:lstStyle/>
          <a:p>
            <a:r>
              <a:rPr lang="en-US" dirty="0">
                <a:solidFill>
                  <a:srgbClr val="FF0000"/>
                </a:solidFill>
              </a:rPr>
              <a:t>XX</a:t>
            </a:r>
          </a:p>
        </p:txBody>
      </p:sp>
      <p:pic>
        <p:nvPicPr>
          <p:cNvPr id="176" name="Picture 175">
            <a:extLst>
              <a:ext uri="{FF2B5EF4-FFF2-40B4-BE49-F238E27FC236}">
                <a16:creationId xmlns:a16="http://schemas.microsoft.com/office/drawing/2014/main" id="{4DF53359-2CE9-18A0-AB40-EED9F64D2FE4}"/>
              </a:ext>
            </a:extLst>
          </p:cNvPr>
          <p:cNvPicPr>
            <a:picLocks noChangeAspect="1"/>
          </p:cNvPicPr>
          <p:nvPr/>
        </p:nvPicPr>
        <p:blipFill>
          <a:blip r:embed="rId2"/>
          <a:srcRect l="22823" t="24659" r="60403" b="59857"/>
          <a:stretch/>
        </p:blipFill>
        <p:spPr>
          <a:xfrm>
            <a:off x="3520600" y="5335657"/>
            <a:ext cx="2045110" cy="1061884"/>
          </a:xfrm>
          <a:prstGeom prst="rect">
            <a:avLst/>
          </a:prstGeom>
        </p:spPr>
      </p:pic>
      <p:sp>
        <p:nvSpPr>
          <p:cNvPr id="177" name="TextBox 176">
            <a:extLst>
              <a:ext uri="{FF2B5EF4-FFF2-40B4-BE49-F238E27FC236}">
                <a16:creationId xmlns:a16="http://schemas.microsoft.com/office/drawing/2014/main" id="{DD84F352-A25F-7927-DE70-95C0F677A818}"/>
              </a:ext>
            </a:extLst>
          </p:cNvPr>
          <p:cNvSpPr txBox="1"/>
          <p:nvPr/>
        </p:nvSpPr>
        <p:spPr>
          <a:xfrm>
            <a:off x="4090275" y="5361780"/>
            <a:ext cx="508903" cy="369332"/>
          </a:xfrm>
          <a:prstGeom prst="rect">
            <a:avLst/>
          </a:prstGeom>
          <a:noFill/>
        </p:spPr>
        <p:txBody>
          <a:bodyPr wrap="square" rtlCol="0">
            <a:spAutoFit/>
          </a:bodyPr>
          <a:lstStyle/>
          <a:p>
            <a:r>
              <a:rPr lang="en-US" dirty="0"/>
              <a:t>Q</a:t>
            </a:r>
          </a:p>
        </p:txBody>
      </p:sp>
      <p:sp>
        <p:nvSpPr>
          <p:cNvPr id="178" name="TextBox 177">
            <a:extLst>
              <a:ext uri="{FF2B5EF4-FFF2-40B4-BE49-F238E27FC236}">
                <a16:creationId xmlns:a16="http://schemas.microsoft.com/office/drawing/2014/main" id="{86CAD27E-857C-6338-629C-C2F27FD036B0}"/>
              </a:ext>
            </a:extLst>
          </p:cNvPr>
          <p:cNvSpPr txBox="1"/>
          <p:nvPr/>
        </p:nvSpPr>
        <p:spPr>
          <a:xfrm>
            <a:off x="3615194" y="5389466"/>
            <a:ext cx="508903" cy="369332"/>
          </a:xfrm>
          <a:prstGeom prst="rect">
            <a:avLst/>
          </a:prstGeom>
          <a:noFill/>
        </p:spPr>
        <p:txBody>
          <a:bodyPr wrap="square" rtlCol="0">
            <a:spAutoFit/>
          </a:bodyPr>
          <a:lstStyle/>
          <a:p>
            <a:r>
              <a:rPr lang="en-US" dirty="0">
                <a:solidFill>
                  <a:srgbClr val="FF0000"/>
                </a:solidFill>
              </a:rPr>
              <a:t>XX</a:t>
            </a:r>
          </a:p>
        </p:txBody>
      </p:sp>
      <p:sp>
        <p:nvSpPr>
          <p:cNvPr id="179" name="TextBox 178">
            <a:extLst>
              <a:ext uri="{FF2B5EF4-FFF2-40B4-BE49-F238E27FC236}">
                <a16:creationId xmlns:a16="http://schemas.microsoft.com/office/drawing/2014/main" id="{2F7F6849-19D3-11D8-6685-CE4590672ABD}"/>
              </a:ext>
            </a:extLst>
          </p:cNvPr>
          <p:cNvSpPr txBox="1"/>
          <p:nvPr/>
        </p:nvSpPr>
        <p:spPr>
          <a:xfrm>
            <a:off x="5013914" y="5383037"/>
            <a:ext cx="508903" cy="369332"/>
          </a:xfrm>
          <a:prstGeom prst="rect">
            <a:avLst/>
          </a:prstGeom>
          <a:noFill/>
        </p:spPr>
        <p:txBody>
          <a:bodyPr wrap="square" rtlCol="0">
            <a:spAutoFit/>
          </a:bodyPr>
          <a:lstStyle/>
          <a:p>
            <a:r>
              <a:rPr lang="en-US" dirty="0">
                <a:solidFill>
                  <a:srgbClr val="FF0000"/>
                </a:solidFill>
              </a:rPr>
              <a:t>XX</a:t>
            </a:r>
          </a:p>
        </p:txBody>
      </p:sp>
      <p:sp>
        <p:nvSpPr>
          <p:cNvPr id="180" name="TextBox 179">
            <a:extLst>
              <a:ext uri="{FF2B5EF4-FFF2-40B4-BE49-F238E27FC236}">
                <a16:creationId xmlns:a16="http://schemas.microsoft.com/office/drawing/2014/main" id="{A9353A9E-506C-7642-0B60-E5246086E97E}"/>
              </a:ext>
            </a:extLst>
          </p:cNvPr>
          <p:cNvSpPr txBox="1"/>
          <p:nvPr/>
        </p:nvSpPr>
        <p:spPr>
          <a:xfrm>
            <a:off x="4543155" y="5375406"/>
            <a:ext cx="508903" cy="369332"/>
          </a:xfrm>
          <a:prstGeom prst="rect">
            <a:avLst/>
          </a:prstGeom>
          <a:noFill/>
        </p:spPr>
        <p:txBody>
          <a:bodyPr wrap="square" rtlCol="0">
            <a:spAutoFit/>
          </a:bodyPr>
          <a:lstStyle/>
          <a:p>
            <a:r>
              <a:rPr lang="en-US" dirty="0">
                <a:solidFill>
                  <a:srgbClr val="FF0000"/>
                </a:solidFill>
              </a:rPr>
              <a:t>XX</a:t>
            </a:r>
          </a:p>
        </p:txBody>
      </p:sp>
      <p:sp>
        <p:nvSpPr>
          <p:cNvPr id="181" name="TextBox 180">
            <a:extLst>
              <a:ext uri="{FF2B5EF4-FFF2-40B4-BE49-F238E27FC236}">
                <a16:creationId xmlns:a16="http://schemas.microsoft.com/office/drawing/2014/main" id="{081A7134-3575-4591-05B4-E2B22EABFF18}"/>
              </a:ext>
            </a:extLst>
          </p:cNvPr>
          <p:cNvSpPr txBox="1"/>
          <p:nvPr/>
        </p:nvSpPr>
        <p:spPr>
          <a:xfrm>
            <a:off x="3600442" y="5617149"/>
            <a:ext cx="508903" cy="369332"/>
          </a:xfrm>
          <a:prstGeom prst="rect">
            <a:avLst/>
          </a:prstGeom>
          <a:noFill/>
        </p:spPr>
        <p:txBody>
          <a:bodyPr wrap="square" rtlCol="0">
            <a:spAutoFit/>
          </a:bodyPr>
          <a:lstStyle/>
          <a:p>
            <a:r>
              <a:rPr lang="en-US" dirty="0">
                <a:solidFill>
                  <a:srgbClr val="FF0000"/>
                </a:solidFill>
              </a:rPr>
              <a:t>XX</a:t>
            </a:r>
          </a:p>
        </p:txBody>
      </p:sp>
      <p:sp>
        <p:nvSpPr>
          <p:cNvPr id="182" name="TextBox 181">
            <a:extLst>
              <a:ext uri="{FF2B5EF4-FFF2-40B4-BE49-F238E27FC236}">
                <a16:creationId xmlns:a16="http://schemas.microsoft.com/office/drawing/2014/main" id="{A6092C19-59B9-53CF-B7B8-F81409102DB9}"/>
              </a:ext>
            </a:extLst>
          </p:cNvPr>
          <p:cNvSpPr txBox="1"/>
          <p:nvPr/>
        </p:nvSpPr>
        <p:spPr>
          <a:xfrm>
            <a:off x="4573540" y="5590866"/>
            <a:ext cx="508903" cy="369332"/>
          </a:xfrm>
          <a:prstGeom prst="rect">
            <a:avLst/>
          </a:prstGeom>
          <a:noFill/>
        </p:spPr>
        <p:txBody>
          <a:bodyPr wrap="square" rtlCol="0">
            <a:spAutoFit/>
          </a:bodyPr>
          <a:lstStyle/>
          <a:p>
            <a:r>
              <a:rPr lang="en-US" dirty="0">
                <a:solidFill>
                  <a:srgbClr val="FF0000"/>
                </a:solidFill>
              </a:rPr>
              <a:t>XX</a:t>
            </a:r>
          </a:p>
        </p:txBody>
      </p:sp>
      <p:sp>
        <p:nvSpPr>
          <p:cNvPr id="183" name="TextBox 182">
            <a:extLst>
              <a:ext uri="{FF2B5EF4-FFF2-40B4-BE49-F238E27FC236}">
                <a16:creationId xmlns:a16="http://schemas.microsoft.com/office/drawing/2014/main" id="{011812DC-751D-4300-9584-F6DADB854AEB}"/>
              </a:ext>
            </a:extLst>
          </p:cNvPr>
          <p:cNvSpPr txBox="1"/>
          <p:nvPr/>
        </p:nvSpPr>
        <p:spPr>
          <a:xfrm>
            <a:off x="4994248" y="5815743"/>
            <a:ext cx="548233" cy="369332"/>
          </a:xfrm>
          <a:prstGeom prst="rect">
            <a:avLst/>
          </a:prstGeom>
          <a:noFill/>
        </p:spPr>
        <p:txBody>
          <a:bodyPr wrap="square" rtlCol="0">
            <a:spAutoFit/>
          </a:bodyPr>
          <a:lstStyle/>
          <a:p>
            <a:r>
              <a:rPr lang="en-US" dirty="0">
                <a:solidFill>
                  <a:srgbClr val="FF0000"/>
                </a:solidFill>
              </a:rPr>
              <a:t>XX</a:t>
            </a:r>
          </a:p>
        </p:txBody>
      </p:sp>
      <p:sp>
        <p:nvSpPr>
          <p:cNvPr id="184" name="TextBox 183">
            <a:extLst>
              <a:ext uri="{FF2B5EF4-FFF2-40B4-BE49-F238E27FC236}">
                <a16:creationId xmlns:a16="http://schemas.microsoft.com/office/drawing/2014/main" id="{7E54CB24-CA61-CC1C-B04D-402AFA6EF662}"/>
              </a:ext>
            </a:extLst>
          </p:cNvPr>
          <p:cNvSpPr txBox="1"/>
          <p:nvPr/>
        </p:nvSpPr>
        <p:spPr>
          <a:xfrm>
            <a:off x="4070451" y="6019443"/>
            <a:ext cx="508903" cy="369332"/>
          </a:xfrm>
          <a:prstGeom prst="rect">
            <a:avLst/>
          </a:prstGeom>
          <a:noFill/>
        </p:spPr>
        <p:txBody>
          <a:bodyPr wrap="square" rtlCol="0">
            <a:spAutoFit/>
          </a:bodyPr>
          <a:lstStyle/>
          <a:p>
            <a:r>
              <a:rPr lang="en-US" dirty="0">
                <a:solidFill>
                  <a:srgbClr val="FF0000"/>
                </a:solidFill>
              </a:rPr>
              <a:t>XX</a:t>
            </a:r>
          </a:p>
        </p:txBody>
      </p:sp>
      <p:sp>
        <p:nvSpPr>
          <p:cNvPr id="185" name="TextBox 184">
            <a:extLst>
              <a:ext uri="{FF2B5EF4-FFF2-40B4-BE49-F238E27FC236}">
                <a16:creationId xmlns:a16="http://schemas.microsoft.com/office/drawing/2014/main" id="{7E146014-455F-C91F-8F6D-CBFBB64EF4C0}"/>
              </a:ext>
            </a:extLst>
          </p:cNvPr>
          <p:cNvSpPr txBox="1"/>
          <p:nvPr/>
        </p:nvSpPr>
        <p:spPr>
          <a:xfrm>
            <a:off x="4070452" y="5823374"/>
            <a:ext cx="508903" cy="369332"/>
          </a:xfrm>
          <a:prstGeom prst="rect">
            <a:avLst/>
          </a:prstGeom>
          <a:noFill/>
        </p:spPr>
        <p:txBody>
          <a:bodyPr wrap="square" rtlCol="0">
            <a:spAutoFit/>
          </a:bodyPr>
          <a:lstStyle/>
          <a:p>
            <a:r>
              <a:rPr lang="en-US" dirty="0">
                <a:solidFill>
                  <a:srgbClr val="FF0000"/>
                </a:solidFill>
              </a:rPr>
              <a:t>XX</a:t>
            </a:r>
          </a:p>
        </p:txBody>
      </p:sp>
      <p:sp>
        <p:nvSpPr>
          <p:cNvPr id="186" name="TextBox 185">
            <a:extLst>
              <a:ext uri="{FF2B5EF4-FFF2-40B4-BE49-F238E27FC236}">
                <a16:creationId xmlns:a16="http://schemas.microsoft.com/office/drawing/2014/main" id="{6AFC2AE0-300B-1078-D58E-3E1108E1CC71}"/>
              </a:ext>
            </a:extLst>
          </p:cNvPr>
          <p:cNvSpPr txBox="1"/>
          <p:nvPr/>
        </p:nvSpPr>
        <p:spPr>
          <a:xfrm>
            <a:off x="4090275" y="5599060"/>
            <a:ext cx="508903" cy="369332"/>
          </a:xfrm>
          <a:prstGeom prst="rect">
            <a:avLst/>
          </a:prstGeom>
          <a:noFill/>
        </p:spPr>
        <p:txBody>
          <a:bodyPr wrap="square" rtlCol="0">
            <a:spAutoFit/>
          </a:bodyPr>
          <a:lstStyle/>
          <a:p>
            <a:r>
              <a:rPr lang="en-US" dirty="0">
                <a:solidFill>
                  <a:srgbClr val="FF0000"/>
                </a:solidFill>
              </a:rPr>
              <a:t>XX</a:t>
            </a:r>
          </a:p>
        </p:txBody>
      </p:sp>
      <p:sp>
        <p:nvSpPr>
          <p:cNvPr id="187" name="TextBox 186">
            <a:extLst>
              <a:ext uri="{FF2B5EF4-FFF2-40B4-BE49-F238E27FC236}">
                <a16:creationId xmlns:a16="http://schemas.microsoft.com/office/drawing/2014/main" id="{24794440-B41B-B696-912A-AE781C5D89EE}"/>
              </a:ext>
            </a:extLst>
          </p:cNvPr>
          <p:cNvSpPr txBox="1"/>
          <p:nvPr/>
        </p:nvSpPr>
        <p:spPr>
          <a:xfrm>
            <a:off x="5056038" y="5594615"/>
            <a:ext cx="508903" cy="369332"/>
          </a:xfrm>
          <a:prstGeom prst="rect">
            <a:avLst/>
          </a:prstGeom>
          <a:noFill/>
        </p:spPr>
        <p:txBody>
          <a:bodyPr wrap="square" rtlCol="0">
            <a:spAutoFit/>
          </a:bodyPr>
          <a:lstStyle/>
          <a:p>
            <a:r>
              <a:rPr lang="en-US" dirty="0"/>
              <a:t>Q</a:t>
            </a:r>
          </a:p>
        </p:txBody>
      </p:sp>
      <p:sp>
        <p:nvSpPr>
          <p:cNvPr id="188" name="TextBox 187">
            <a:extLst>
              <a:ext uri="{FF2B5EF4-FFF2-40B4-BE49-F238E27FC236}">
                <a16:creationId xmlns:a16="http://schemas.microsoft.com/office/drawing/2014/main" id="{07B95F5D-4234-AAC5-DC95-CF2CAE564A88}"/>
              </a:ext>
            </a:extLst>
          </p:cNvPr>
          <p:cNvSpPr txBox="1"/>
          <p:nvPr/>
        </p:nvSpPr>
        <p:spPr>
          <a:xfrm>
            <a:off x="4981887" y="6048856"/>
            <a:ext cx="508903" cy="369332"/>
          </a:xfrm>
          <a:prstGeom prst="rect">
            <a:avLst/>
          </a:prstGeom>
          <a:noFill/>
        </p:spPr>
        <p:txBody>
          <a:bodyPr wrap="square" rtlCol="0">
            <a:spAutoFit/>
          </a:bodyPr>
          <a:lstStyle/>
          <a:p>
            <a:r>
              <a:rPr lang="en-US" dirty="0">
                <a:solidFill>
                  <a:srgbClr val="FF0000"/>
                </a:solidFill>
              </a:rPr>
              <a:t>XX</a:t>
            </a:r>
          </a:p>
        </p:txBody>
      </p:sp>
      <p:sp>
        <p:nvSpPr>
          <p:cNvPr id="189" name="TextBox 188">
            <a:extLst>
              <a:ext uri="{FF2B5EF4-FFF2-40B4-BE49-F238E27FC236}">
                <a16:creationId xmlns:a16="http://schemas.microsoft.com/office/drawing/2014/main" id="{EA293167-3958-C5E7-A420-75415BF42E03}"/>
              </a:ext>
            </a:extLst>
          </p:cNvPr>
          <p:cNvSpPr txBox="1"/>
          <p:nvPr/>
        </p:nvSpPr>
        <p:spPr>
          <a:xfrm>
            <a:off x="4517443" y="5828301"/>
            <a:ext cx="508903" cy="369332"/>
          </a:xfrm>
          <a:prstGeom prst="rect">
            <a:avLst/>
          </a:prstGeom>
          <a:noFill/>
        </p:spPr>
        <p:txBody>
          <a:bodyPr wrap="square" rtlCol="0">
            <a:spAutoFit/>
          </a:bodyPr>
          <a:lstStyle/>
          <a:p>
            <a:r>
              <a:rPr lang="en-US" dirty="0">
                <a:solidFill>
                  <a:srgbClr val="FF0000"/>
                </a:solidFill>
              </a:rPr>
              <a:t>XX</a:t>
            </a:r>
          </a:p>
        </p:txBody>
      </p:sp>
      <p:sp>
        <p:nvSpPr>
          <p:cNvPr id="190" name="TextBox 189">
            <a:extLst>
              <a:ext uri="{FF2B5EF4-FFF2-40B4-BE49-F238E27FC236}">
                <a16:creationId xmlns:a16="http://schemas.microsoft.com/office/drawing/2014/main" id="{33D2BA20-6110-B69E-FA53-B78ED61A9C1E}"/>
              </a:ext>
            </a:extLst>
          </p:cNvPr>
          <p:cNvSpPr txBox="1"/>
          <p:nvPr/>
        </p:nvSpPr>
        <p:spPr>
          <a:xfrm>
            <a:off x="3638845" y="5805443"/>
            <a:ext cx="508903" cy="369332"/>
          </a:xfrm>
          <a:prstGeom prst="rect">
            <a:avLst/>
          </a:prstGeom>
          <a:noFill/>
        </p:spPr>
        <p:txBody>
          <a:bodyPr wrap="square" rtlCol="0">
            <a:spAutoFit/>
          </a:bodyPr>
          <a:lstStyle/>
          <a:p>
            <a:r>
              <a:rPr lang="en-US" dirty="0"/>
              <a:t>Q</a:t>
            </a:r>
          </a:p>
        </p:txBody>
      </p:sp>
      <p:sp>
        <p:nvSpPr>
          <p:cNvPr id="191" name="TextBox 190">
            <a:extLst>
              <a:ext uri="{FF2B5EF4-FFF2-40B4-BE49-F238E27FC236}">
                <a16:creationId xmlns:a16="http://schemas.microsoft.com/office/drawing/2014/main" id="{E65D5375-9CD9-5157-5514-46D53FF3B3D3}"/>
              </a:ext>
            </a:extLst>
          </p:cNvPr>
          <p:cNvSpPr txBox="1"/>
          <p:nvPr/>
        </p:nvSpPr>
        <p:spPr>
          <a:xfrm>
            <a:off x="3589556" y="6035022"/>
            <a:ext cx="508903" cy="369332"/>
          </a:xfrm>
          <a:prstGeom prst="rect">
            <a:avLst/>
          </a:prstGeom>
          <a:noFill/>
        </p:spPr>
        <p:txBody>
          <a:bodyPr wrap="square" rtlCol="0">
            <a:spAutoFit/>
          </a:bodyPr>
          <a:lstStyle/>
          <a:p>
            <a:r>
              <a:rPr lang="en-US" dirty="0">
                <a:solidFill>
                  <a:srgbClr val="FF0000"/>
                </a:solidFill>
              </a:rPr>
              <a:t>XX</a:t>
            </a:r>
          </a:p>
        </p:txBody>
      </p:sp>
      <p:sp>
        <p:nvSpPr>
          <p:cNvPr id="192" name="TextBox 191">
            <a:extLst>
              <a:ext uri="{FF2B5EF4-FFF2-40B4-BE49-F238E27FC236}">
                <a16:creationId xmlns:a16="http://schemas.microsoft.com/office/drawing/2014/main" id="{3AE51079-6600-3754-3F21-9BE9AA8D22E6}"/>
              </a:ext>
            </a:extLst>
          </p:cNvPr>
          <p:cNvSpPr txBox="1"/>
          <p:nvPr/>
        </p:nvSpPr>
        <p:spPr>
          <a:xfrm>
            <a:off x="4581071" y="6032150"/>
            <a:ext cx="508903" cy="369332"/>
          </a:xfrm>
          <a:prstGeom prst="rect">
            <a:avLst/>
          </a:prstGeom>
          <a:noFill/>
        </p:spPr>
        <p:txBody>
          <a:bodyPr wrap="square" rtlCol="0">
            <a:spAutoFit/>
          </a:bodyPr>
          <a:lstStyle/>
          <a:p>
            <a:r>
              <a:rPr lang="en-US" dirty="0"/>
              <a:t>Q</a:t>
            </a:r>
          </a:p>
        </p:txBody>
      </p:sp>
      <p:pic>
        <p:nvPicPr>
          <p:cNvPr id="202" name="Picture 201">
            <a:extLst>
              <a:ext uri="{FF2B5EF4-FFF2-40B4-BE49-F238E27FC236}">
                <a16:creationId xmlns:a16="http://schemas.microsoft.com/office/drawing/2014/main" id="{9752341B-928D-209E-9C03-6A984FCBD240}"/>
              </a:ext>
            </a:extLst>
          </p:cNvPr>
          <p:cNvPicPr>
            <a:picLocks noChangeAspect="1"/>
          </p:cNvPicPr>
          <p:nvPr/>
        </p:nvPicPr>
        <p:blipFill>
          <a:blip r:embed="rId2"/>
          <a:srcRect l="22823" t="24659" r="60403" b="59857"/>
          <a:stretch/>
        </p:blipFill>
        <p:spPr>
          <a:xfrm>
            <a:off x="6556909" y="1270010"/>
            <a:ext cx="2045110" cy="1061884"/>
          </a:xfrm>
          <a:prstGeom prst="rect">
            <a:avLst/>
          </a:prstGeom>
        </p:spPr>
      </p:pic>
      <p:sp>
        <p:nvSpPr>
          <p:cNvPr id="203" name="TextBox 202">
            <a:extLst>
              <a:ext uri="{FF2B5EF4-FFF2-40B4-BE49-F238E27FC236}">
                <a16:creationId xmlns:a16="http://schemas.microsoft.com/office/drawing/2014/main" id="{6F9F4138-B3D4-372C-ECEC-7CC8DA216C78}"/>
              </a:ext>
            </a:extLst>
          </p:cNvPr>
          <p:cNvSpPr txBox="1"/>
          <p:nvPr/>
        </p:nvSpPr>
        <p:spPr>
          <a:xfrm>
            <a:off x="7628029" y="1295744"/>
            <a:ext cx="508903" cy="369332"/>
          </a:xfrm>
          <a:prstGeom prst="rect">
            <a:avLst/>
          </a:prstGeom>
          <a:noFill/>
        </p:spPr>
        <p:txBody>
          <a:bodyPr wrap="square" rtlCol="0">
            <a:spAutoFit/>
          </a:bodyPr>
          <a:lstStyle/>
          <a:p>
            <a:r>
              <a:rPr lang="en-US" dirty="0"/>
              <a:t>Q</a:t>
            </a:r>
          </a:p>
        </p:txBody>
      </p:sp>
      <p:sp>
        <p:nvSpPr>
          <p:cNvPr id="204" name="TextBox 203">
            <a:extLst>
              <a:ext uri="{FF2B5EF4-FFF2-40B4-BE49-F238E27FC236}">
                <a16:creationId xmlns:a16="http://schemas.microsoft.com/office/drawing/2014/main" id="{38760F23-0D84-9347-EE7A-AB0467810C3B}"/>
              </a:ext>
            </a:extLst>
          </p:cNvPr>
          <p:cNvSpPr txBox="1"/>
          <p:nvPr/>
        </p:nvSpPr>
        <p:spPr>
          <a:xfrm>
            <a:off x="6651503" y="1323819"/>
            <a:ext cx="508903" cy="369332"/>
          </a:xfrm>
          <a:prstGeom prst="rect">
            <a:avLst/>
          </a:prstGeom>
          <a:noFill/>
        </p:spPr>
        <p:txBody>
          <a:bodyPr wrap="square" rtlCol="0">
            <a:spAutoFit/>
          </a:bodyPr>
          <a:lstStyle/>
          <a:p>
            <a:r>
              <a:rPr lang="en-US" dirty="0">
                <a:solidFill>
                  <a:srgbClr val="FF0000"/>
                </a:solidFill>
              </a:rPr>
              <a:t>XX</a:t>
            </a:r>
          </a:p>
        </p:txBody>
      </p:sp>
      <p:sp>
        <p:nvSpPr>
          <p:cNvPr id="205" name="TextBox 204">
            <a:extLst>
              <a:ext uri="{FF2B5EF4-FFF2-40B4-BE49-F238E27FC236}">
                <a16:creationId xmlns:a16="http://schemas.microsoft.com/office/drawing/2014/main" id="{AC3896B0-DB88-6861-45B1-2246001E971D}"/>
              </a:ext>
            </a:extLst>
          </p:cNvPr>
          <p:cNvSpPr txBox="1"/>
          <p:nvPr/>
        </p:nvSpPr>
        <p:spPr>
          <a:xfrm>
            <a:off x="8050223" y="1317390"/>
            <a:ext cx="508903" cy="369332"/>
          </a:xfrm>
          <a:prstGeom prst="rect">
            <a:avLst/>
          </a:prstGeom>
          <a:noFill/>
        </p:spPr>
        <p:txBody>
          <a:bodyPr wrap="square" rtlCol="0">
            <a:spAutoFit/>
          </a:bodyPr>
          <a:lstStyle/>
          <a:p>
            <a:r>
              <a:rPr lang="en-US" dirty="0">
                <a:solidFill>
                  <a:srgbClr val="FF0000"/>
                </a:solidFill>
              </a:rPr>
              <a:t>XX</a:t>
            </a:r>
          </a:p>
        </p:txBody>
      </p:sp>
      <p:sp>
        <p:nvSpPr>
          <p:cNvPr id="206" name="TextBox 205">
            <a:extLst>
              <a:ext uri="{FF2B5EF4-FFF2-40B4-BE49-F238E27FC236}">
                <a16:creationId xmlns:a16="http://schemas.microsoft.com/office/drawing/2014/main" id="{1687436A-27AD-8085-8B23-FEB5D09FBD00}"/>
              </a:ext>
            </a:extLst>
          </p:cNvPr>
          <p:cNvSpPr txBox="1"/>
          <p:nvPr/>
        </p:nvSpPr>
        <p:spPr>
          <a:xfrm>
            <a:off x="8012083" y="1561011"/>
            <a:ext cx="508903" cy="369332"/>
          </a:xfrm>
          <a:prstGeom prst="rect">
            <a:avLst/>
          </a:prstGeom>
          <a:noFill/>
        </p:spPr>
        <p:txBody>
          <a:bodyPr wrap="square" rtlCol="0">
            <a:spAutoFit/>
          </a:bodyPr>
          <a:lstStyle/>
          <a:p>
            <a:r>
              <a:rPr lang="en-US" dirty="0">
                <a:solidFill>
                  <a:srgbClr val="FF0000"/>
                </a:solidFill>
              </a:rPr>
              <a:t>XX</a:t>
            </a:r>
          </a:p>
        </p:txBody>
      </p:sp>
      <p:sp>
        <p:nvSpPr>
          <p:cNvPr id="207" name="TextBox 206">
            <a:extLst>
              <a:ext uri="{FF2B5EF4-FFF2-40B4-BE49-F238E27FC236}">
                <a16:creationId xmlns:a16="http://schemas.microsoft.com/office/drawing/2014/main" id="{0D1ED4B3-38EA-2CC1-7350-74440446F11A}"/>
              </a:ext>
            </a:extLst>
          </p:cNvPr>
          <p:cNvSpPr txBox="1"/>
          <p:nvPr/>
        </p:nvSpPr>
        <p:spPr>
          <a:xfrm>
            <a:off x="6646584" y="1759564"/>
            <a:ext cx="508903" cy="369332"/>
          </a:xfrm>
          <a:prstGeom prst="rect">
            <a:avLst/>
          </a:prstGeom>
          <a:noFill/>
        </p:spPr>
        <p:txBody>
          <a:bodyPr wrap="square" rtlCol="0">
            <a:spAutoFit/>
          </a:bodyPr>
          <a:lstStyle/>
          <a:p>
            <a:r>
              <a:rPr lang="en-US" dirty="0">
                <a:solidFill>
                  <a:srgbClr val="FF0000"/>
                </a:solidFill>
              </a:rPr>
              <a:t>XX</a:t>
            </a:r>
          </a:p>
        </p:txBody>
      </p:sp>
      <p:sp>
        <p:nvSpPr>
          <p:cNvPr id="208" name="TextBox 207">
            <a:extLst>
              <a:ext uri="{FF2B5EF4-FFF2-40B4-BE49-F238E27FC236}">
                <a16:creationId xmlns:a16="http://schemas.microsoft.com/office/drawing/2014/main" id="{A18655D8-28AD-AE43-C119-D1FB2812EA55}"/>
              </a:ext>
            </a:extLst>
          </p:cNvPr>
          <p:cNvSpPr txBox="1"/>
          <p:nvPr/>
        </p:nvSpPr>
        <p:spPr>
          <a:xfrm>
            <a:off x="7580649" y="1542922"/>
            <a:ext cx="508903" cy="369332"/>
          </a:xfrm>
          <a:prstGeom prst="rect">
            <a:avLst/>
          </a:prstGeom>
          <a:noFill/>
        </p:spPr>
        <p:txBody>
          <a:bodyPr wrap="square" rtlCol="0">
            <a:spAutoFit/>
          </a:bodyPr>
          <a:lstStyle/>
          <a:p>
            <a:r>
              <a:rPr lang="en-US" dirty="0">
                <a:solidFill>
                  <a:srgbClr val="FF0000"/>
                </a:solidFill>
              </a:rPr>
              <a:t>XX</a:t>
            </a:r>
          </a:p>
        </p:txBody>
      </p:sp>
      <p:sp>
        <p:nvSpPr>
          <p:cNvPr id="209" name="TextBox 208">
            <a:extLst>
              <a:ext uri="{FF2B5EF4-FFF2-40B4-BE49-F238E27FC236}">
                <a16:creationId xmlns:a16="http://schemas.microsoft.com/office/drawing/2014/main" id="{BF9AF54B-ADAB-1A0F-F391-5453887CCE5E}"/>
              </a:ext>
            </a:extLst>
          </p:cNvPr>
          <p:cNvSpPr txBox="1"/>
          <p:nvPr/>
        </p:nvSpPr>
        <p:spPr>
          <a:xfrm>
            <a:off x="7584808" y="1733274"/>
            <a:ext cx="548233" cy="369332"/>
          </a:xfrm>
          <a:prstGeom prst="rect">
            <a:avLst/>
          </a:prstGeom>
          <a:noFill/>
        </p:spPr>
        <p:txBody>
          <a:bodyPr wrap="square" rtlCol="0">
            <a:spAutoFit/>
          </a:bodyPr>
          <a:lstStyle/>
          <a:p>
            <a:r>
              <a:rPr lang="en-US" dirty="0">
                <a:solidFill>
                  <a:srgbClr val="FF0000"/>
                </a:solidFill>
              </a:rPr>
              <a:t>XX</a:t>
            </a:r>
          </a:p>
        </p:txBody>
      </p:sp>
      <p:sp>
        <p:nvSpPr>
          <p:cNvPr id="210" name="TextBox 209">
            <a:extLst>
              <a:ext uri="{FF2B5EF4-FFF2-40B4-BE49-F238E27FC236}">
                <a16:creationId xmlns:a16="http://schemas.microsoft.com/office/drawing/2014/main" id="{A44B74D8-E232-A193-5EC8-3A2E286E33D0}"/>
              </a:ext>
            </a:extLst>
          </p:cNvPr>
          <p:cNvSpPr txBox="1"/>
          <p:nvPr/>
        </p:nvSpPr>
        <p:spPr>
          <a:xfrm>
            <a:off x="7578709" y="1988399"/>
            <a:ext cx="508903" cy="369332"/>
          </a:xfrm>
          <a:prstGeom prst="rect">
            <a:avLst/>
          </a:prstGeom>
          <a:noFill/>
        </p:spPr>
        <p:txBody>
          <a:bodyPr wrap="square" rtlCol="0">
            <a:spAutoFit/>
          </a:bodyPr>
          <a:lstStyle/>
          <a:p>
            <a:r>
              <a:rPr lang="en-US" dirty="0">
                <a:solidFill>
                  <a:srgbClr val="FF0000"/>
                </a:solidFill>
              </a:rPr>
              <a:t>XX</a:t>
            </a:r>
          </a:p>
        </p:txBody>
      </p:sp>
      <p:sp>
        <p:nvSpPr>
          <p:cNvPr id="211" name="TextBox 210">
            <a:extLst>
              <a:ext uri="{FF2B5EF4-FFF2-40B4-BE49-F238E27FC236}">
                <a16:creationId xmlns:a16="http://schemas.microsoft.com/office/drawing/2014/main" id="{1B8BF81F-7F25-08C8-502B-237C11828542}"/>
              </a:ext>
            </a:extLst>
          </p:cNvPr>
          <p:cNvSpPr txBox="1"/>
          <p:nvPr/>
        </p:nvSpPr>
        <p:spPr>
          <a:xfrm>
            <a:off x="7126426" y="1551454"/>
            <a:ext cx="508903" cy="369332"/>
          </a:xfrm>
          <a:prstGeom prst="rect">
            <a:avLst/>
          </a:prstGeom>
          <a:noFill/>
        </p:spPr>
        <p:txBody>
          <a:bodyPr wrap="square" rtlCol="0">
            <a:spAutoFit/>
          </a:bodyPr>
          <a:lstStyle/>
          <a:p>
            <a:r>
              <a:rPr lang="en-US" dirty="0">
                <a:solidFill>
                  <a:srgbClr val="FF0000"/>
                </a:solidFill>
              </a:rPr>
              <a:t>XX</a:t>
            </a:r>
          </a:p>
        </p:txBody>
      </p:sp>
      <p:sp>
        <p:nvSpPr>
          <p:cNvPr id="212" name="TextBox 211">
            <a:extLst>
              <a:ext uri="{FF2B5EF4-FFF2-40B4-BE49-F238E27FC236}">
                <a16:creationId xmlns:a16="http://schemas.microsoft.com/office/drawing/2014/main" id="{9339627C-8874-4BB1-0AA9-A821CB060FAB}"/>
              </a:ext>
            </a:extLst>
          </p:cNvPr>
          <p:cNvSpPr txBox="1"/>
          <p:nvPr/>
        </p:nvSpPr>
        <p:spPr>
          <a:xfrm>
            <a:off x="7136417" y="1319268"/>
            <a:ext cx="508903" cy="369332"/>
          </a:xfrm>
          <a:prstGeom prst="rect">
            <a:avLst/>
          </a:prstGeom>
          <a:noFill/>
        </p:spPr>
        <p:txBody>
          <a:bodyPr wrap="square" rtlCol="0">
            <a:spAutoFit/>
          </a:bodyPr>
          <a:lstStyle/>
          <a:p>
            <a:r>
              <a:rPr lang="en-US" dirty="0">
                <a:solidFill>
                  <a:srgbClr val="FF0000"/>
                </a:solidFill>
              </a:rPr>
              <a:t>XX</a:t>
            </a:r>
          </a:p>
        </p:txBody>
      </p:sp>
      <p:pic>
        <p:nvPicPr>
          <p:cNvPr id="213" name="Picture 212">
            <a:extLst>
              <a:ext uri="{FF2B5EF4-FFF2-40B4-BE49-F238E27FC236}">
                <a16:creationId xmlns:a16="http://schemas.microsoft.com/office/drawing/2014/main" id="{BAFD8E24-B47F-67A7-59A5-83A13593E5FB}"/>
              </a:ext>
            </a:extLst>
          </p:cNvPr>
          <p:cNvPicPr>
            <a:picLocks noChangeAspect="1"/>
          </p:cNvPicPr>
          <p:nvPr/>
        </p:nvPicPr>
        <p:blipFill>
          <a:blip r:embed="rId2"/>
          <a:srcRect l="22823" t="24659" r="60403" b="59857"/>
          <a:stretch/>
        </p:blipFill>
        <p:spPr>
          <a:xfrm>
            <a:off x="6518205" y="2672065"/>
            <a:ext cx="2045110" cy="1061884"/>
          </a:xfrm>
          <a:prstGeom prst="rect">
            <a:avLst/>
          </a:prstGeom>
        </p:spPr>
      </p:pic>
      <p:sp>
        <p:nvSpPr>
          <p:cNvPr id="214" name="TextBox 213">
            <a:extLst>
              <a:ext uri="{FF2B5EF4-FFF2-40B4-BE49-F238E27FC236}">
                <a16:creationId xmlns:a16="http://schemas.microsoft.com/office/drawing/2014/main" id="{597DBB2D-36F7-F378-C5E6-B7E30C5B723E}"/>
              </a:ext>
            </a:extLst>
          </p:cNvPr>
          <p:cNvSpPr txBox="1"/>
          <p:nvPr/>
        </p:nvSpPr>
        <p:spPr>
          <a:xfrm>
            <a:off x="7589325" y="2697799"/>
            <a:ext cx="508903" cy="369332"/>
          </a:xfrm>
          <a:prstGeom prst="rect">
            <a:avLst/>
          </a:prstGeom>
          <a:noFill/>
        </p:spPr>
        <p:txBody>
          <a:bodyPr wrap="square" rtlCol="0">
            <a:spAutoFit/>
          </a:bodyPr>
          <a:lstStyle/>
          <a:p>
            <a:r>
              <a:rPr lang="en-US" dirty="0"/>
              <a:t>Q</a:t>
            </a:r>
          </a:p>
        </p:txBody>
      </p:sp>
      <p:sp>
        <p:nvSpPr>
          <p:cNvPr id="215" name="TextBox 214">
            <a:extLst>
              <a:ext uri="{FF2B5EF4-FFF2-40B4-BE49-F238E27FC236}">
                <a16:creationId xmlns:a16="http://schemas.microsoft.com/office/drawing/2014/main" id="{B44FE5E5-67F8-D25C-B47B-5F615F2B82A0}"/>
              </a:ext>
            </a:extLst>
          </p:cNvPr>
          <p:cNvSpPr txBox="1"/>
          <p:nvPr/>
        </p:nvSpPr>
        <p:spPr>
          <a:xfrm>
            <a:off x="6612799" y="2725874"/>
            <a:ext cx="508903" cy="369332"/>
          </a:xfrm>
          <a:prstGeom prst="rect">
            <a:avLst/>
          </a:prstGeom>
          <a:noFill/>
        </p:spPr>
        <p:txBody>
          <a:bodyPr wrap="square" rtlCol="0">
            <a:spAutoFit/>
          </a:bodyPr>
          <a:lstStyle/>
          <a:p>
            <a:r>
              <a:rPr lang="en-US" dirty="0">
                <a:solidFill>
                  <a:srgbClr val="FF0000"/>
                </a:solidFill>
              </a:rPr>
              <a:t>XX</a:t>
            </a:r>
          </a:p>
        </p:txBody>
      </p:sp>
      <p:sp>
        <p:nvSpPr>
          <p:cNvPr id="216" name="TextBox 215">
            <a:extLst>
              <a:ext uri="{FF2B5EF4-FFF2-40B4-BE49-F238E27FC236}">
                <a16:creationId xmlns:a16="http://schemas.microsoft.com/office/drawing/2014/main" id="{164CA1BD-D474-CAAC-31AA-93A40BAEB0B7}"/>
              </a:ext>
            </a:extLst>
          </p:cNvPr>
          <p:cNvSpPr txBox="1"/>
          <p:nvPr/>
        </p:nvSpPr>
        <p:spPr>
          <a:xfrm>
            <a:off x="8011519" y="2719445"/>
            <a:ext cx="508903" cy="369332"/>
          </a:xfrm>
          <a:prstGeom prst="rect">
            <a:avLst/>
          </a:prstGeom>
          <a:noFill/>
        </p:spPr>
        <p:txBody>
          <a:bodyPr wrap="square" rtlCol="0">
            <a:spAutoFit/>
          </a:bodyPr>
          <a:lstStyle/>
          <a:p>
            <a:r>
              <a:rPr lang="en-US" dirty="0">
                <a:solidFill>
                  <a:srgbClr val="FF0000"/>
                </a:solidFill>
              </a:rPr>
              <a:t>XX</a:t>
            </a:r>
          </a:p>
        </p:txBody>
      </p:sp>
      <p:sp>
        <p:nvSpPr>
          <p:cNvPr id="217" name="TextBox 216">
            <a:extLst>
              <a:ext uri="{FF2B5EF4-FFF2-40B4-BE49-F238E27FC236}">
                <a16:creationId xmlns:a16="http://schemas.microsoft.com/office/drawing/2014/main" id="{1722DDDB-B8BD-0D13-AD98-7766B15F3125}"/>
              </a:ext>
            </a:extLst>
          </p:cNvPr>
          <p:cNvSpPr txBox="1"/>
          <p:nvPr/>
        </p:nvSpPr>
        <p:spPr>
          <a:xfrm>
            <a:off x="7973379" y="2963066"/>
            <a:ext cx="508903" cy="369332"/>
          </a:xfrm>
          <a:prstGeom prst="rect">
            <a:avLst/>
          </a:prstGeom>
          <a:noFill/>
        </p:spPr>
        <p:txBody>
          <a:bodyPr wrap="square" rtlCol="0">
            <a:spAutoFit/>
          </a:bodyPr>
          <a:lstStyle/>
          <a:p>
            <a:r>
              <a:rPr lang="en-US" dirty="0">
                <a:solidFill>
                  <a:srgbClr val="FF0000"/>
                </a:solidFill>
              </a:rPr>
              <a:t>XX</a:t>
            </a:r>
          </a:p>
        </p:txBody>
      </p:sp>
      <p:sp>
        <p:nvSpPr>
          <p:cNvPr id="218" name="TextBox 217">
            <a:extLst>
              <a:ext uri="{FF2B5EF4-FFF2-40B4-BE49-F238E27FC236}">
                <a16:creationId xmlns:a16="http://schemas.microsoft.com/office/drawing/2014/main" id="{4A2E137B-BCBD-6A7A-42D7-C9666D9156B8}"/>
              </a:ext>
            </a:extLst>
          </p:cNvPr>
          <p:cNvSpPr txBox="1"/>
          <p:nvPr/>
        </p:nvSpPr>
        <p:spPr>
          <a:xfrm>
            <a:off x="6607880" y="3161619"/>
            <a:ext cx="508903" cy="369332"/>
          </a:xfrm>
          <a:prstGeom prst="rect">
            <a:avLst/>
          </a:prstGeom>
          <a:noFill/>
        </p:spPr>
        <p:txBody>
          <a:bodyPr wrap="square" rtlCol="0">
            <a:spAutoFit/>
          </a:bodyPr>
          <a:lstStyle/>
          <a:p>
            <a:r>
              <a:rPr lang="en-US" dirty="0">
                <a:solidFill>
                  <a:srgbClr val="FF0000"/>
                </a:solidFill>
              </a:rPr>
              <a:t>XX</a:t>
            </a:r>
          </a:p>
        </p:txBody>
      </p:sp>
      <p:sp>
        <p:nvSpPr>
          <p:cNvPr id="219" name="TextBox 218">
            <a:extLst>
              <a:ext uri="{FF2B5EF4-FFF2-40B4-BE49-F238E27FC236}">
                <a16:creationId xmlns:a16="http://schemas.microsoft.com/office/drawing/2014/main" id="{1CE732F0-27E1-C2D6-8E05-ED105DF7F28F}"/>
              </a:ext>
            </a:extLst>
          </p:cNvPr>
          <p:cNvSpPr txBox="1"/>
          <p:nvPr/>
        </p:nvSpPr>
        <p:spPr>
          <a:xfrm>
            <a:off x="7541945" y="2944977"/>
            <a:ext cx="508903" cy="369332"/>
          </a:xfrm>
          <a:prstGeom prst="rect">
            <a:avLst/>
          </a:prstGeom>
          <a:noFill/>
        </p:spPr>
        <p:txBody>
          <a:bodyPr wrap="square" rtlCol="0">
            <a:spAutoFit/>
          </a:bodyPr>
          <a:lstStyle/>
          <a:p>
            <a:r>
              <a:rPr lang="en-US" dirty="0">
                <a:solidFill>
                  <a:srgbClr val="FF0000"/>
                </a:solidFill>
              </a:rPr>
              <a:t>XX</a:t>
            </a:r>
          </a:p>
        </p:txBody>
      </p:sp>
      <p:sp>
        <p:nvSpPr>
          <p:cNvPr id="220" name="TextBox 219">
            <a:extLst>
              <a:ext uri="{FF2B5EF4-FFF2-40B4-BE49-F238E27FC236}">
                <a16:creationId xmlns:a16="http://schemas.microsoft.com/office/drawing/2014/main" id="{C02B92AD-9610-BA85-F10A-1510A523CCFE}"/>
              </a:ext>
            </a:extLst>
          </p:cNvPr>
          <p:cNvSpPr txBox="1"/>
          <p:nvPr/>
        </p:nvSpPr>
        <p:spPr>
          <a:xfrm>
            <a:off x="7546104" y="3135329"/>
            <a:ext cx="548233" cy="369332"/>
          </a:xfrm>
          <a:prstGeom prst="rect">
            <a:avLst/>
          </a:prstGeom>
          <a:noFill/>
        </p:spPr>
        <p:txBody>
          <a:bodyPr wrap="square" rtlCol="0">
            <a:spAutoFit/>
          </a:bodyPr>
          <a:lstStyle/>
          <a:p>
            <a:r>
              <a:rPr lang="en-US" dirty="0">
                <a:solidFill>
                  <a:srgbClr val="FF0000"/>
                </a:solidFill>
              </a:rPr>
              <a:t>XX</a:t>
            </a:r>
          </a:p>
        </p:txBody>
      </p:sp>
      <p:sp>
        <p:nvSpPr>
          <p:cNvPr id="221" name="TextBox 220">
            <a:extLst>
              <a:ext uri="{FF2B5EF4-FFF2-40B4-BE49-F238E27FC236}">
                <a16:creationId xmlns:a16="http://schemas.microsoft.com/office/drawing/2014/main" id="{AE5D28A1-2190-7B5B-9B4B-FA7F38963629}"/>
              </a:ext>
            </a:extLst>
          </p:cNvPr>
          <p:cNvSpPr txBox="1"/>
          <p:nvPr/>
        </p:nvSpPr>
        <p:spPr>
          <a:xfrm>
            <a:off x="7087722" y="2953509"/>
            <a:ext cx="508903" cy="369332"/>
          </a:xfrm>
          <a:prstGeom prst="rect">
            <a:avLst/>
          </a:prstGeom>
          <a:noFill/>
        </p:spPr>
        <p:txBody>
          <a:bodyPr wrap="square" rtlCol="0">
            <a:spAutoFit/>
          </a:bodyPr>
          <a:lstStyle/>
          <a:p>
            <a:r>
              <a:rPr lang="en-US" dirty="0">
                <a:solidFill>
                  <a:srgbClr val="FF0000"/>
                </a:solidFill>
              </a:rPr>
              <a:t>XX</a:t>
            </a:r>
          </a:p>
        </p:txBody>
      </p:sp>
      <p:sp>
        <p:nvSpPr>
          <p:cNvPr id="222" name="TextBox 221">
            <a:extLst>
              <a:ext uri="{FF2B5EF4-FFF2-40B4-BE49-F238E27FC236}">
                <a16:creationId xmlns:a16="http://schemas.microsoft.com/office/drawing/2014/main" id="{8778772F-85E6-17D1-8B1C-B2937135A033}"/>
              </a:ext>
            </a:extLst>
          </p:cNvPr>
          <p:cNvSpPr txBox="1"/>
          <p:nvPr/>
        </p:nvSpPr>
        <p:spPr>
          <a:xfrm>
            <a:off x="7097713" y="2721323"/>
            <a:ext cx="508903" cy="369332"/>
          </a:xfrm>
          <a:prstGeom prst="rect">
            <a:avLst/>
          </a:prstGeom>
          <a:noFill/>
        </p:spPr>
        <p:txBody>
          <a:bodyPr wrap="square" rtlCol="0">
            <a:spAutoFit/>
          </a:bodyPr>
          <a:lstStyle/>
          <a:p>
            <a:r>
              <a:rPr lang="en-US" dirty="0">
                <a:solidFill>
                  <a:srgbClr val="FF0000"/>
                </a:solidFill>
              </a:rPr>
              <a:t>XX</a:t>
            </a:r>
          </a:p>
        </p:txBody>
      </p:sp>
      <p:sp>
        <p:nvSpPr>
          <p:cNvPr id="223" name="TextBox 222">
            <a:extLst>
              <a:ext uri="{FF2B5EF4-FFF2-40B4-BE49-F238E27FC236}">
                <a16:creationId xmlns:a16="http://schemas.microsoft.com/office/drawing/2014/main" id="{7D2FB792-1CE0-56A5-1B45-B0E64A53F2F8}"/>
              </a:ext>
            </a:extLst>
          </p:cNvPr>
          <p:cNvSpPr txBox="1"/>
          <p:nvPr/>
        </p:nvSpPr>
        <p:spPr>
          <a:xfrm>
            <a:off x="6624215" y="2924087"/>
            <a:ext cx="508903" cy="369332"/>
          </a:xfrm>
          <a:prstGeom prst="rect">
            <a:avLst/>
          </a:prstGeom>
          <a:noFill/>
        </p:spPr>
        <p:txBody>
          <a:bodyPr wrap="square" rtlCol="0">
            <a:spAutoFit/>
          </a:bodyPr>
          <a:lstStyle/>
          <a:p>
            <a:r>
              <a:rPr lang="en-US" dirty="0"/>
              <a:t>Q</a:t>
            </a:r>
          </a:p>
        </p:txBody>
      </p:sp>
      <p:sp>
        <p:nvSpPr>
          <p:cNvPr id="227" name="TextBox 226">
            <a:extLst>
              <a:ext uri="{FF2B5EF4-FFF2-40B4-BE49-F238E27FC236}">
                <a16:creationId xmlns:a16="http://schemas.microsoft.com/office/drawing/2014/main" id="{599C8AB1-C0EF-6886-282F-F5E47D379769}"/>
              </a:ext>
            </a:extLst>
          </p:cNvPr>
          <p:cNvSpPr txBox="1"/>
          <p:nvPr/>
        </p:nvSpPr>
        <p:spPr>
          <a:xfrm>
            <a:off x="7060164" y="3166156"/>
            <a:ext cx="548233" cy="369332"/>
          </a:xfrm>
          <a:prstGeom prst="rect">
            <a:avLst/>
          </a:prstGeom>
          <a:noFill/>
        </p:spPr>
        <p:txBody>
          <a:bodyPr wrap="square" rtlCol="0">
            <a:spAutoFit/>
          </a:bodyPr>
          <a:lstStyle/>
          <a:p>
            <a:r>
              <a:rPr lang="en-US" dirty="0">
                <a:solidFill>
                  <a:srgbClr val="FF0000"/>
                </a:solidFill>
              </a:rPr>
              <a:t>XX</a:t>
            </a:r>
          </a:p>
        </p:txBody>
      </p:sp>
      <p:sp>
        <p:nvSpPr>
          <p:cNvPr id="228" name="TextBox 227">
            <a:extLst>
              <a:ext uri="{FF2B5EF4-FFF2-40B4-BE49-F238E27FC236}">
                <a16:creationId xmlns:a16="http://schemas.microsoft.com/office/drawing/2014/main" id="{57A9CEB8-A930-7E94-AE98-D1A96A449250}"/>
              </a:ext>
            </a:extLst>
          </p:cNvPr>
          <p:cNvSpPr txBox="1"/>
          <p:nvPr/>
        </p:nvSpPr>
        <p:spPr>
          <a:xfrm>
            <a:off x="6593125" y="3391638"/>
            <a:ext cx="548233" cy="369332"/>
          </a:xfrm>
          <a:prstGeom prst="rect">
            <a:avLst/>
          </a:prstGeom>
          <a:noFill/>
        </p:spPr>
        <p:txBody>
          <a:bodyPr wrap="square" rtlCol="0">
            <a:spAutoFit/>
          </a:bodyPr>
          <a:lstStyle/>
          <a:p>
            <a:r>
              <a:rPr lang="en-US" dirty="0">
                <a:solidFill>
                  <a:srgbClr val="FF0000"/>
                </a:solidFill>
              </a:rPr>
              <a:t>XX</a:t>
            </a:r>
          </a:p>
        </p:txBody>
      </p:sp>
      <p:sp>
        <p:nvSpPr>
          <p:cNvPr id="229" name="TextBox 228">
            <a:extLst>
              <a:ext uri="{FF2B5EF4-FFF2-40B4-BE49-F238E27FC236}">
                <a16:creationId xmlns:a16="http://schemas.microsoft.com/office/drawing/2014/main" id="{7EDE0EDE-DA62-6331-E2B9-133660AC96EC}"/>
              </a:ext>
            </a:extLst>
          </p:cNvPr>
          <p:cNvSpPr txBox="1"/>
          <p:nvPr/>
        </p:nvSpPr>
        <p:spPr>
          <a:xfrm>
            <a:off x="7580517" y="3375553"/>
            <a:ext cx="548233" cy="369332"/>
          </a:xfrm>
          <a:prstGeom prst="rect">
            <a:avLst/>
          </a:prstGeom>
          <a:noFill/>
        </p:spPr>
        <p:txBody>
          <a:bodyPr wrap="square" rtlCol="0">
            <a:spAutoFit/>
          </a:bodyPr>
          <a:lstStyle/>
          <a:p>
            <a:r>
              <a:rPr lang="en-US" dirty="0">
                <a:solidFill>
                  <a:srgbClr val="FF0000"/>
                </a:solidFill>
              </a:rPr>
              <a:t>XX</a:t>
            </a:r>
          </a:p>
        </p:txBody>
      </p:sp>
      <p:pic>
        <p:nvPicPr>
          <p:cNvPr id="230" name="Picture 229">
            <a:extLst>
              <a:ext uri="{FF2B5EF4-FFF2-40B4-BE49-F238E27FC236}">
                <a16:creationId xmlns:a16="http://schemas.microsoft.com/office/drawing/2014/main" id="{1F3849D0-3874-C9AD-CCB1-B29D58D4F4C7}"/>
              </a:ext>
            </a:extLst>
          </p:cNvPr>
          <p:cNvPicPr>
            <a:picLocks noChangeAspect="1"/>
          </p:cNvPicPr>
          <p:nvPr/>
        </p:nvPicPr>
        <p:blipFill>
          <a:blip r:embed="rId2"/>
          <a:srcRect l="22823" t="24659" r="60403" b="59857"/>
          <a:stretch/>
        </p:blipFill>
        <p:spPr>
          <a:xfrm>
            <a:off x="6395302" y="3944901"/>
            <a:ext cx="2045110" cy="1061884"/>
          </a:xfrm>
          <a:prstGeom prst="rect">
            <a:avLst/>
          </a:prstGeom>
        </p:spPr>
      </p:pic>
      <p:sp>
        <p:nvSpPr>
          <p:cNvPr id="231" name="TextBox 230">
            <a:extLst>
              <a:ext uri="{FF2B5EF4-FFF2-40B4-BE49-F238E27FC236}">
                <a16:creationId xmlns:a16="http://schemas.microsoft.com/office/drawing/2014/main" id="{C4BC543D-4D91-6C71-0A44-D7B7E6640DCF}"/>
              </a:ext>
            </a:extLst>
          </p:cNvPr>
          <p:cNvSpPr txBox="1"/>
          <p:nvPr/>
        </p:nvSpPr>
        <p:spPr>
          <a:xfrm>
            <a:off x="7466422" y="3970635"/>
            <a:ext cx="508903" cy="369332"/>
          </a:xfrm>
          <a:prstGeom prst="rect">
            <a:avLst/>
          </a:prstGeom>
          <a:noFill/>
        </p:spPr>
        <p:txBody>
          <a:bodyPr wrap="square" rtlCol="0">
            <a:spAutoFit/>
          </a:bodyPr>
          <a:lstStyle/>
          <a:p>
            <a:r>
              <a:rPr lang="en-US" dirty="0"/>
              <a:t>Q</a:t>
            </a:r>
          </a:p>
        </p:txBody>
      </p:sp>
      <p:sp>
        <p:nvSpPr>
          <p:cNvPr id="232" name="TextBox 231">
            <a:extLst>
              <a:ext uri="{FF2B5EF4-FFF2-40B4-BE49-F238E27FC236}">
                <a16:creationId xmlns:a16="http://schemas.microsoft.com/office/drawing/2014/main" id="{B35609EF-724F-CD53-3E90-A331A2FB040D}"/>
              </a:ext>
            </a:extLst>
          </p:cNvPr>
          <p:cNvSpPr txBox="1"/>
          <p:nvPr/>
        </p:nvSpPr>
        <p:spPr>
          <a:xfrm>
            <a:off x="6489896" y="3998710"/>
            <a:ext cx="508903" cy="369332"/>
          </a:xfrm>
          <a:prstGeom prst="rect">
            <a:avLst/>
          </a:prstGeom>
          <a:noFill/>
        </p:spPr>
        <p:txBody>
          <a:bodyPr wrap="square" rtlCol="0">
            <a:spAutoFit/>
          </a:bodyPr>
          <a:lstStyle/>
          <a:p>
            <a:r>
              <a:rPr lang="en-US" dirty="0">
                <a:solidFill>
                  <a:srgbClr val="FF0000"/>
                </a:solidFill>
              </a:rPr>
              <a:t>XX</a:t>
            </a:r>
          </a:p>
        </p:txBody>
      </p:sp>
      <p:sp>
        <p:nvSpPr>
          <p:cNvPr id="233" name="TextBox 232">
            <a:extLst>
              <a:ext uri="{FF2B5EF4-FFF2-40B4-BE49-F238E27FC236}">
                <a16:creationId xmlns:a16="http://schemas.microsoft.com/office/drawing/2014/main" id="{F15C2360-8EFB-C9D9-36AB-3322A8303862}"/>
              </a:ext>
            </a:extLst>
          </p:cNvPr>
          <p:cNvSpPr txBox="1"/>
          <p:nvPr/>
        </p:nvSpPr>
        <p:spPr>
          <a:xfrm>
            <a:off x="7888616" y="3992281"/>
            <a:ext cx="508903" cy="369332"/>
          </a:xfrm>
          <a:prstGeom prst="rect">
            <a:avLst/>
          </a:prstGeom>
          <a:noFill/>
        </p:spPr>
        <p:txBody>
          <a:bodyPr wrap="square" rtlCol="0">
            <a:spAutoFit/>
          </a:bodyPr>
          <a:lstStyle/>
          <a:p>
            <a:r>
              <a:rPr lang="en-US" dirty="0">
                <a:solidFill>
                  <a:srgbClr val="FF0000"/>
                </a:solidFill>
              </a:rPr>
              <a:t>XX</a:t>
            </a:r>
          </a:p>
        </p:txBody>
      </p:sp>
      <p:sp>
        <p:nvSpPr>
          <p:cNvPr id="234" name="TextBox 233">
            <a:extLst>
              <a:ext uri="{FF2B5EF4-FFF2-40B4-BE49-F238E27FC236}">
                <a16:creationId xmlns:a16="http://schemas.microsoft.com/office/drawing/2014/main" id="{1A5906C5-5E56-72C3-FA09-2275376BA6A9}"/>
              </a:ext>
            </a:extLst>
          </p:cNvPr>
          <p:cNvSpPr txBox="1"/>
          <p:nvPr/>
        </p:nvSpPr>
        <p:spPr>
          <a:xfrm>
            <a:off x="7850476" y="4235902"/>
            <a:ext cx="508903" cy="369332"/>
          </a:xfrm>
          <a:prstGeom prst="rect">
            <a:avLst/>
          </a:prstGeom>
          <a:noFill/>
        </p:spPr>
        <p:txBody>
          <a:bodyPr wrap="square" rtlCol="0">
            <a:spAutoFit/>
          </a:bodyPr>
          <a:lstStyle/>
          <a:p>
            <a:r>
              <a:rPr lang="en-US" dirty="0">
                <a:solidFill>
                  <a:srgbClr val="FF0000"/>
                </a:solidFill>
              </a:rPr>
              <a:t>XX</a:t>
            </a:r>
          </a:p>
        </p:txBody>
      </p:sp>
      <p:sp>
        <p:nvSpPr>
          <p:cNvPr id="235" name="TextBox 234">
            <a:extLst>
              <a:ext uri="{FF2B5EF4-FFF2-40B4-BE49-F238E27FC236}">
                <a16:creationId xmlns:a16="http://schemas.microsoft.com/office/drawing/2014/main" id="{86A6DE8B-E743-7FBA-D424-538D1AAECDB7}"/>
              </a:ext>
            </a:extLst>
          </p:cNvPr>
          <p:cNvSpPr txBox="1"/>
          <p:nvPr/>
        </p:nvSpPr>
        <p:spPr>
          <a:xfrm>
            <a:off x="6484977" y="4434455"/>
            <a:ext cx="508903" cy="369332"/>
          </a:xfrm>
          <a:prstGeom prst="rect">
            <a:avLst/>
          </a:prstGeom>
          <a:noFill/>
        </p:spPr>
        <p:txBody>
          <a:bodyPr wrap="square" rtlCol="0">
            <a:spAutoFit/>
          </a:bodyPr>
          <a:lstStyle/>
          <a:p>
            <a:r>
              <a:rPr lang="en-US" dirty="0">
                <a:solidFill>
                  <a:srgbClr val="FF0000"/>
                </a:solidFill>
              </a:rPr>
              <a:t>XX</a:t>
            </a:r>
          </a:p>
        </p:txBody>
      </p:sp>
      <p:sp>
        <p:nvSpPr>
          <p:cNvPr id="236" name="TextBox 235">
            <a:extLst>
              <a:ext uri="{FF2B5EF4-FFF2-40B4-BE49-F238E27FC236}">
                <a16:creationId xmlns:a16="http://schemas.microsoft.com/office/drawing/2014/main" id="{72ECC3B3-DF3D-FE60-24A0-0784E8766F93}"/>
              </a:ext>
            </a:extLst>
          </p:cNvPr>
          <p:cNvSpPr txBox="1"/>
          <p:nvPr/>
        </p:nvSpPr>
        <p:spPr>
          <a:xfrm>
            <a:off x="7419042" y="4217813"/>
            <a:ext cx="508903" cy="369332"/>
          </a:xfrm>
          <a:prstGeom prst="rect">
            <a:avLst/>
          </a:prstGeom>
          <a:noFill/>
        </p:spPr>
        <p:txBody>
          <a:bodyPr wrap="square" rtlCol="0">
            <a:spAutoFit/>
          </a:bodyPr>
          <a:lstStyle/>
          <a:p>
            <a:r>
              <a:rPr lang="en-US" dirty="0">
                <a:solidFill>
                  <a:srgbClr val="FF0000"/>
                </a:solidFill>
              </a:rPr>
              <a:t>XX</a:t>
            </a:r>
          </a:p>
        </p:txBody>
      </p:sp>
      <p:sp>
        <p:nvSpPr>
          <p:cNvPr id="237" name="TextBox 236">
            <a:extLst>
              <a:ext uri="{FF2B5EF4-FFF2-40B4-BE49-F238E27FC236}">
                <a16:creationId xmlns:a16="http://schemas.microsoft.com/office/drawing/2014/main" id="{C8AE290F-E367-7A70-C2FE-55BFD9234138}"/>
              </a:ext>
            </a:extLst>
          </p:cNvPr>
          <p:cNvSpPr txBox="1"/>
          <p:nvPr/>
        </p:nvSpPr>
        <p:spPr>
          <a:xfrm>
            <a:off x="7423201" y="4408165"/>
            <a:ext cx="548233" cy="369332"/>
          </a:xfrm>
          <a:prstGeom prst="rect">
            <a:avLst/>
          </a:prstGeom>
          <a:noFill/>
        </p:spPr>
        <p:txBody>
          <a:bodyPr wrap="square" rtlCol="0">
            <a:spAutoFit/>
          </a:bodyPr>
          <a:lstStyle/>
          <a:p>
            <a:r>
              <a:rPr lang="en-US" dirty="0">
                <a:solidFill>
                  <a:srgbClr val="FF0000"/>
                </a:solidFill>
              </a:rPr>
              <a:t>XX</a:t>
            </a:r>
          </a:p>
        </p:txBody>
      </p:sp>
      <p:sp>
        <p:nvSpPr>
          <p:cNvPr id="238" name="TextBox 237">
            <a:extLst>
              <a:ext uri="{FF2B5EF4-FFF2-40B4-BE49-F238E27FC236}">
                <a16:creationId xmlns:a16="http://schemas.microsoft.com/office/drawing/2014/main" id="{0175972E-93E7-F878-E5D6-8AAAF5540B59}"/>
              </a:ext>
            </a:extLst>
          </p:cNvPr>
          <p:cNvSpPr txBox="1"/>
          <p:nvPr/>
        </p:nvSpPr>
        <p:spPr>
          <a:xfrm>
            <a:off x="6964819" y="4226345"/>
            <a:ext cx="508903" cy="369332"/>
          </a:xfrm>
          <a:prstGeom prst="rect">
            <a:avLst/>
          </a:prstGeom>
          <a:noFill/>
        </p:spPr>
        <p:txBody>
          <a:bodyPr wrap="square" rtlCol="0">
            <a:spAutoFit/>
          </a:bodyPr>
          <a:lstStyle/>
          <a:p>
            <a:r>
              <a:rPr lang="en-US" dirty="0">
                <a:solidFill>
                  <a:srgbClr val="FF0000"/>
                </a:solidFill>
              </a:rPr>
              <a:t>XX</a:t>
            </a:r>
          </a:p>
        </p:txBody>
      </p:sp>
      <p:sp>
        <p:nvSpPr>
          <p:cNvPr id="239" name="TextBox 238">
            <a:extLst>
              <a:ext uri="{FF2B5EF4-FFF2-40B4-BE49-F238E27FC236}">
                <a16:creationId xmlns:a16="http://schemas.microsoft.com/office/drawing/2014/main" id="{D983D5EA-28EE-07A5-1E9A-35E3EA6C6182}"/>
              </a:ext>
            </a:extLst>
          </p:cNvPr>
          <p:cNvSpPr txBox="1"/>
          <p:nvPr/>
        </p:nvSpPr>
        <p:spPr>
          <a:xfrm>
            <a:off x="6974810" y="3994159"/>
            <a:ext cx="508903" cy="369332"/>
          </a:xfrm>
          <a:prstGeom prst="rect">
            <a:avLst/>
          </a:prstGeom>
          <a:noFill/>
        </p:spPr>
        <p:txBody>
          <a:bodyPr wrap="square" rtlCol="0">
            <a:spAutoFit/>
          </a:bodyPr>
          <a:lstStyle/>
          <a:p>
            <a:r>
              <a:rPr lang="en-US" dirty="0">
                <a:solidFill>
                  <a:srgbClr val="FF0000"/>
                </a:solidFill>
              </a:rPr>
              <a:t>XX</a:t>
            </a:r>
          </a:p>
        </p:txBody>
      </p:sp>
      <p:sp>
        <p:nvSpPr>
          <p:cNvPr id="240" name="TextBox 239">
            <a:extLst>
              <a:ext uri="{FF2B5EF4-FFF2-40B4-BE49-F238E27FC236}">
                <a16:creationId xmlns:a16="http://schemas.microsoft.com/office/drawing/2014/main" id="{249E87C7-BF15-0695-06C2-A07B2C5FA968}"/>
              </a:ext>
            </a:extLst>
          </p:cNvPr>
          <p:cNvSpPr txBox="1"/>
          <p:nvPr/>
        </p:nvSpPr>
        <p:spPr>
          <a:xfrm>
            <a:off x="6501312" y="4196923"/>
            <a:ext cx="508903" cy="369332"/>
          </a:xfrm>
          <a:prstGeom prst="rect">
            <a:avLst/>
          </a:prstGeom>
          <a:noFill/>
        </p:spPr>
        <p:txBody>
          <a:bodyPr wrap="square" rtlCol="0">
            <a:spAutoFit/>
          </a:bodyPr>
          <a:lstStyle/>
          <a:p>
            <a:r>
              <a:rPr lang="en-US" dirty="0"/>
              <a:t>Q</a:t>
            </a:r>
          </a:p>
        </p:txBody>
      </p:sp>
      <p:sp>
        <p:nvSpPr>
          <p:cNvPr id="241" name="TextBox 240">
            <a:extLst>
              <a:ext uri="{FF2B5EF4-FFF2-40B4-BE49-F238E27FC236}">
                <a16:creationId xmlns:a16="http://schemas.microsoft.com/office/drawing/2014/main" id="{4DDBE0D0-54D4-E186-8F96-217BC4F17B66}"/>
              </a:ext>
            </a:extLst>
          </p:cNvPr>
          <p:cNvSpPr txBox="1"/>
          <p:nvPr/>
        </p:nvSpPr>
        <p:spPr>
          <a:xfrm>
            <a:off x="6937261" y="4438992"/>
            <a:ext cx="548233" cy="369332"/>
          </a:xfrm>
          <a:prstGeom prst="rect">
            <a:avLst/>
          </a:prstGeom>
          <a:noFill/>
        </p:spPr>
        <p:txBody>
          <a:bodyPr wrap="square" rtlCol="0">
            <a:spAutoFit/>
          </a:bodyPr>
          <a:lstStyle/>
          <a:p>
            <a:r>
              <a:rPr lang="en-US" dirty="0">
                <a:solidFill>
                  <a:srgbClr val="FF0000"/>
                </a:solidFill>
              </a:rPr>
              <a:t>XX</a:t>
            </a:r>
          </a:p>
        </p:txBody>
      </p:sp>
      <p:sp>
        <p:nvSpPr>
          <p:cNvPr id="242" name="TextBox 241">
            <a:extLst>
              <a:ext uri="{FF2B5EF4-FFF2-40B4-BE49-F238E27FC236}">
                <a16:creationId xmlns:a16="http://schemas.microsoft.com/office/drawing/2014/main" id="{DB74769B-AFAF-5C76-F53D-33036DECB84A}"/>
              </a:ext>
            </a:extLst>
          </p:cNvPr>
          <p:cNvSpPr txBox="1"/>
          <p:nvPr/>
        </p:nvSpPr>
        <p:spPr>
          <a:xfrm>
            <a:off x="6470222" y="4664474"/>
            <a:ext cx="548233" cy="369332"/>
          </a:xfrm>
          <a:prstGeom prst="rect">
            <a:avLst/>
          </a:prstGeom>
          <a:noFill/>
        </p:spPr>
        <p:txBody>
          <a:bodyPr wrap="square" rtlCol="0">
            <a:spAutoFit/>
          </a:bodyPr>
          <a:lstStyle/>
          <a:p>
            <a:r>
              <a:rPr lang="en-US" dirty="0">
                <a:solidFill>
                  <a:srgbClr val="FF0000"/>
                </a:solidFill>
              </a:rPr>
              <a:t>XX</a:t>
            </a:r>
          </a:p>
        </p:txBody>
      </p:sp>
      <p:sp>
        <p:nvSpPr>
          <p:cNvPr id="243" name="TextBox 242">
            <a:extLst>
              <a:ext uri="{FF2B5EF4-FFF2-40B4-BE49-F238E27FC236}">
                <a16:creationId xmlns:a16="http://schemas.microsoft.com/office/drawing/2014/main" id="{A6A1363F-C9BB-2C50-86E0-1E911E3DF723}"/>
              </a:ext>
            </a:extLst>
          </p:cNvPr>
          <p:cNvSpPr txBox="1"/>
          <p:nvPr/>
        </p:nvSpPr>
        <p:spPr>
          <a:xfrm>
            <a:off x="7457614" y="4648389"/>
            <a:ext cx="548233" cy="369332"/>
          </a:xfrm>
          <a:prstGeom prst="rect">
            <a:avLst/>
          </a:prstGeom>
          <a:noFill/>
        </p:spPr>
        <p:txBody>
          <a:bodyPr wrap="square" rtlCol="0">
            <a:spAutoFit/>
          </a:bodyPr>
          <a:lstStyle/>
          <a:p>
            <a:r>
              <a:rPr lang="en-US" dirty="0">
                <a:solidFill>
                  <a:srgbClr val="FF0000"/>
                </a:solidFill>
              </a:rPr>
              <a:t>XX</a:t>
            </a:r>
          </a:p>
        </p:txBody>
      </p:sp>
      <p:pic>
        <p:nvPicPr>
          <p:cNvPr id="244" name="Picture 243">
            <a:extLst>
              <a:ext uri="{FF2B5EF4-FFF2-40B4-BE49-F238E27FC236}">
                <a16:creationId xmlns:a16="http://schemas.microsoft.com/office/drawing/2014/main" id="{B640F4E7-A44D-DC57-308E-0CD9FFDA25B3}"/>
              </a:ext>
            </a:extLst>
          </p:cNvPr>
          <p:cNvPicPr>
            <a:picLocks noChangeAspect="1"/>
          </p:cNvPicPr>
          <p:nvPr/>
        </p:nvPicPr>
        <p:blipFill>
          <a:blip r:embed="rId2"/>
          <a:srcRect l="22823" t="24659" r="60403" b="59857"/>
          <a:stretch/>
        </p:blipFill>
        <p:spPr>
          <a:xfrm>
            <a:off x="6434630" y="5292362"/>
            <a:ext cx="2045110" cy="1061884"/>
          </a:xfrm>
          <a:prstGeom prst="rect">
            <a:avLst/>
          </a:prstGeom>
        </p:spPr>
      </p:pic>
      <p:sp>
        <p:nvSpPr>
          <p:cNvPr id="245" name="TextBox 244">
            <a:extLst>
              <a:ext uri="{FF2B5EF4-FFF2-40B4-BE49-F238E27FC236}">
                <a16:creationId xmlns:a16="http://schemas.microsoft.com/office/drawing/2014/main" id="{6D613BB8-F296-4C89-4661-00B2EAEA8C9F}"/>
              </a:ext>
            </a:extLst>
          </p:cNvPr>
          <p:cNvSpPr txBox="1"/>
          <p:nvPr/>
        </p:nvSpPr>
        <p:spPr>
          <a:xfrm>
            <a:off x="7505750" y="5318096"/>
            <a:ext cx="508903" cy="369332"/>
          </a:xfrm>
          <a:prstGeom prst="rect">
            <a:avLst/>
          </a:prstGeom>
          <a:noFill/>
        </p:spPr>
        <p:txBody>
          <a:bodyPr wrap="square" rtlCol="0">
            <a:spAutoFit/>
          </a:bodyPr>
          <a:lstStyle/>
          <a:p>
            <a:r>
              <a:rPr lang="en-US" dirty="0"/>
              <a:t>Q</a:t>
            </a:r>
          </a:p>
        </p:txBody>
      </p:sp>
      <p:sp>
        <p:nvSpPr>
          <p:cNvPr id="246" name="TextBox 245">
            <a:extLst>
              <a:ext uri="{FF2B5EF4-FFF2-40B4-BE49-F238E27FC236}">
                <a16:creationId xmlns:a16="http://schemas.microsoft.com/office/drawing/2014/main" id="{30FEAD4D-03C0-FD34-6B40-A21749855A17}"/>
              </a:ext>
            </a:extLst>
          </p:cNvPr>
          <p:cNvSpPr txBox="1"/>
          <p:nvPr/>
        </p:nvSpPr>
        <p:spPr>
          <a:xfrm>
            <a:off x="6529224" y="5346171"/>
            <a:ext cx="508903" cy="369332"/>
          </a:xfrm>
          <a:prstGeom prst="rect">
            <a:avLst/>
          </a:prstGeom>
          <a:noFill/>
        </p:spPr>
        <p:txBody>
          <a:bodyPr wrap="square" rtlCol="0">
            <a:spAutoFit/>
          </a:bodyPr>
          <a:lstStyle/>
          <a:p>
            <a:r>
              <a:rPr lang="en-US" dirty="0">
                <a:solidFill>
                  <a:srgbClr val="FF0000"/>
                </a:solidFill>
              </a:rPr>
              <a:t>XX</a:t>
            </a:r>
          </a:p>
        </p:txBody>
      </p:sp>
      <p:sp>
        <p:nvSpPr>
          <p:cNvPr id="247" name="TextBox 246">
            <a:extLst>
              <a:ext uri="{FF2B5EF4-FFF2-40B4-BE49-F238E27FC236}">
                <a16:creationId xmlns:a16="http://schemas.microsoft.com/office/drawing/2014/main" id="{1C574D80-9686-9BE2-CC85-4ABA7227F7E1}"/>
              </a:ext>
            </a:extLst>
          </p:cNvPr>
          <p:cNvSpPr txBox="1"/>
          <p:nvPr/>
        </p:nvSpPr>
        <p:spPr>
          <a:xfrm>
            <a:off x="7927944" y="5339742"/>
            <a:ext cx="508903" cy="369332"/>
          </a:xfrm>
          <a:prstGeom prst="rect">
            <a:avLst/>
          </a:prstGeom>
          <a:noFill/>
        </p:spPr>
        <p:txBody>
          <a:bodyPr wrap="square" rtlCol="0">
            <a:spAutoFit/>
          </a:bodyPr>
          <a:lstStyle/>
          <a:p>
            <a:r>
              <a:rPr lang="en-US" dirty="0">
                <a:solidFill>
                  <a:srgbClr val="FF0000"/>
                </a:solidFill>
              </a:rPr>
              <a:t>XX</a:t>
            </a:r>
          </a:p>
        </p:txBody>
      </p:sp>
      <p:sp>
        <p:nvSpPr>
          <p:cNvPr id="248" name="TextBox 247">
            <a:extLst>
              <a:ext uri="{FF2B5EF4-FFF2-40B4-BE49-F238E27FC236}">
                <a16:creationId xmlns:a16="http://schemas.microsoft.com/office/drawing/2014/main" id="{D566EEE8-563F-24F5-1EBA-317AFDD1B9E4}"/>
              </a:ext>
            </a:extLst>
          </p:cNvPr>
          <p:cNvSpPr txBox="1"/>
          <p:nvPr/>
        </p:nvSpPr>
        <p:spPr>
          <a:xfrm>
            <a:off x="7889804" y="5583363"/>
            <a:ext cx="508903" cy="369332"/>
          </a:xfrm>
          <a:prstGeom prst="rect">
            <a:avLst/>
          </a:prstGeom>
          <a:noFill/>
        </p:spPr>
        <p:txBody>
          <a:bodyPr wrap="square" rtlCol="0">
            <a:spAutoFit/>
          </a:bodyPr>
          <a:lstStyle/>
          <a:p>
            <a:r>
              <a:rPr lang="en-US" dirty="0">
                <a:solidFill>
                  <a:srgbClr val="FF0000"/>
                </a:solidFill>
              </a:rPr>
              <a:t>XX</a:t>
            </a:r>
          </a:p>
        </p:txBody>
      </p:sp>
      <p:sp>
        <p:nvSpPr>
          <p:cNvPr id="249" name="TextBox 248">
            <a:extLst>
              <a:ext uri="{FF2B5EF4-FFF2-40B4-BE49-F238E27FC236}">
                <a16:creationId xmlns:a16="http://schemas.microsoft.com/office/drawing/2014/main" id="{0D4621B2-2389-FF2D-D1A3-E55A98FA33F6}"/>
              </a:ext>
            </a:extLst>
          </p:cNvPr>
          <p:cNvSpPr txBox="1"/>
          <p:nvPr/>
        </p:nvSpPr>
        <p:spPr>
          <a:xfrm>
            <a:off x="6524305" y="5781916"/>
            <a:ext cx="508903" cy="369332"/>
          </a:xfrm>
          <a:prstGeom prst="rect">
            <a:avLst/>
          </a:prstGeom>
          <a:noFill/>
        </p:spPr>
        <p:txBody>
          <a:bodyPr wrap="square" rtlCol="0">
            <a:spAutoFit/>
          </a:bodyPr>
          <a:lstStyle/>
          <a:p>
            <a:r>
              <a:rPr lang="en-US" dirty="0">
                <a:solidFill>
                  <a:srgbClr val="FF0000"/>
                </a:solidFill>
              </a:rPr>
              <a:t>XX</a:t>
            </a:r>
          </a:p>
        </p:txBody>
      </p:sp>
      <p:sp>
        <p:nvSpPr>
          <p:cNvPr id="250" name="TextBox 249">
            <a:extLst>
              <a:ext uri="{FF2B5EF4-FFF2-40B4-BE49-F238E27FC236}">
                <a16:creationId xmlns:a16="http://schemas.microsoft.com/office/drawing/2014/main" id="{5CD53D41-CCE4-20DA-5AD2-69FCCA0565BA}"/>
              </a:ext>
            </a:extLst>
          </p:cNvPr>
          <p:cNvSpPr txBox="1"/>
          <p:nvPr/>
        </p:nvSpPr>
        <p:spPr>
          <a:xfrm>
            <a:off x="7458370" y="5565274"/>
            <a:ext cx="508903" cy="369332"/>
          </a:xfrm>
          <a:prstGeom prst="rect">
            <a:avLst/>
          </a:prstGeom>
          <a:noFill/>
        </p:spPr>
        <p:txBody>
          <a:bodyPr wrap="square" rtlCol="0">
            <a:spAutoFit/>
          </a:bodyPr>
          <a:lstStyle/>
          <a:p>
            <a:r>
              <a:rPr lang="en-US" dirty="0">
                <a:solidFill>
                  <a:srgbClr val="FF0000"/>
                </a:solidFill>
              </a:rPr>
              <a:t>XX</a:t>
            </a:r>
          </a:p>
        </p:txBody>
      </p:sp>
      <p:sp>
        <p:nvSpPr>
          <p:cNvPr id="251" name="TextBox 250">
            <a:extLst>
              <a:ext uri="{FF2B5EF4-FFF2-40B4-BE49-F238E27FC236}">
                <a16:creationId xmlns:a16="http://schemas.microsoft.com/office/drawing/2014/main" id="{934BCCDD-94B9-4AAF-015B-C365EB6E84C0}"/>
              </a:ext>
            </a:extLst>
          </p:cNvPr>
          <p:cNvSpPr txBox="1"/>
          <p:nvPr/>
        </p:nvSpPr>
        <p:spPr>
          <a:xfrm>
            <a:off x="7462529" y="5755626"/>
            <a:ext cx="548233" cy="369332"/>
          </a:xfrm>
          <a:prstGeom prst="rect">
            <a:avLst/>
          </a:prstGeom>
          <a:noFill/>
        </p:spPr>
        <p:txBody>
          <a:bodyPr wrap="square" rtlCol="0">
            <a:spAutoFit/>
          </a:bodyPr>
          <a:lstStyle/>
          <a:p>
            <a:r>
              <a:rPr lang="en-US" dirty="0">
                <a:solidFill>
                  <a:srgbClr val="FF0000"/>
                </a:solidFill>
              </a:rPr>
              <a:t>XX</a:t>
            </a:r>
          </a:p>
        </p:txBody>
      </p:sp>
      <p:sp>
        <p:nvSpPr>
          <p:cNvPr id="252" name="TextBox 251">
            <a:extLst>
              <a:ext uri="{FF2B5EF4-FFF2-40B4-BE49-F238E27FC236}">
                <a16:creationId xmlns:a16="http://schemas.microsoft.com/office/drawing/2014/main" id="{FFF099AE-DA1F-64E8-D76B-DA24058E60F2}"/>
              </a:ext>
            </a:extLst>
          </p:cNvPr>
          <p:cNvSpPr txBox="1"/>
          <p:nvPr/>
        </p:nvSpPr>
        <p:spPr>
          <a:xfrm>
            <a:off x="7004147" y="5573806"/>
            <a:ext cx="508903" cy="369332"/>
          </a:xfrm>
          <a:prstGeom prst="rect">
            <a:avLst/>
          </a:prstGeom>
          <a:noFill/>
        </p:spPr>
        <p:txBody>
          <a:bodyPr wrap="square" rtlCol="0">
            <a:spAutoFit/>
          </a:bodyPr>
          <a:lstStyle/>
          <a:p>
            <a:r>
              <a:rPr lang="en-US" dirty="0">
                <a:solidFill>
                  <a:srgbClr val="FF0000"/>
                </a:solidFill>
              </a:rPr>
              <a:t>XX</a:t>
            </a:r>
          </a:p>
        </p:txBody>
      </p:sp>
      <p:sp>
        <p:nvSpPr>
          <p:cNvPr id="253" name="TextBox 252">
            <a:extLst>
              <a:ext uri="{FF2B5EF4-FFF2-40B4-BE49-F238E27FC236}">
                <a16:creationId xmlns:a16="http://schemas.microsoft.com/office/drawing/2014/main" id="{EE6B7B88-4BB6-1D4F-DA78-433B22F7FEE9}"/>
              </a:ext>
            </a:extLst>
          </p:cNvPr>
          <p:cNvSpPr txBox="1"/>
          <p:nvPr/>
        </p:nvSpPr>
        <p:spPr>
          <a:xfrm>
            <a:off x="7014138" y="5341620"/>
            <a:ext cx="508903" cy="369332"/>
          </a:xfrm>
          <a:prstGeom prst="rect">
            <a:avLst/>
          </a:prstGeom>
          <a:noFill/>
        </p:spPr>
        <p:txBody>
          <a:bodyPr wrap="square" rtlCol="0">
            <a:spAutoFit/>
          </a:bodyPr>
          <a:lstStyle/>
          <a:p>
            <a:r>
              <a:rPr lang="en-US" dirty="0">
                <a:solidFill>
                  <a:srgbClr val="FF0000"/>
                </a:solidFill>
              </a:rPr>
              <a:t>XX</a:t>
            </a:r>
          </a:p>
        </p:txBody>
      </p:sp>
      <p:sp>
        <p:nvSpPr>
          <p:cNvPr id="254" name="TextBox 253">
            <a:extLst>
              <a:ext uri="{FF2B5EF4-FFF2-40B4-BE49-F238E27FC236}">
                <a16:creationId xmlns:a16="http://schemas.microsoft.com/office/drawing/2014/main" id="{CCF765B5-7B39-F4B7-4A20-55085014683B}"/>
              </a:ext>
            </a:extLst>
          </p:cNvPr>
          <p:cNvSpPr txBox="1"/>
          <p:nvPr/>
        </p:nvSpPr>
        <p:spPr>
          <a:xfrm>
            <a:off x="6540640" y="5544384"/>
            <a:ext cx="508903" cy="369332"/>
          </a:xfrm>
          <a:prstGeom prst="rect">
            <a:avLst/>
          </a:prstGeom>
          <a:noFill/>
        </p:spPr>
        <p:txBody>
          <a:bodyPr wrap="square" rtlCol="0">
            <a:spAutoFit/>
          </a:bodyPr>
          <a:lstStyle/>
          <a:p>
            <a:r>
              <a:rPr lang="en-US" dirty="0"/>
              <a:t>Q</a:t>
            </a:r>
          </a:p>
        </p:txBody>
      </p:sp>
      <p:sp>
        <p:nvSpPr>
          <p:cNvPr id="255" name="TextBox 254">
            <a:extLst>
              <a:ext uri="{FF2B5EF4-FFF2-40B4-BE49-F238E27FC236}">
                <a16:creationId xmlns:a16="http://schemas.microsoft.com/office/drawing/2014/main" id="{B23EA631-C5D5-9A63-EC6A-216E59C4A631}"/>
              </a:ext>
            </a:extLst>
          </p:cNvPr>
          <p:cNvSpPr txBox="1"/>
          <p:nvPr/>
        </p:nvSpPr>
        <p:spPr>
          <a:xfrm>
            <a:off x="6976589" y="5786453"/>
            <a:ext cx="548233" cy="369332"/>
          </a:xfrm>
          <a:prstGeom prst="rect">
            <a:avLst/>
          </a:prstGeom>
          <a:noFill/>
        </p:spPr>
        <p:txBody>
          <a:bodyPr wrap="square" rtlCol="0">
            <a:spAutoFit/>
          </a:bodyPr>
          <a:lstStyle/>
          <a:p>
            <a:r>
              <a:rPr lang="en-US" dirty="0">
                <a:solidFill>
                  <a:srgbClr val="FF0000"/>
                </a:solidFill>
              </a:rPr>
              <a:t>XX</a:t>
            </a:r>
          </a:p>
        </p:txBody>
      </p:sp>
      <p:sp>
        <p:nvSpPr>
          <p:cNvPr id="256" name="TextBox 255">
            <a:extLst>
              <a:ext uri="{FF2B5EF4-FFF2-40B4-BE49-F238E27FC236}">
                <a16:creationId xmlns:a16="http://schemas.microsoft.com/office/drawing/2014/main" id="{C7928883-29AA-6204-2635-86F3B076EED1}"/>
              </a:ext>
            </a:extLst>
          </p:cNvPr>
          <p:cNvSpPr txBox="1"/>
          <p:nvPr/>
        </p:nvSpPr>
        <p:spPr>
          <a:xfrm>
            <a:off x="6509550" y="6011935"/>
            <a:ext cx="548233" cy="369332"/>
          </a:xfrm>
          <a:prstGeom prst="rect">
            <a:avLst/>
          </a:prstGeom>
          <a:noFill/>
        </p:spPr>
        <p:txBody>
          <a:bodyPr wrap="square" rtlCol="0">
            <a:spAutoFit/>
          </a:bodyPr>
          <a:lstStyle/>
          <a:p>
            <a:r>
              <a:rPr lang="en-US" dirty="0">
                <a:solidFill>
                  <a:srgbClr val="FF0000"/>
                </a:solidFill>
              </a:rPr>
              <a:t>XX</a:t>
            </a:r>
          </a:p>
        </p:txBody>
      </p:sp>
      <p:sp>
        <p:nvSpPr>
          <p:cNvPr id="257" name="TextBox 256">
            <a:extLst>
              <a:ext uri="{FF2B5EF4-FFF2-40B4-BE49-F238E27FC236}">
                <a16:creationId xmlns:a16="http://schemas.microsoft.com/office/drawing/2014/main" id="{96A78839-2BF6-5CBC-9681-2B52989B3877}"/>
              </a:ext>
            </a:extLst>
          </p:cNvPr>
          <p:cNvSpPr txBox="1"/>
          <p:nvPr/>
        </p:nvSpPr>
        <p:spPr>
          <a:xfrm>
            <a:off x="7496942" y="5995850"/>
            <a:ext cx="548233" cy="369332"/>
          </a:xfrm>
          <a:prstGeom prst="rect">
            <a:avLst/>
          </a:prstGeom>
          <a:noFill/>
        </p:spPr>
        <p:txBody>
          <a:bodyPr wrap="square" rtlCol="0">
            <a:spAutoFit/>
          </a:bodyPr>
          <a:lstStyle/>
          <a:p>
            <a:r>
              <a:rPr lang="en-US" dirty="0">
                <a:solidFill>
                  <a:srgbClr val="FF0000"/>
                </a:solidFill>
              </a:rPr>
              <a:t>XX</a:t>
            </a:r>
          </a:p>
        </p:txBody>
      </p:sp>
      <p:sp>
        <p:nvSpPr>
          <p:cNvPr id="258" name="TextBox 257">
            <a:extLst>
              <a:ext uri="{FF2B5EF4-FFF2-40B4-BE49-F238E27FC236}">
                <a16:creationId xmlns:a16="http://schemas.microsoft.com/office/drawing/2014/main" id="{CEF2A2D7-2996-EBA7-FF91-FAE0E997FA11}"/>
              </a:ext>
            </a:extLst>
          </p:cNvPr>
          <p:cNvSpPr txBox="1"/>
          <p:nvPr/>
        </p:nvSpPr>
        <p:spPr>
          <a:xfrm>
            <a:off x="7884293" y="4427770"/>
            <a:ext cx="508903" cy="369332"/>
          </a:xfrm>
          <a:prstGeom prst="rect">
            <a:avLst/>
          </a:prstGeom>
          <a:noFill/>
        </p:spPr>
        <p:txBody>
          <a:bodyPr wrap="square" rtlCol="0">
            <a:spAutoFit/>
          </a:bodyPr>
          <a:lstStyle/>
          <a:p>
            <a:r>
              <a:rPr lang="en-US" dirty="0"/>
              <a:t>Q</a:t>
            </a:r>
          </a:p>
        </p:txBody>
      </p:sp>
      <p:sp>
        <p:nvSpPr>
          <p:cNvPr id="259" name="TextBox 258">
            <a:extLst>
              <a:ext uri="{FF2B5EF4-FFF2-40B4-BE49-F238E27FC236}">
                <a16:creationId xmlns:a16="http://schemas.microsoft.com/office/drawing/2014/main" id="{ACC21BA5-5967-821D-76E6-971DF6D3800E}"/>
              </a:ext>
            </a:extLst>
          </p:cNvPr>
          <p:cNvSpPr txBox="1"/>
          <p:nvPr/>
        </p:nvSpPr>
        <p:spPr>
          <a:xfrm>
            <a:off x="7019054" y="5971500"/>
            <a:ext cx="508903" cy="369332"/>
          </a:xfrm>
          <a:prstGeom prst="rect">
            <a:avLst/>
          </a:prstGeom>
          <a:noFill/>
        </p:spPr>
        <p:txBody>
          <a:bodyPr wrap="square" rtlCol="0">
            <a:spAutoFit/>
          </a:bodyPr>
          <a:lstStyle/>
          <a:p>
            <a:r>
              <a:rPr lang="en-US" dirty="0"/>
              <a:t>Q</a:t>
            </a:r>
          </a:p>
        </p:txBody>
      </p:sp>
      <p:sp>
        <p:nvSpPr>
          <p:cNvPr id="260" name="TextBox 259">
            <a:extLst>
              <a:ext uri="{FF2B5EF4-FFF2-40B4-BE49-F238E27FC236}">
                <a16:creationId xmlns:a16="http://schemas.microsoft.com/office/drawing/2014/main" id="{C63F0FDB-BF83-8237-1A15-064CFE7B357B}"/>
              </a:ext>
            </a:extLst>
          </p:cNvPr>
          <p:cNvSpPr txBox="1"/>
          <p:nvPr/>
        </p:nvSpPr>
        <p:spPr>
          <a:xfrm>
            <a:off x="7845988" y="4637844"/>
            <a:ext cx="548233" cy="369332"/>
          </a:xfrm>
          <a:prstGeom prst="rect">
            <a:avLst/>
          </a:prstGeom>
          <a:noFill/>
        </p:spPr>
        <p:txBody>
          <a:bodyPr wrap="square" rtlCol="0">
            <a:spAutoFit/>
          </a:bodyPr>
          <a:lstStyle/>
          <a:p>
            <a:r>
              <a:rPr lang="en-US" dirty="0">
                <a:solidFill>
                  <a:srgbClr val="FF0000"/>
                </a:solidFill>
              </a:rPr>
              <a:t>XX</a:t>
            </a:r>
          </a:p>
        </p:txBody>
      </p:sp>
      <p:sp>
        <p:nvSpPr>
          <p:cNvPr id="261" name="TextBox 260">
            <a:extLst>
              <a:ext uri="{FF2B5EF4-FFF2-40B4-BE49-F238E27FC236}">
                <a16:creationId xmlns:a16="http://schemas.microsoft.com/office/drawing/2014/main" id="{D4E0CFAE-E113-16DB-1362-94285D099216}"/>
              </a:ext>
            </a:extLst>
          </p:cNvPr>
          <p:cNvSpPr txBox="1"/>
          <p:nvPr/>
        </p:nvSpPr>
        <p:spPr>
          <a:xfrm>
            <a:off x="7958035" y="5769874"/>
            <a:ext cx="508903" cy="369332"/>
          </a:xfrm>
          <a:prstGeom prst="rect">
            <a:avLst/>
          </a:prstGeom>
          <a:noFill/>
        </p:spPr>
        <p:txBody>
          <a:bodyPr wrap="square" rtlCol="0">
            <a:spAutoFit/>
          </a:bodyPr>
          <a:lstStyle/>
          <a:p>
            <a:r>
              <a:rPr lang="en-US" dirty="0"/>
              <a:t>Q</a:t>
            </a:r>
          </a:p>
        </p:txBody>
      </p:sp>
      <p:sp>
        <p:nvSpPr>
          <p:cNvPr id="262" name="TextBox 261">
            <a:extLst>
              <a:ext uri="{FF2B5EF4-FFF2-40B4-BE49-F238E27FC236}">
                <a16:creationId xmlns:a16="http://schemas.microsoft.com/office/drawing/2014/main" id="{97B425CF-D677-5318-93A2-9B0DBCF3A2E2}"/>
              </a:ext>
            </a:extLst>
          </p:cNvPr>
          <p:cNvSpPr txBox="1"/>
          <p:nvPr/>
        </p:nvSpPr>
        <p:spPr>
          <a:xfrm>
            <a:off x="7919730" y="5979948"/>
            <a:ext cx="548233" cy="369332"/>
          </a:xfrm>
          <a:prstGeom prst="rect">
            <a:avLst/>
          </a:prstGeom>
          <a:noFill/>
        </p:spPr>
        <p:txBody>
          <a:bodyPr wrap="square" rtlCol="0">
            <a:spAutoFit/>
          </a:bodyPr>
          <a:lstStyle/>
          <a:p>
            <a:r>
              <a:rPr lang="en-US" dirty="0">
                <a:solidFill>
                  <a:srgbClr val="FF0000"/>
                </a:solidFill>
              </a:rPr>
              <a:t>XX</a:t>
            </a:r>
          </a:p>
        </p:txBody>
      </p:sp>
      <p:pic>
        <p:nvPicPr>
          <p:cNvPr id="263" name="Picture 262">
            <a:extLst>
              <a:ext uri="{FF2B5EF4-FFF2-40B4-BE49-F238E27FC236}">
                <a16:creationId xmlns:a16="http://schemas.microsoft.com/office/drawing/2014/main" id="{F3467F2E-1CB6-3357-AC3C-D3DED1CE87E5}"/>
              </a:ext>
            </a:extLst>
          </p:cNvPr>
          <p:cNvPicPr>
            <a:picLocks noChangeAspect="1"/>
          </p:cNvPicPr>
          <p:nvPr/>
        </p:nvPicPr>
        <p:blipFill>
          <a:blip r:embed="rId2"/>
          <a:srcRect l="22823" t="24659" r="60403" b="59857"/>
          <a:stretch/>
        </p:blipFill>
        <p:spPr>
          <a:xfrm>
            <a:off x="9388592" y="1285948"/>
            <a:ext cx="2045110" cy="1061884"/>
          </a:xfrm>
          <a:prstGeom prst="rect">
            <a:avLst/>
          </a:prstGeom>
        </p:spPr>
      </p:pic>
      <p:sp>
        <p:nvSpPr>
          <p:cNvPr id="264" name="TextBox 263">
            <a:extLst>
              <a:ext uri="{FF2B5EF4-FFF2-40B4-BE49-F238E27FC236}">
                <a16:creationId xmlns:a16="http://schemas.microsoft.com/office/drawing/2014/main" id="{42EE7964-8B53-F6F9-0F5F-FF51A1DCC8DC}"/>
              </a:ext>
            </a:extLst>
          </p:cNvPr>
          <p:cNvSpPr txBox="1"/>
          <p:nvPr/>
        </p:nvSpPr>
        <p:spPr>
          <a:xfrm>
            <a:off x="10850062" y="1971010"/>
            <a:ext cx="508903" cy="369332"/>
          </a:xfrm>
          <a:prstGeom prst="rect">
            <a:avLst/>
          </a:prstGeom>
          <a:noFill/>
        </p:spPr>
        <p:txBody>
          <a:bodyPr wrap="square" rtlCol="0">
            <a:spAutoFit/>
          </a:bodyPr>
          <a:lstStyle/>
          <a:p>
            <a:r>
              <a:rPr lang="en-US" dirty="0"/>
              <a:t>Q</a:t>
            </a:r>
          </a:p>
        </p:txBody>
      </p:sp>
      <p:sp>
        <p:nvSpPr>
          <p:cNvPr id="265" name="TextBox 264">
            <a:extLst>
              <a:ext uri="{FF2B5EF4-FFF2-40B4-BE49-F238E27FC236}">
                <a16:creationId xmlns:a16="http://schemas.microsoft.com/office/drawing/2014/main" id="{85C553F1-5F7A-9E93-15A9-D59BBD3CB6B0}"/>
              </a:ext>
            </a:extLst>
          </p:cNvPr>
          <p:cNvSpPr txBox="1"/>
          <p:nvPr/>
        </p:nvSpPr>
        <p:spPr>
          <a:xfrm>
            <a:off x="9483186" y="1339757"/>
            <a:ext cx="508903" cy="369332"/>
          </a:xfrm>
          <a:prstGeom prst="rect">
            <a:avLst/>
          </a:prstGeom>
          <a:noFill/>
        </p:spPr>
        <p:txBody>
          <a:bodyPr wrap="square" rtlCol="0">
            <a:spAutoFit/>
          </a:bodyPr>
          <a:lstStyle/>
          <a:p>
            <a:r>
              <a:rPr lang="en-US" dirty="0">
                <a:solidFill>
                  <a:srgbClr val="FF0000"/>
                </a:solidFill>
              </a:rPr>
              <a:t>XX</a:t>
            </a:r>
          </a:p>
        </p:txBody>
      </p:sp>
      <p:sp>
        <p:nvSpPr>
          <p:cNvPr id="266" name="TextBox 265">
            <a:extLst>
              <a:ext uri="{FF2B5EF4-FFF2-40B4-BE49-F238E27FC236}">
                <a16:creationId xmlns:a16="http://schemas.microsoft.com/office/drawing/2014/main" id="{32F8DF14-47F5-E8A1-E4B5-37432D7A400A}"/>
              </a:ext>
            </a:extLst>
          </p:cNvPr>
          <p:cNvSpPr txBox="1"/>
          <p:nvPr/>
        </p:nvSpPr>
        <p:spPr>
          <a:xfrm>
            <a:off x="10881906" y="1333328"/>
            <a:ext cx="508903" cy="369332"/>
          </a:xfrm>
          <a:prstGeom prst="rect">
            <a:avLst/>
          </a:prstGeom>
          <a:noFill/>
        </p:spPr>
        <p:txBody>
          <a:bodyPr wrap="square" rtlCol="0">
            <a:spAutoFit/>
          </a:bodyPr>
          <a:lstStyle/>
          <a:p>
            <a:r>
              <a:rPr lang="en-US" dirty="0">
                <a:solidFill>
                  <a:srgbClr val="FF0000"/>
                </a:solidFill>
              </a:rPr>
              <a:t>XX</a:t>
            </a:r>
          </a:p>
        </p:txBody>
      </p:sp>
      <p:sp>
        <p:nvSpPr>
          <p:cNvPr id="267" name="TextBox 266">
            <a:extLst>
              <a:ext uri="{FF2B5EF4-FFF2-40B4-BE49-F238E27FC236}">
                <a16:creationId xmlns:a16="http://schemas.microsoft.com/office/drawing/2014/main" id="{6C92EAFA-44D0-B13F-D555-0B5580FE9035}"/>
              </a:ext>
            </a:extLst>
          </p:cNvPr>
          <p:cNvSpPr txBox="1"/>
          <p:nvPr/>
        </p:nvSpPr>
        <p:spPr>
          <a:xfrm>
            <a:off x="10843766" y="1576949"/>
            <a:ext cx="508903" cy="369332"/>
          </a:xfrm>
          <a:prstGeom prst="rect">
            <a:avLst/>
          </a:prstGeom>
          <a:noFill/>
        </p:spPr>
        <p:txBody>
          <a:bodyPr wrap="square" rtlCol="0">
            <a:spAutoFit/>
          </a:bodyPr>
          <a:lstStyle/>
          <a:p>
            <a:r>
              <a:rPr lang="en-US" dirty="0">
                <a:solidFill>
                  <a:srgbClr val="FF0000"/>
                </a:solidFill>
              </a:rPr>
              <a:t>XX</a:t>
            </a:r>
          </a:p>
        </p:txBody>
      </p:sp>
      <p:sp>
        <p:nvSpPr>
          <p:cNvPr id="268" name="TextBox 267">
            <a:extLst>
              <a:ext uri="{FF2B5EF4-FFF2-40B4-BE49-F238E27FC236}">
                <a16:creationId xmlns:a16="http://schemas.microsoft.com/office/drawing/2014/main" id="{A6BF6243-9F32-8E95-2AAF-AB95D1A0E78E}"/>
              </a:ext>
            </a:extLst>
          </p:cNvPr>
          <p:cNvSpPr txBox="1"/>
          <p:nvPr/>
        </p:nvSpPr>
        <p:spPr>
          <a:xfrm>
            <a:off x="9429106" y="1963305"/>
            <a:ext cx="508903" cy="369332"/>
          </a:xfrm>
          <a:prstGeom prst="rect">
            <a:avLst/>
          </a:prstGeom>
          <a:noFill/>
        </p:spPr>
        <p:txBody>
          <a:bodyPr wrap="square" rtlCol="0">
            <a:spAutoFit/>
          </a:bodyPr>
          <a:lstStyle/>
          <a:p>
            <a:r>
              <a:rPr lang="en-US" dirty="0">
                <a:solidFill>
                  <a:srgbClr val="FF0000"/>
                </a:solidFill>
              </a:rPr>
              <a:t>XX</a:t>
            </a:r>
          </a:p>
        </p:txBody>
      </p:sp>
      <p:sp>
        <p:nvSpPr>
          <p:cNvPr id="269" name="TextBox 268">
            <a:extLst>
              <a:ext uri="{FF2B5EF4-FFF2-40B4-BE49-F238E27FC236}">
                <a16:creationId xmlns:a16="http://schemas.microsoft.com/office/drawing/2014/main" id="{73F2175D-C183-A0C1-87D7-4B163B9FE203}"/>
              </a:ext>
            </a:extLst>
          </p:cNvPr>
          <p:cNvSpPr txBox="1"/>
          <p:nvPr/>
        </p:nvSpPr>
        <p:spPr>
          <a:xfrm>
            <a:off x="9979713" y="1962881"/>
            <a:ext cx="508903" cy="369332"/>
          </a:xfrm>
          <a:prstGeom prst="rect">
            <a:avLst/>
          </a:prstGeom>
          <a:noFill/>
        </p:spPr>
        <p:txBody>
          <a:bodyPr wrap="square" rtlCol="0">
            <a:spAutoFit/>
          </a:bodyPr>
          <a:lstStyle/>
          <a:p>
            <a:r>
              <a:rPr lang="en-US" dirty="0">
                <a:solidFill>
                  <a:srgbClr val="FF0000"/>
                </a:solidFill>
              </a:rPr>
              <a:t>XX</a:t>
            </a:r>
          </a:p>
        </p:txBody>
      </p:sp>
      <p:sp>
        <p:nvSpPr>
          <p:cNvPr id="270" name="TextBox 269">
            <a:extLst>
              <a:ext uri="{FF2B5EF4-FFF2-40B4-BE49-F238E27FC236}">
                <a16:creationId xmlns:a16="http://schemas.microsoft.com/office/drawing/2014/main" id="{8DD3F68B-7AEA-9368-FE59-94DF9F730D94}"/>
              </a:ext>
            </a:extLst>
          </p:cNvPr>
          <p:cNvSpPr txBox="1"/>
          <p:nvPr/>
        </p:nvSpPr>
        <p:spPr>
          <a:xfrm>
            <a:off x="10416491" y="1749212"/>
            <a:ext cx="548233" cy="369332"/>
          </a:xfrm>
          <a:prstGeom prst="rect">
            <a:avLst/>
          </a:prstGeom>
          <a:noFill/>
        </p:spPr>
        <p:txBody>
          <a:bodyPr wrap="square" rtlCol="0">
            <a:spAutoFit/>
          </a:bodyPr>
          <a:lstStyle/>
          <a:p>
            <a:r>
              <a:rPr lang="en-US" dirty="0">
                <a:solidFill>
                  <a:srgbClr val="FF0000"/>
                </a:solidFill>
              </a:rPr>
              <a:t>XX</a:t>
            </a:r>
          </a:p>
        </p:txBody>
      </p:sp>
      <p:sp>
        <p:nvSpPr>
          <p:cNvPr id="271" name="TextBox 270">
            <a:extLst>
              <a:ext uri="{FF2B5EF4-FFF2-40B4-BE49-F238E27FC236}">
                <a16:creationId xmlns:a16="http://schemas.microsoft.com/office/drawing/2014/main" id="{EA6A8692-85E2-1A9B-FFD3-D0F5CE559392}"/>
              </a:ext>
            </a:extLst>
          </p:cNvPr>
          <p:cNvSpPr txBox="1"/>
          <p:nvPr/>
        </p:nvSpPr>
        <p:spPr>
          <a:xfrm>
            <a:off x="10410392" y="2004337"/>
            <a:ext cx="508903" cy="369332"/>
          </a:xfrm>
          <a:prstGeom prst="rect">
            <a:avLst/>
          </a:prstGeom>
          <a:noFill/>
        </p:spPr>
        <p:txBody>
          <a:bodyPr wrap="square" rtlCol="0">
            <a:spAutoFit/>
          </a:bodyPr>
          <a:lstStyle/>
          <a:p>
            <a:r>
              <a:rPr lang="en-US" dirty="0">
                <a:solidFill>
                  <a:srgbClr val="FF0000"/>
                </a:solidFill>
              </a:rPr>
              <a:t>XX</a:t>
            </a:r>
          </a:p>
        </p:txBody>
      </p:sp>
      <p:sp>
        <p:nvSpPr>
          <p:cNvPr id="272" name="TextBox 271">
            <a:extLst>
              <a:ext uri="{FF2B5EF4-FFF2-40B4-BE49-F238E27FC236}">
                <a16:creationId xmlns:a16="http://schemas.microsoft.com/office/drawing/2014/main" id="{926F4F1B-27B2-2CC4-65A7-21BE8B7015CF}"/>
              </a:ext>
            </a:extLst>
          </p:cNvPr>
          <p:cNvSpPr txBox="1"/>
          <p:nvPr/>
        </p:nvSpPr>
        <p:spPr>
          <a:xfrm>
            <a:off x="9958109" y="1567392"/>
            <a:ext cx="508903" cy="369332"/>
          </a:xfrm>
          <a:prstGeom prst="rect">
            <a:avLst/>
          </a:prstGeom>
          <a:noFill/>
        </p:spPr>
        <p:txBody>
          <a:bodyPr wrap="square" rtlCol="0">
            <a:spAutoFit/>
          </a:bodyPr>
          <a:lstStyle/>
          <a:p>
            <a:r>
              <a:rPr lang="en-US" dirty="0">
                <a:solidFill>
                  <a:srgbClr val="FF0000"/>
                </a:solidFill>
              </a:rPr>
              <a:t>XX</a:t>
            </a:r>
          </a:p>
        </p:txBody>
      </p:sp>
      <p:sp>
        <p:nvSpPr>
          <p:cNvPr id="273" name="TextBox 272">
            <a:extLst>
              <a:ext uri="{FF2B5EF4-FFF2-40B4-BE49-F238E27FC236}">
                <a16:creationId xmlns:a16="http://schemas.microsoft.com/office/drawing/2014/main" id="{3C24E934-ADF6-FCBE-7133-29011361A2FF}"/>
              </a:ext>
            </a:extLst>
          </p:cNvPr>
          <p:cNvSpPr txBox="1"/>
          <p:nvPr/>
        </p:nvSpPr>
        <p:spPr>
          <a:xfrm>
            <a:off x="10825315" y="1767273"/>
            <a:ext cx="508903" cy="369332"/>
          </a:xfrm>
          <a:prstGeom prst="rect">
            <a:avLst/>
          </a:prstGeom>
          <a:noFill/>
        </p:spPr>
        <p:txBody>
          <a:bodyPr wrap="square" rtlCol="0">
            <a:spAutoFit/>
          </a:bodyPr>
          <a:lstStyle/>
          <a:p>
            <a:r>
              <a:rPr lang="en-US" dirty="0">
                <a:solidFill>
                  <a:srgbClr val="FF0000"/>
                </a:solidFill>
              </a:rPr>
              <a:t>XX</a:t>
            </a:r>
          </a:p>
        </p:txBody>
      </p:sp>
      <p:pic>
        <p:nvPicPr>
          <p:cNvPr id="274" name="Picture 273">
            <a:extLst>
              <a:ext uri="{FF2B5EF4-FFF2-40B4-BE49-F238E27FC236}">
                <a16:creationId xmlns:a16="http://schemas.microsoft.com/office/drawing/2014/main" id="{EB5F431B-9663-870B-02C8-B6F6ED82ED1F}"/>
              </a:ext>
            </a:extLst>
          </p:cNvPr>
          <p:cNvPicPr>
            <a:picLocks noChangeAspect="1"/>
          </p:cNvPicPr>
          <p:nvPr/>
        </p:nvPicPr>
        <p:blipFill>
          <a:blip r:embed="rId2"/>
          <a:srcRect l="22823" t="24659" r="60403" b="59857"/>
          <a:stretch/>
        </p:blipFill>
        <p:spPr>
          <a:xfrm>
            <a:off x="9349888" y="2688003"/>
            <a:ext cx="2045110" cy="1061884"/>
          </a:xfrm>
          <a:prstGeom prst="rect">
            <a:avLst/>
          </a:prstGeom>
        </p:spPr>
      </p:pic>
      <p:sp>
        <p:nvSpPr>
          <p:cNvPr id="275" name="TextBox 274">
            <a:extLst>
              <a:ext uri="{FF2B5EF4-FFF2-40B4-BE49-F238E27FC236}">
                <a16:creationId xmlns:a16="http://schemas.microsoft.com/office/drawing/2014/main" id="{609F28EA-2098-0F6E-2057-37B5CA8637E0}"/>
              </a:ext>
            </a:extLst>
          </p:cNvPr>
          <p:cNvSpPr txBox="1"/>
          <p:nvPr/>
        </p:nvSpPr>
        <p:spPr>
          <a:xfrm>
            <a:off x="10944202" y="3353236"/>
            <a:ext cx="508903" cy="369332"/>
          </a:xfrm>
          <a:prstGeom prst="rect">
            <a:avLst/>
          </a:prstGeom>
          <a:noFill/>
        </p:spPr>
        <p:txBody>
          <a:bodyPr wrap="square" rtlCol="0">
            <a:spAutoFit/>
          </a:bodyPr>
          <a:lstStyle/>
          <a:p>
            <a:r>
              <a:rPr lang="en-US" dirty="0"/>
              <a:t>Q</a:t>
            </a:r>
          </a:p>
        </p:txBody>
      </p:sp>
      <p:sp>
        <p:nvSpPr>
          <p:cNvPr id="276" name="TextBox 275">
            <a:extLst>
              <a:ext uri="{FF2B5EF4-FFF2-40B4-BE49-F238E27FC236}">
                <a16:creationId xmlns:a16="http://schemas.microsoft.com/office/drawing/2014/main" id="{7FB6C691-B7CD-1CB0-F5EC-34A2CADD157A}"/>
              </a:ext>
            </a:extLst>
          </p:cNvPr>
          <p:cNvSpPr txBox="1"/>
          <p:nvPr/>
        </p:nvSpPr>
        <p:spPr>
          <a:xfrm>
            <a:off x="9444482" y="2741812"/>
            <a:ext cx="508903" cy="369332"/>
          </a:xfrm>
          <a:prstGeom prst="rect">
            <a:avLst/>
          </a:prstGeom>
          <a:noFill/>
        </p:spPr>
        <p:txBody>
          <a:bodyPr wrap="square" rtlCol="0">
            <a:spAutoFit/>
          </a:bodyPr>
          <a:lstStyle/>
          <a:p>
            <a:r>
              <a:rPr lang="en-US" dirty="0">
                <a:solidFill>
                  <a:srgbClr val="FF0000"/>
                </a:solidFill>
              </a:rPr>
              <a:t>XX</a:t>
            </a:r>
          </a:p>
        </p:txBody>
      </p:sp>
      <p:sp>
        <p:nvSpPr>
          <p:cNvPr id="277" name="TextBox 276">
            <a:extLst>
              <a:ext uri="{FF2B5EF4-FFF2-40B4-BE49-F238E27FC236}">
                <a16:creationId xmlns:a16="http://schemas.microsoft.com/office/drawing/2014/main" id="{2D643867-4DCC-7DE6-7DAA-1915232AA08E}"/>
              </a:ext>
            </a:extLst>
          </p:cNvPr>
          <p:cNvSpPr txBox="1"/>
          <p:nvPr/>
        </p:nvSpPr>
        <p:spPr>
          <a:xfrm>
            <a:off x="10843202" y="2735383"/>
            <a:ext cx="508903" cy="369332"/>
          </a:xfrm>
          <a:prstGeom prst="rect">
            <a:avLst/>
          </a:prstGeom>
          <a:noFill/>
        </p:spPr>
        <p:txBody>
          <a:bodyPr wrap="square" rtlCol="0">
            <a:spAutoFit/>
          </a:bodyPr>
          <a:lstStyle/>
          <a:p>
            <a:r>
              <a:rPr lang="en-US" dirty="0">
                <a:solidFill>
                  <a:srgbClr val="FF0000"/>
                </a:solidFill>
              </a:rPr>
              <a:t>XX</a:t>
            </a:r>
          </a:p>
        </p:txBody>
      </p:sp>
      <p:sp>
        <p:nvSpPr>
          <p:cNvPr id="278" name="TextBox 277">
            <a:extLst>
              <a:ext uri="{FF2B5EF4-FFF2-40B4-BE49-F238E27FC236}">
                <a16:creationId xmlns:a16="http://schemas.microsoft.com/office/drawing/2014/main" id="{6D5686B8-2575-49FB-ABA2-E0B9572AF555}"/>
              </a:ext>
            </a:extLst>
          </p:cNvPr>
          <p:cNvSpPr txBox="1"/>
          <p:nvPr/>
        </p:nvSpPr>
        <p:spPr>
          <a:xfrm>
            <a:off x="10805062" y="2979004"/>
            <a:ext cx="508903" cy="369332"/>
          </a:xfrm>
          <a:prstGeom prst="rect">
            <a:avLst/>
          </a:prstGeom>
          <a:noFill/>
        </p:spPr>
        <p:txBody>
          <a:bodyPr wrap="square" rtlCol="0">
            <a:spAutoFit/>
          </a:bodyPr>
          <a:lstStyle/>
          <a:p>
            <a:r>
              <a:rPr lang="en-US" dirty="0">
                <a:solidFill>
                  <a:srgbClr val="FF0000"/>
                </a:solidFill>
              </a:rPr>
              <a:t>XX</a:t>
            </a:r>
          </a:p>
        </p:txBody>
      </p:sp>
      <p:sp>
        <p:nvSpPr>
          <p:cNvPr id="279" name="TextBox 278">
            <a:extLst>
              <a:ext uri="{FF2B5EF4-FFF2-40B4-BE49-F238E27FC236}">
                <a16:creationId xmlns:a16="http://schemas.microsoft.com/office/drawing/2014/main" id="{301E6C39-FE3D-CA55-0DEA-77C7DF185588}"/>
              </a:ext>
            </a:extLst>
          </p:cNvPr>
          <p:cNvSpPr txBox="1"/>
          <p:nvPr/>
        </p:nvSpPr>
        <p:spPr>
          <a:xfrm>
            <a:off x="10379572" y="2970001"/>
            <a:ext cx="508903" cy="369332"/>
          </a:xfrm>
          <a:prstGeom prst="rect">
            <a:avLst/>
          </a:prstGeom>
          <a:noFill/>
        </p:spPr>
        <p:txBody>
          <a:bodyPr wrap="square" rtlCol="0">
            <a:spAutoFit/>
          </a:bodyPr>
          <a:lstStyle/>
          <a:p>
            <a:r>
              <a:rPr lang="en-US" dirty="0">
                <a:solidFill>
                  <a:srgbClr val="FF0000"/>
                </a:solidFill>
              </a:rPr>
              <a:t>XX</a:t>
            </a:r>
          </a:p>
        </p:txBody>
      </p:sp>
      <p:sp>
        <p:nvSpPr>
          <p:cNvPr id="280" name="TextBox 279">
            <a:extLst>
              <a:ext uri="{FF2B5EF4-FFF2-40B4-BE49-F238E27FC236}">
                <a16:creationId xmlns:a16="http://schemas.microsoft.com/office/drawing/2014/main" id="{A47E19E1-034A-0848-F3FA-93C0BE808C20}"/>
              </a:ext>
            </a:extLst>
          </p:cNvPr>
          <p:cNvSpPr txBox="1"/>
          <p:nvPr/>
        </p:nvSpPr>
        <p:spPr>
          <a:xfrm>
            <a:off x="9429732" y="2992893"/>
            <a:ext cx="508903" cy="369332"/>
          </a:xfrm>
          <a:prstGeom prst="rect">
            <a:avLst/>
          </a:prstGeom>
          <a:noFill/>
        </p:spPr>
        <p:txBody>
          <a:bodyPr wrap="square" rtlCol="0">
            <a:spAutoFit/>
          </a:bodyPr>
          <a:lstStyle/>
          <a:p>
            <a:r>
              <a:rPr lang="en-US" dirty="0">
                <a:solidFill>
                  <a:srgbClr val="FF0000"/>
                </a:solidFill>
              </a:rPr>
              <a:t>XX</a:t>
            </a:r>
          </a:p>
        </p:txBody>
      </p:sp>
      <p:sp>
        <p:nvSpPr>
          <p:cNvPr id="281" name="TextBox 280">
            <a:extLst>
              <a:ext uri="{FF2B5EF4-FFF2-40B4-BE49-F238E27FC236}">
                <a16:creationId xmlns:a16="http://schemas.microsoft.com/office/drawing/2014/main" id="{6A7E8AFF-2142-4577-E747-1E044D2D680B}"/>
              </a:ext>
            </a:extLst>
          </p:cNvPr>
          <p:cNvSpPr txBox="1"/>
          <p:nvPr/>
        </p:nvSpPr>
        <p:spPr>
          <a:xfrm>
            <a:off x="10839903" y="3158525"/>
            <a:ext cx="548233" cy="369332"/>
          </a:xfrm>
          <a:prstGeom prst="rect">
            <a:avLst/>
          </a:prstGeom>
          <a:noFill/>
        </p:spPr>
        <p:txBody>
          <a:bodyPr wrap="square" rtlCol="0">
            <a:spAutoFit/>
          </a:bodyPr>
          <a:lstStyle/>
          <a:p>
            <a:r>
              <a:rPr lang="en-US" dirty="0">
                <a:solidFill>
                  <a:srgbClr val="FF0000"/>
                </a:solidFill>
              </a:rPr>
              <a:t>XX</a:t>
            </a:r>
          </a:p>
        </p:txBody>
      </p:sp>
      <p:sp>
        <p:nvSpPr>
          <p:cNvPr id="282" name="TextBox 281">
            <a:extLst>
              <a:ext uri="{FF2B5EF4-FFF2-40B4-BE49-F238E27FC236}">
                <a16:creationId xmlns:a16="http://schemas.microsoft.com/office/drawing/2014/main" id="{73E9F5E7-6B02-93F5-6563-E16D8CA767DA}"/>
              </a:ext>
            </a:extLst>
          </p:cNvPr>
          <p:cNvSpPr txBox="1"/>
          <p:nvPr/>
        </p:nvSpPr>
        <p:spPr>
          <a:xfrm>
            <a:off x="9919405" y="2969447"/>
            <a:ext cx="508903" cy="369332"/>
          </a:xfrm>
          <a:prstGeom prst="rect">
            <a:avLst/>
          </a:prstGeom>
          <a:noFill/>
        </p:spPr>
        <p:txBody>
          <a:bodyPr wrap="square" rtlCol="0">
            <a:spAutoFit/>
          </a:bodyPr>
          <a:lstStyle/>
          <a:p>
            <a:r>
              <a:rPr lang="en-US" dirty="0">
                <a:solidFill>
                  <a:srgbClr val="FF0000"/>
                </a:solidFill>
              </a:rPr>
              <a:t>XX</a:t>
            </a:r>
          </a:p>
        </p:txBody>
      </p:sp>
      <p:sp>
        <p:nvSpPr>
          <p:cNvPr id="283" name="TextBox 282">
            <a:extLst>
              <a:ext uri="{FF2B5EF4-FFF2-40B4-BE49-F238E27FC236}">
                <a16:creationId xmlns:a16="http://schemas.microsoft.com/office/drawing/2014/main" id="{26B1A965-9073-CF1E-3DFD-E433323C9F9D}"/>
              </a:ext>
            </a:extLst>
          </p:cNvPr>
          <p:cNvSpPr txBox="1"/>
          <p:nvPr/>
        </p:nvSpPr>
        <p:spPr>
          <a:xfrm>
            <a:off x="9929651" y="3429000"/>
            <a:ext cx="508903" cy="369332"/>
          </a:xfrm>
          <a:prstGeom prst="rect">
            <a:avLst/>
          </a:prstGeom>
          <a:noFill/>
        </p:spPr>
        <p:txBody>
          <a:bodyPr wrap="square" rtlCol="0">
            <a:spAutoFit/>
          </a:bodyPr>
          <a:lstStyle/>
          <a:p>
            <a:r>
              <a:rPr lang="en-US" dirty="0">
                <a:solidFill>
                  <a:srgbClr val="FF0000"/>
                </a:solidFill>
              </a:rPr>
              <a:t>XX</a:t>
            </a:r>
          </a:p>
        </p:txBody>
      </p:sp>
      <p:sp>
        <p:nvSpPr>
          <p:cNvPr id="284" name="TextBox 283">
            <a:extLst>
              <a:ext uri="{FF2B5EF4-FFF2-40B4-BE49-F238E27FC236}">
                <a16:creationId xmlns:a16="http://schemas.microsoft.com/office/drawing/2014/main" id="{6FA642EE-AB88-7D12-043A-28E05945B93D}"/>
              </a:ext>
            </a:extLst>
          </p:cNvPr>
          <p:cNvSpPr txBox="1"/>
          <p:nvPr/>
        </p:nvSpPr>
        <p:spPr>
          <a:xfrm>
            <a:off x="9927846" y="2715391"/>
            <a:ext cx="508903" cy="369332"/>
          </a:xfrm>
          <a:prstGeom prst="rect">
            <a:avLst/>
          </a:prstGeom>
          <a:noFill/>
        </p:spPr>
        <p:txBody>
          <a:bodyPr wrap="square" rtlCol="0">
            <a:spAutoFit/>
          </a:bodyPr>
          <a:lstStyle/>
          <a:p>
            <a:r>
              <a:rPr lang="en-US" dirty="0"/>
              <a:t>Q</a:t>
            </a:r>
          </a:p>
        </p:txBody>
      </p:sp>
      <p:sp>
        <p:nvSpPr>
          <p:cNvPr id="285" name="TextBox 284">
            <a:extLst>
              <a:ext uri="{FF2B5EF4-FFF2-40B4-BE49-F238E27FC236}">
                <a16:creationId xmlns:a16="http://schemas.microsoft.com/office/drawing/2014/main" id="{2FE34DDF-A64C-AF9D-D17B-7B81E815528B}"/>
              </a:ext>
            </a:extLst>
          </p:cNvPr>
          <p:cNvSpPr txBox="1"/>
          <p:nvPr/>
        </p:nvSpPr>
        <p:spPr>
          <a:xfrm>
            <a:off x="9891847" y="3182094"/>
            <a:ext cx="548233" cy="369332"/>
          </a:xfrm>
          <a:prstGeom prst="rect">
            <a:avLst/>
          </a:prstGeom>
          <a:noFill/>
        </p:spPr>
        <p:txBody>
          <a:bodyPr wrap="square" rtlCol="0">
            <a:spAutoFit/>
          </a:bodyPr>
          <a:lstStyle/>
          <a:p>
            <a:r>
              <a:rPr lang="en-US" dirty="0">
                <a:solidFill>
                  <a:srgbClr val="FF0000"/>
                </a:solidFill>
              </a:rPr>
              <a:t>XX</a:t>
            </a:r>
          </a:p>
        </p:txBody>
      </p:sp>
      <p:sp>
        <p:nvSpPr>
          <p:cNvPr id="286" name="TextBox 285">
            <a:extLst>
              <a:ext uri="{FF2B5EF4-FFF2-40B4-BE49-F238E27FC236}">
                <a16:creationId xmlns:a16="http://schemas.microsoft.com/office/drawing/2014/main" id="{8773FC9B-B29F-5FE5-6BCE-25CB6137850C}"/>
              </a:ext>
            </a:extLst>
          </p:cNvPr>
          <p:cNvSpPr txBox="1"/>
          <p:nvPr/>
        </p:nvSpPr>
        <p:spPr>
          <a:xfrm>
            <a:off x="9424808" y="3407576"/>
            <a:ext cx="548233" cy="369332"/>
          </a:xfrm>
          <a:prstGeom prst="rect">
            <a:avLst/>
          </a:prstGeom>
          <a:noFill/>
        </p:spPr>
        <p:txBody>
          <a:bodyPr wrap="square" rtlCol="0">
            <a:spAutoFit/>
          </a:bodyPr>
          <a:lstStyle/>
          <a:p>
            <a:r>
              <a:rPr lang="en-US" dirty="0">
                <a:solidFill>
                  <a:srgbClr val="FF0000"/>
                </a:solidFill>
              </a:rPr>
              <a:t>XX</a:t>
            </a:r>
          </a:p>
        </p:txBody>
      </p:sp>
      <p:sp>
        <p:nvSpPr>
          <p:cNvPr id="287" name="TextBox 286">
            <a:extLst>
              <a:ext uri="{FF2B5EF4-FFF2-40B4-BE49-F238E27FC236}">
                <a16:creationId xmlns:a16="http://schemas.microsoft.com/office/drawing/2014/main" id="{C0354743-62B9-71B1-829F-73C5AF286EA5}"/>
              </a:ext>
            </a:extLst>
          </p:cNvPr>
          <p:cNvSpPr txBox="1"/>
          <p:nvPr/>
        </p:nvSpPr>
        <p:spPr>
          <a:xfrm>
            <a:off x="10412200" y="3391491"/>
            <a:ext cx="548233" cy="369332"/>
          </a:xfrm>
          <a:prstGeom prst="rect">
            <a:avLst/>
          </a:prstGeom>
          <a:noFill/>
        </p:spPr>
        <p:txBody>
          <a:bodyPr wrap="square" rtlCol="0">
            <a:spAutoFit/>
          </a:bodyPr>
          <a:lstStyle/>
          <a:p>
            <a:r>
              <a:rPr lang="en-US" dirty="0">
                <a:solidFill>
                  <a:srgbClr val="FF0000"/>
                </a:solidFill>
              </a:rPr>
              <a:t>XX</a:t>
            </a:r>
          </a:p>
        </p:txBody>
      </p:sp>
      <p:pic>
        <p:nvPicPr>
          <p:cNvPr id="288" name="Picture 287">
            <a:extLst>
              <a:ext uri="{FF2B5EF4-FFF2-40B4-BE49-F238E27FC236}">
                <a16:creationId xmlns:a16="http://schemas.microsoft.com/office/drawing/2014/main" id="{684CE69B-CAA3-9E44-0ED6-086B1B97E2D2}"/>
              </a:ext>
            </a:extLst>
          </p:cNvPr>
          <p:cNvPicPr>
            <a:picLocks noChangeAspect="1"/>
          </p:cNvPicPr>
          <p:nvPr/>
        </p:nvPicPr>
        <p:blipFill>
          <a:blip r:embed="rId2"/>
          <a:srcRect l="22823" t="24659" r="60403" b="59857"/>
          <a:stretch/>
        </p:blipFill>
        <p:spPr>
          <a:xfrm>
            <a:off x="9226985" y="3960839"/>
            <a:ext cx="2045110" cy="1061884"/>
          </a:xfrm>
          <a:prstGeom prst="rect">
            <a:avLst/>
          </a:prstGeom>
        </p:spPr>
      </p:pic>
      <p:sp>
        <p:nvSpPr>
          <p:cNvPr id="289" name="TextBox 288">
            <a:extLst>
              <a:ext uri="{FF2B5EF4-FFF2-40B4-BE49-F238E27FC236}">
                <a16:creationId xmlns:a16="http://schemas.microsoft.com/office/drawing/2014/main" id="{5B87ADD7-B37C-DB13-370C-3754E1A3E781}"/>
              </a:ext>
            </a:extLst>
          </p:cNvPr>
          <p:cNvSpPr txBox="1"/>
          <p:nvPr/>
        </p:nvSpPr>
        <p:spPr>
          <a:xfrm>
            <a:off x="9752673" y="4018404"/>
            <a:ext cx="508903" cy="369332"/>
          </a:xfrm>
          <a:prstGeom prst="rect">
            <a:avLst/>
          </a:prstGeom>
          <a:noFill/>
        </p:spPr>
        <p:txBody>
          <a:bodyPr wrap="square" rtlCol="0">
            <a:spAutoFit/>
          </a:bodyPr>
          <a:lstStyle/>
          <a:p>
            <a:r>
              <a:rPr lang="en-US" dirty="0"/>
              <a:t>Q</a:t>
            </a:r>
          </a:p>
        </p:txBody>
      </p:sp>
      <p:sp>
        <p:nvSpPr>
          <p:cNvPr id="290" name="TextBox 289">
            <a:extLst>
              <a:ext uri="{FF2B5EF4-FFF2-40B4-BE49-F238E27FC236}">
                <a16:creationId xmlns:a16="http://schemas.microsoft.com/office/drawing/2014/main" id="{1CCF1890-AD28-2CC7-1156-8828FF476657}"/>
              </a:ext>
            </a:extLst>
          </p:cNvPr>
          <p:cNvSpPr txBox="1"/>
          <p:nvPr/>
        </p:nvSpPr>
        <p:spPr>
          <a:xfrm>
            <a:off x="9321579" y="4014648"/>
            <a:ext cx="508903" cy="369332"/>
          </a:xfrm>
          <a:prstGeom prst="rect">
            <a:avLst/>
          </a:prstGeom>
          <a:noFill/>
        </p:spPr>
        <p:txBody>
          <a:bodyPr wrap="square" rtlCol="0">
            <a:spAutoFit/>
          </a:bodyPr>
          <a:lstStyle/>
          <a:p>
            <a:r>
              <a:rPr lang="en-US" dirty="0">
                <a:solidFill>
                  <a:srgbClr val="FF0000"/>
                </a:solidFill>
              </a:rPr>
              <a:t>XX</a:t>
            </a:r>
          </a:p>
        </p:txBody>
      </p:sp>
      <p:sp>
        <p:nvSpPr>
          <p:cNvPr id="291" name="TextBox 290">
            <a:extLst>
              <a:ext uri="{FF2B5EF4-FFF2-40B4-BE49-F238E27FC236}">
                <a16:creationId xmlns:a16="http://schemas.microsoft.com/office/drawing/2014/main" id="{8A3D6E62-7A47-E349-209E-F92E7C4F6A41}"/>
              </a:ext>
            </a:extLst>
          </p:cNvPr>
          <p:cNvSpPr txBox="1"/>
          <p:nvPr/>
        </p:nvSpPr>
        <p:spPr>
          <a:xfrm>
            <a:off x="10720299" y="4008219"/>
            <a:ext cx="508903" cy="369332"/>
          </a:xfrm>
          <a:prstGeom prst="rect">
            <a:avLst/>
          </a:prstGeom>
          <a:noFill/>
        </p:spPr>
        <p:txBody>
          <a:bodyPr wrap="square" rtlCol="0">
            <a:spAutoFit/>
          </a:bodyPr>
          <a:lstStyle/>
          <a:p>
            <a:r>
              <a:rPr lang="en-US" dirty="0">
                <a:solidFill>
                  <a:srgbClr val="FF0000"/>
                </a:solidFill>
              </a:rPr>
              <a:t>XX</a:t>
            </a:r>
          </a:p>
        </p:txBody>
      </p:sp>
      <p:sp>
        <p:nvSpPr>
          <p:cNvPr id="292" name="TextBox 291">
            <a:extLst>
              <a:ext uri="{FF2B5EF4-FFF2-40B4-BE49-F238E27FC236}">
                <a16:creationId xmlns:a16="http://schemas.microsoft.com/office/drawing/2014/main" id="{E1AD9CC9-5489-A306-96A8-DB97910BFC3F}"/>
              </a:ext>
            </a:extLst>
          </p:cNvPr>
          <p:cNvSpPr txBox="1"/>
          <p:nvPr/>
        </p:nvSpPr>
        <p:spPr>
          <a:xfrm>
            <a:off x="10682159" y="4251840"/>
            <a:ext cx="508903" cy="369332"/>
          </a:xfrm>
          <a:prstGeom prst="rect">
            <a:avLst/>
          </a:prstGeom>
          <a:noFill/>
        </p:spPr>
        <p:txBody>
          <a:bodyPr wrap="square" rtlCol="0">
            <a:spAutoFit/>
          </a:bodyPr>
          <a:lstStyle/>
          <a:p>
            <a:r>
              <a:rPr lang="en-US" dirty="0">
                <a:solidFill>
                  <a:srgbClr val="FF0000"/>
                </a:solidFill>
              </a:rPr>
              <a:t>XX</a:t>
            </a:r>
          </a:p>
        </p:txBody>
      </p:sp>
      <p:sp>
        <p:nvSpPr>
          <p:cNvPr id="293" name="TextBox 292">
            <a:extLst>
              <a:ext uri="{FF2B5EF4-FFF2-40B4-BE49-F238E27FC236}">
                <a16:creationId xmlns:a16="http://schemas.microsoft.com/office/drawing/2014/main" id="{1876B54A-8FA9-27A2-F380-64502060BE4F}"/>
              </a:ext>
            </a:extLst>
          </p:cNvPr>
          <p:cNvSpPr txBox="1"/>
          <p:nvPr/>
        </p:nvSpPr>
        <p:spPr>
          <a:xfrm>
            <a:off x="9748194" y="4655863"/>
            <a:ext cx="508903" cy="369332"/>
          </a:xfrm>
          <a:prstGeom prst="rect">
            <a:avLst/>
          </a:prstGeom>
          <a:noFill/>
        </p:spPr>
        <p:txBody>
          <a:bodyPr wrap="square" rtlCol="0">
            <a:spAutoFit/>
          </a:bodyPr>
          <a:lstStyle/>
          <a:p>
            <a:r>
              <a:rPr lang="en-US" dirty="0">
                <a:solidFill>
                  <a:srgbClr val="FF0000"/>
                </a:solidFill>
              </a:rPr>
              <a:t>XX</a:t>
            </a:r>
          </a:p>
        </p:txBody>
      </p:sp>
      <p:sp>
        <p:nvSpPr>
          <p:cNvPr id="294" name="TextBox 293">
            <a:extLst>
              <a:ext uri="{FF2B5EF4-FFF2-40B4-BE49-F238E27FC236}">
                <a16:creationId xmlns:a16="http://schemas.microsoft.com/office/drawing/2014/main" id="{8339903D-5442-3631-79E0-E0B3882AAB98}"/>
              </a:ext>
            </a:extLst>
          </p:cNvPr>
          <p:cNvSpPr txBox="1"/>
          <p:nvPr/>
        </p:nvSpPr>
        <p:spPr>
          <a:xfrm>
            <a:off x="10250725" y="4233751"/>
            <a:ext cx="508903" cy="369332"/>
          </a:xfrm>
          <a:prstGeom prst="rect">
            <a:avLst/>
          </a:prstGeom>
          <a:noFill/>
        </p:spPr>
        <p:txBody>
          <a:bodyPr wrap="square" rtlCol="0">
            <a:spAutoFit/>
          </a:bodyPr>
          <a:lstStyle/>
          <a:p>
            <a:r>
              <a:rPr lang="en-US" dirty="0">
                <a:solidFill>
                  <a:srgbClr val="FF0000"/>
                </a:solidFill>
              </a:rPr>
              <a:t>XX</a:t>
            </a:r>
          </a:p>
        </p:txBody>
      </p:sp>
      <p:sp>
        <p:nvSpPr>
          <p:cNvPr id="295" name="TextBox 294">
            <a:extLst>
              <a:ext uri="{FF2B5EF4-FFF2-40B4-BE49-F238E27FC236}">
                <a16:creationId xmlns:a16="http://schemas.microsoft.com/office/drawing/2014/main" id="{93A55624-1C5E-D10F-4E37-63ECD6E4350B}"/>
              </a:ext>
            </a:extLst>
          </p:cNvPr>
          <p:cNvSpPr txBox="1"/>
          <p:nvPr/>
        </p:nvSpPr>
        <p:spPr>
          <a:xfrm>
            <a:off x="10254884" y="4424103"/>
            <a:ext cx="548233" cy="369332"/>
          </a:xfrm>
          <a:prstGeom prst="rect">
            <a:avLst/>
          </a:prstGeom>
          <a:noFill/>
        </p:spPr>
        <p:txBody>
          <a:bodyPr wrap="square" rtlCol="0">
            <a:spAutoFit/>
          </a:bodyPr>
          <a:lstStyle/>
          <a:p>
            <a:r>
              <a:rPr lang="en-US" dirty="0">
                <a:solidFill>
                  <a:srgbClr val="FF0000"/>
                </a:solidFill>
              </a:rPr>
              <a:t>XX</a:t>
            </a:r>
          </a:p>
        </p:txBody>
      </p:sp>
      <p:sp>
        <p:nvSpPr>
          <p:cNvPr id="296" name="TextBox 295">
            <a:extLst>
              <a:ext uri="{FF2B5EF4-FFF2-40B4-BE49-F238E27FC236}">
                <a16:creationId xmlns:a16="http://schemas.microsoft.com/office/drawing/2014/main" id="{43397649-9B11-A590-4FB1-A22BF67EC870}"/>
              </a:ext>
            </a:extLst>
          </p:cNvPr>
          <p:cNvSpPr txBox="1"/>
          <p:nvPr/>
        </p:nvSpPr>
        <p:spPr>
          <a:xfrm>
            <a:off x="9796502" y="4242283"/>
            <a:ext cx="508903" cy="369332"/>
          </a:xfrm>
          <a:prstGeom prst="rect">
            <a:avLst/>
          </a:prstGeom>
          <a:noFill/>
        </p:spPr>
        <p:txBody>
          <a:bodyPr wrap="square" rtlCol="0">
            <a:spAutoFit/>
          </a:bodyPr>
          <a:lstStyle/>
          <a:p>
            <a:r>
              <a:rPr lang="en-US" dirty="0">
                <a:solidFill>
                  <a:srgbClr val="FF0000"/>
                </a:solidFill>
              </a:rPr>
              <a:t>XX</a:t>
            </a:r>
          </a:p>
        </p:txBody>
      </p:sp>
      <p:sp>
        <p:nvSpPr>
          <p:cNvPr id="297" name="TextBox 296">
            <a:extLst>
              <a:ext uri="{FF2B5EF4-FFF2-40B4-BE49-F238E27FC236}">
                <a16:creationId xmlns:a16="http://schemas.microsoft.com/office/drawing/2014/main" id="{AEC7DB8A-1EA6-F289-AD6F-3AE9BC9F0DF2}"/>
              </a:ext>
            </a:extLst>
          </p:cNvPr>
          <p:cNvSpPr txBox="1"/>
          <p:nvPr/>
        </p:nvSpPr>
        <p:spPr>
          <a:xfrm>
            <a:off x="9314879" y="4266205"/>
            <a:ext cx="508903" cy="369332"/>
          </a:xfrm>
          <a:prstGeom prst="rect">
            <a:avLst/>
          </a:prstGeom>
          <a:noFill/>
        </p:spPr>
        <p:txBody>
          <a:bodyPr wrap="square" rtlCol="0">
            <a:spAutoFit/>
          </a:bodyPr>
          <a:lstStyle/>
          <a:p>
            <a:r>
              <a:rPr lang="en-US" dirty="0">
                <a:solidFill>
                  <a:srgbClr val="FF0000"/>
                </a:solidFill>
              </a:rPr>
              <a:t>XX</a:t>
            </a:r>
          </a:p>
        </p:txBody>
      </p:sp>
      <p:sp>
        <p:nvSpPr>
          <p:cNvPr id="298" name="TextBox 297">
            <a:extLst>
              <a:ext uri="{FF2B5EF4-FFF2-40B4-BE49-F238E27FC236}">
                <a16:creationId xmlns:a16="http://schemas.microsoft.com/office/drawing/2014/main" id="{023B5B16-207E-A515-299B-41EA5EC1ACB8}"/>
              </a:ext>
            </a:extLst>
          </p:cNvPr>
          <p:cNvSpPr txBox="1"/>
          <p:nvPr/>
        </p:nvSpPr>
        <p:spPr>
          <a:xfrm>
            <a:off x="9332995" y="4432156"/>
            <a:ext cx="508903" cy="369332"/>
          </a:xfrm>
          <a:prstGeom prst="rect">
            <a:avLst/>
          </a:prstGeom>
          <a:noFill/>
        </p:spPr>
        <p:txBody>
          <a:bodyPr wrap="square" rtlCol="0">
            <a:spAutoFit/>
          </a:bodyPr>
          <a:lstStyle/>
          <a:p>
            <a:r>
              <a:rPr lang="en-US" dirty="0"/>
              <a:t>Q</a:t>
            </a:r>
          </a:p>
        </p:txBody>
      </p:sp>
      <p:sp>
        <p:nvSpPr>
          <p:cNvPr id="299" name="TextBox 298">
            <a:extLst>
              <a:ext uri="{FF2B5EF4-FFF2-40B4-BE49-F238E27FC236}">
                <a16:creationId xmlns:a16="http://schemas.microsoft.com/office/drawing/2014/main" id="{DCCFD633-1D10-29AB-0897-F12F5C5D8730}"/>
              </a:ext>
            </a:extLst>
          </p:cNvPr>
          <p:cNvSpPr txBox="1"/>
          <p:nvPr/>
        </p:nvSpPr>
        <p:spPr>
          <a:xfrm>
            <a:off x="9768944" y="4454930"/>
            <a:ext cx="548233" cy="369332"/>
          </a:xfrm>
          <a:prstGeom prst="rect">
            <a:avLst/>
          </a:prstGeom>
          <a:noFill/>
        </p:spPr>
        <p:txBody>
          <a:bodyPr wrap="square" rtlCol="0">
            <a:spAutoFit/>
          </a:bodyPr>
          <a:lstStyle/>
          <a:p>
            <a:r>
              <a:rPr lang="en-US" dirty="0">
                <a:solidFill>
                  <a:srgbClr val="FF0000"/>
                </a:solidFill>
              </a:rPr>
              <a:t>XX</a:t>
            </a:r>
          </a:p>
        </p:txBody>
      </p:sp>
      <p:sp>
        <p:nvSpPr>
          <p:cNvPr id="300" name="TextBox 299">
            <a:extLst>
              <a:ext uri="{FF2B5EF4-FFF2-40B4-BE49-F238E27FC236}">
                <a16:creationId xmlns:a16="http://schemas.microsoft.com/office/drawing/2014/main" id="{6C605DB9-24A5-D72C-4763-3F732A45DA5F}"/>
              </a:ext>
            </a:extLst>
          </p:cNvPr>
          <p:cNvSpPr txBox="1"/>
          <p:nvPr/>
        </p:nvSpPr>
        <p:spPr>
          <a:xfrm>
            <a:off x="9301905" y="4680412"/>
            <a:ext cx="548233" cy="369332"/>
          </a:xfrm>
          <a:prstGeom prst="rect">
            <a:avLst/>
          </a:prstGeom>
          <a:noFill/>
        </p:spPr>
        <p:txBody>
          <a:bodyPr wrap="square" rtlCol="0">
            <a:spAutoFit/>
          </a:bodyPr>
          <a:lstStyle/>
          <a:p>
            <a:r>
              <a:rPr lang="en-US" dirty="0">
                <a:solidFill>
                  <a:srgbClr val="FF0000"/>
                </a:solidFill>
              </a:rPr>
              <a:t>XX</a:t>
            </a:r>
          </a:p>
        </p:txBody>
      </p:sp>
      <p:sp>
        <p:nvSpPr>
          <p:cNvPr id="301" name="TextBox 300">
            <a:extLst>
              <a:ext uri="{FF2B5EF4-FFF2-40B4-BE49-F238E27FC236}">
                <a16:creationId xmlns:a16="http://schemas.microsoft.com/office/drawing/2014/main" id="{FFE91320-1148-850B-977E-F015B70BBC9F}"/>
              </a:ext>
            </a:extLst>
          </p:cNvPr>
          <p:cNvSpPr txBox="1"/>
          <p:nvPr/>
        </p:nvSpPr>
        <p:spPr>
          <a:xfrm>
            <a:off x="10289297" y="4664327"/>
            <a:ext cx="548233" cy="369332"/>
          </a:xfrm>
          <a:prstGeom prst="rect">
            <a:avLst/>
          </a:prstGeom>
          <a:noFill/>
        </p:spPr>
        <p:txBody>
          <a:bodyPr wrap="square" rtlCol="0">
            <a:spAutoFit/>
          </a:bodyPr>
          <a:lstStyle/>
          <a:p>
            <a:r>
              <a:rPr lang="en-US" dirty="0">
                <a:solidFill>
                  <a:srgbClr val="FF0000"/>
                </a:solidFill>
              </a:rPr>
              <a:t>XX</a:t>
            </a:r>
          </a:p>
        </p:txBody>
      </p:sp>
      <p:sp>
        <p:nvSpPr>
          <p:cNvPr id="302" name="TextBox 301">
            <a:extLst>
              <a:ext uri="{FF2B5EF4-FFF2-40B4-BE49-F238E27FC236}">
                <a16:creationId xmlns:a16="http://schemas.microsoft.com/office/drawing/2014/main" id="{18C3724A-FC82-80FE-3615-F33EC24C5270}"/>
              </a:ext>
            </a:extLst>
          </p:cNvPr>
          <p:cNvSpPr txBox="1"/>
          <p:nvPr/>
        </p:nvSpPr>
        <p:spPr>
          <a:xfrm>
            <a:off x="10737084" y="4616822"/>
            <a:ext cx="508903" cy="369332"/>
          </a:xfrm>
          <a:prstGeom prst="rect">
            <a:avLst/>
          </a:prstGeom>
          <a:noFill/>
        </p:spPr>
        <p:txBody>
          <a:bodyPr wrap="square" rtlCol="0">
            <a:spAutoFit/>
          </a:bodyPr>
          <a:lstStyle/>
          <a:p>
            <a:r>
              <a:rPr lang="en-US" dirty="0"/>
              <a:t>Q</a:t>
            </a:r>
          </a:p>
        </p:txBody>
      </p:sp>
      <p:sp>
        <p:nvSpPr>
          <p:cNvPr id="303" name="TextBox 302">
            <a:extLst>
              <a:ext uri="{FF2B5EF4-FFF2-40B4-BE49-F238E27FC236}">
                <a16:creationId xmlns:a16="http://schemas.microsoft.com/office/drawing/2014/main" id="{6AD68593-F07C-5EE7-7E08-AA98464065EA}"/>
              </a:ext>
            </a:extLst>
          </p:cNvPr>
          <p:cNvSpPr txBox="1"/>
          <p:nvPr/>
        </p:nvSpPr>
        <p:spPr>
          <a:xfrm>
            <a:off x="10676312" y="4418969"/>
            <a:ext cx="548233" cy="369332"/>
          </a:xfrm>
          <a:prstGeom prst="rect">
            <a:avLst/>
          </a:prstGeom>
          <a:noFill/>
        </p:spPr>
        <p:txBody>
          <a:bodyPr wrap="square" rtlCol="0">
            <a:spAutoFit/>
          </a:bodyPr>
          <a:lstStyle/>
          <a:p>
            <a:r>
              <a:rPr lang="en-US" dirty="0">
                <a:solidFill>
                  <a:srgbClr val="FF0000"/>
                </a:solidFill>
              </a:rPr>
              <a:t>XX</a:t>
            </a:r>
          </a:p>
        </p:txBody>
      </p:sp>
      <p:sp>
        <p:nvSpPr>
          <p:cNvPr id="304" name="TextBox 303">
            <a:extLst>
              <a:ext uri="{FF2B5EF4-FFF2-40B4-BE49-F238E27FC236}">
                <a16:creationId xmlns:a16="http://schemas.microsoft.com/office/drawing/2014/main" id="{A97CBC94-4AFB-1B5B-F41E-C4EC1388A7BB}"/>
              </a:ext>
            </a:extLst>
          </p:cNvPr>
          <p:cNvSpPr txBox="1"/>
          <p:nvPr/>
        </p:nvSpPr>
        <p:spPr>
          <a:xfrm>
            <a:off x="10363038" y="2748982"/>
            <a:ext cx="548233" cy="369332"/>
          </a:xfrm>
          <a:prstGeom prst="rect">
            <a:avLst/>
          </a:prstGeom>
          <a:noFill/>
        </p:spPr>
        <p:txBody>
          <a:bodyPr wrap="square" rtlCol="0">
            <a:spAutoFit/>
          </a:bodyPr>
          <a:lstStyle/>
          <a:p>
            <a:r>
              <a:rPr lang="en-US" dirty="0">
                <a:solidFill>
                  <a:srgbClr val="FF0000"/>
                </a:solidFill>
              </a:rPr>
              <a:t>XX</a:t>
            </a:r>
          </a:p>
        </p:txBody>
      </p:sp>
      <p:sp>
        <p:nvSpPr>
          <p:cNvPr id="305" name="TextBox 304">
            <a:extLst>
              <a:ext uri="{FF2B5EF4-FFF2-40B4-BE49-F238E27FC236}">
                <a16:creationId xmlns:a16="http://schemas.microsoft.com/office/drawing/2014/main" id="{DEC03B86-BA9F-87E6-D96B-5C9F334FECFC}"/>
              </a:ext>
            </a:extLst>
          </p:cNvPr>
          <p:cNvSpPr txBox="1"/>
          <p:nvPr/>
        </p:nvSpPr>
        <p:spPr>
          <a:xfrm>
            <a:off x="10363039" y="3191626"/>
            <a:ext cx="548233" cy="369332"/>
          </a:xfrm>
          <a:prstGeom prst="rect">
            <a:avLst/>
          </a:prstGeom>
          <a:noFill/>
        </p:spPr>
        <p:txBody>
          <a:bodyPr wrap="square" rtlCol="0">
            <a:spAutoFit/>
          </a:bodyPr>
          <a:lstStyle/>
          <a:p>
            <a:r>
              <a:rPr lang="en-US" dirty="0">
                <a:solidFill>
                  <a:srgbClr val="FF0000"/>
                </a:solidFill>
              </a:rPr>
              <a:t>XX</a:t>
            </a:r>
          </a:p>
        </p:txBody>
      </p:sp>
      <p:sp>
        <p:nvSpPr>
          <p:cNvPr id="306" name="TextBox 305">
            <a:extLst>
              <a:ext uri="{FF2B5EF4-FFF2-40B4-BE49-F238E27FC236}">
                <a16:creationId xmlns:a16="http://schemas.microsoft.com/office/drawing/2014/main" id="{CDC8A7EC-1715-753B-9520-B77E64205978}"/>
              </a:ext>
            </a:extLst>
          </p:cNvPr>
          <p:cNvSpPr txBox="1"/>
          <p:nvPr/>
        </p:nvSpPr>
        <p:spPr>
          <a:xfrm>
            <a:off x="10184102" y="4018404"/>
            <a:ext cx="548233" cy="369332"/>
          </a:xfrm>
          <a:prstGeom prst="rect">
            <a:avLst/>
          </a:prstGeom>
          <a:noFill/>
        </p:spPr>
        <p:txBody>
          <a:bodyPr wrap="square" rtlCol="0">
            <a:spAutoFit/>
          </a:bodyPr>
          <a:lstStyle/>
          <a:p>
            <a:r>
              <a:rPr lang="en-US" dirty="0">
                <a:solidFill>
                  <a:srgbClr val="FF0000"/>
                </a:solidFill>
              </a:rPr>
              <a:t>XX</a:t>
            </a:r>
          </a:p>
        </p:txBody>
      </p:sp>
      <p:cxnSp>
        <p:nvCxnSpPr>
          <p:cNvPr id="308" name="Straight Arrow Connector 307">
            <a:extLst>
              <a:ext uri="{FF2B5EF4-FFF2-40B4-BE49-F238E27FC236}">
                <a16:creationId xmlns:a16="http://schemas.microsoft.com/office/drawing/2014/main" id="{EC7480FB-54ED-3182-DED5-6D23AE3380BB}"/>
              </a:ext>
            </a:extLst>
          </p:cNvPr>
          <p:cNvCxnSpPr>
            <a:cxnSpLocks/>
            <a:stCxn id="29" idx="2"/>
            <a:endCxn id="72" idx="0"/>
          </p:cNvCxnSpPr>
          <p:nvPr/>
        </p:nvCxnSpPr>
        <p:spPr>
          <a:xfrm flipH="1">
            <a:off x="2134789" y="1079225"/>
            <a:ext cx="3823844" cy="2511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9" name="Straight Arrow Connector 308">
            <a:extLst>
              <a:ext uri="{FF2B5EF4-FFF2-40B4-BE49-F238E27FC236}">
                <a16:creationId xmlns:a16="http://schemas.microsoft.com/office/drawing/2014/main" id="{5BD2D983-B6D0-CCF7-9587-C0AD4639A6F4}"/>
              </a:ext>
            </a:extLst>
          </p:cNvPr>
          <p:cNvCxnSpPr>
            <a:cxnSpLocks/>
            <a:stCxn id="29" idx="2"/>
            <a:endCxn id="263" idx="0"/>
          </p:cNvCxnSpPr>
          <p:nvPr/>
        </p:nvCxnSpPr>
        <p:spPr>
          <a:xfrm>
            <a:off x="5958633" y="1079225"/>
            <a:ext cx="4452514" cy="2067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0" name="Straight Arrow Connector 309">
            <a:extLst>
              <a:ext uri="{FF2B5EF4-FFF2-40B4-BE49-F238E27FC236}">
                <a16:creationId xmlns:a16="http://schemas.microsoft.com/office/drawing/2014/main" id="{12CEF430-1A9E-A439-56CB-98AC4D88497C}"/>
              </a:ext>
            </a:extLst>
          </p:cNvPr>
          <p:cNvCxnSpPr>
            <a:cxnSpLocks/>
            <a:stCxn id="29" idx="2"/>
          </p:cNvCxnSpPr>
          <p:nvPr/>
        </p:nvCxnSpPr>
        <p:spPr>
          <a:xfrm flipH="1">
            <a:off x="4651242" y="1079225"/>
            <a:ext cx="1307391" cy="2270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1" name="Straight Arrow Connector 310">
            <a:extLst>
              <a:ext uri="{FF2B5EF4-FFF2-40B4-BE49-F238E27FC236}">
                <a16:creationId xmlns:a16="http://schemas.microsoft.com/office/drawing/2014/main" id="{62CA21FF-4695-9CA5-57BD-35FF68319DA2}"/>
              </a:ext>
            </a:extLst>
          </p:cNvPr>
          <p:cNvCxnSpPr>
            <a:cxnSpLocks/>
            <a:stCxn id="29" idx="2"/>
            <a:endCxn id="212" idx="0"/>
          </p:cNvCxnSpPr>
          <p:nvPr/>
        </p:nvCxnSpPr>
        <p:spPr>
          <a:xfrm>
            <a:off x="5958633" y="1079225"/>
            <a:ext cx="1432236" cy="2400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2" name="Straight Arrow Connector 311">
            <a:extLst>
              <a:ext uri="{FF2B5EF4-FFF2-40B4-BE49-F238E27FC236}">
                <a16:creationId xmlns:a16="http://schemas.microsoft.com/office/drawing/2014/main" id="{0F7B69D6-984A-E38C-D008-C41A2BA3E85F}"/>
              </a:ext>
            </a:extLst>
          </p:cNvPr>
          <p:cNvCxnSpPr>
            <a:cxnSpLocks/>
          </p:cNvCxnSpPr>
          <p:nvPr/>
        </p:nvCxnSpPr>
        <p:spPr>
          <a:xfrm flipH="1">
            <a:off x="1893135" y="2231535"/>
            <a:ext cx="2160" cy="4839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6" name="Straight Arrow Connector 325">
            <a:extLst>
              <a:ext uri="{FF2B5EF4-FFF2-40B4-BE49-F238E27FC236}">
                <a16:creationId xmlns:a16="http://schemas.microsoft.com/office/drawing/2014/main" id="{217E0A50-1727-C6F7-B319-C240CC84D221}"/>
              </a:ext>
            </a:extLst>
          </p:cNvPr>
          <p:cNvCxnSpPr>
            <a:cxnSpLocks/>
          </p:cNvCxnSpPr>
          <p:nvPr/>
        </p:nvCxnSpPr>
        <p:spPr>
          <a:xfrm flipH="1">
            <a:off x="4655161" y="2314339"/>
            <a:ext cx="2160" cy="4839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7" name="Straight Arrow Connector 326">
            <a:extLst>
              <a:ext uri="{FF2B5EF4-FFF2-40B4-BE49-F238E27FC236}">
                <a16:creationId xmlns:a16="http://schemas.microsoft.com/office/drawing/2014/main" id="{2FACED3E-8FF5-1C87-2381-90E39520C467}"/>
              </a:ext>
            </a:extLst>
          </p:cNvPr>
          <p:cNvCxnSpPr>
            <a:cxnSpLocks/>
          </p:cNvCxnSpPr>
          <p:nvPr/>
        </p:nvCxnSpPr>
        <p:spPr>
          <a:xfrm flipH="1">
            <a:off x="7527018" y="2317616"/>
            <a:ext cx="2160" cy="4839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8" name="Straight Arrow Connector 327">
            <a:extLst>
              <a:ext uri="{FF2B5EF4-FFF2-40B4-BE49-F238E27FC236}">
                <a16:creationId xmlns:a16="http://schemas.microsoft.com/office/drawing/2014/main" id="{607D572F-2D2B-119B-3D4B-6E6116F52A19}"/>
              </a:ext>
            </a:extLst>
          </p:cNvPr>
          <p:cNvCxnSpPr>
            <a:cxnSpLocks/>
          </p:cNvCxnSpPr>
          <p:nvPr/>
        </p:nvCxnSpPr>
        <p:spPr>
          <a:xfrm flipH="1">
            <a:off x="10442283" y="2234452"/>
            <a:ext cx="2160" cy="4839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9" name="Straight Arrow Connector 328">
            <a:extLst>
              <a:ext uri="{FF2B5EF4-FFF2-40B4-BE49-F238E27FC236}">
                <a16:creationId xmlns:a16="http://schemas.microsoft.com/office/drawing/2014/main" id="{49510B0C-7B0E-DF51-4281-C025969A2876}"/>
              </a:ext>
            </a:extLst>
          </p:cNvPr>
          <p:cNvCxnSpPr>
            <a:cxnSpLocks/>
          </p:cNvCxnSpPr>
          <p:nvPr/>
        </p:nvCxnSpPr>
        <p:spPr>
          <a:xfrm flipH="1">
            <a:off x="1846304" y="3553050"/>
            <a:ext cx="2160" cy="4839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0" name="Straight Arrow Connector 329">
            <a:extLst>
              <a:ext uri="{FF2B5EF4-FFF2-40B4-BE49-F238E27FC236}">
                <a16:creationId xmlns:a16="http://schemas.microsoft.com/office/drawing/2014/main" id="{5B91C68B-0E2E-90B1-00A9-5E38C9D20EFF}"/>
              </a:ext>
            </a:extLst>
          </p:cNvPr>
          <p:cNvCxnSpPr>
            <a:cxnSpLocks/>
          </p:cNvCxnSpPr>
          <p:nvPr/>
        </p:nvCxnSpPr>
        <p:spPr>
          <a:xfrm flipH="1">
            <a:off x="4608330" y="3635854"/>
            <a:ext cx="2160" cy="4839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1" name="Straight Arrow Connector 330">
            <a:extLst>
              <a:ext uri="{FF2B5EF4-FFF2-40B4-BE49-F238E27FC236}">
                <a16:creationId xmlns:a16="http://schemas.microsoft.com/office/drawing/2014/main" id="{1C5CD62F-D40A-34FD-0066-9B2E2C35F309}"/>
              </a:ext>
            </a:extLst>
          </p:cNvPr>
          <p:cNvCxnSpPr>
            <a:cxnSpLocks/>
          </p:cNvCxnSpPr>
          <p:nvPr/>
        </p:nvCxnSpPr>
        <p:spPr>
          <a:xfrm flipH="1">
            <a:off x="7480187" y="3639131"/>
            <a:ext cx="2160" cy="4839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2" name="Straight Arrow Connector 331">
            <a:extLst>
              <a:ext uri="{FF2B5EF4-FFF2-40B4-BE49-F238E27FC236}">
                <a16:creationId xmlns:a16="http://schemas.microsoft.com/office/drawing/2014/main" id="{3BED9514-7378-1F09-5311-5D18D845D423}"/>
              </a:ext>
            </a:extLst>
          </p:cNvPr>
          <p:cNvCxnSpPr>
            <a:cxnSpLocks/>
          </p:cNvCxnSpPr>
          <p:nvPr/>
        </p:nvCxnSpPr>
        <p:spPr>
          <a:xfrm flipH="1">
            <a:off x="10395452" y="3555967"/>
            <a:ext cx="2160" cy="4839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4" name="Straight Arrow Connector 333">
            <a:extLst>
              <a:ext uri="{FF2B5EF4-FFF2-40B4-BE49-F238E27FC236}">
                <a16:creationId xmlns:a16="http://schemas.microsoft.com/office/drawing/2014/main" id="{7724B7DD-9DD7-6FE5-76C0-433433DEA003}"/>
              </a:ext>
            </a:extLst>
          </p:cNvPr>
          <p:cNvCxnSpPr>
            <a:cxnSpLocks/>
          </p:cNvCxnSpPr>
          <p:nvPr/>
        </p:nvCxnSpPr>
        <p:spPr>
          <a:xfrm flipH="1">
            <a:off x="4530882" y="4919943"/>
            <a:ext cx="2160" cy="4839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5" name="Straight Arrow Connector 334">
            <a:extLst>
              <a:ext uri="{FF2B5EF4-FFF2-40B4-BE49-F238E27FC236}">
                <a16:creationId xmlns:a16="http://schemas.microsoft.com/office/drawing/2014/main" id="{1AADF6F6-EB4C-3678-AF9C-1C66D67E22E2}"/>
              </a:ext>
            </a:extLst>
          </p:cNvPr>
          <p:cNvCxnSpPr>
            <a:cxnSpLocks/>
          </p:cNvCxnSpPr>
          <p:nvPr/>
        </p:nvCxnSpPr>
        <p:spPr>
          <a:xfrm flipH="1">
            <a:off x="7418221" y="4874362"/>
            <a:ext cx="2160" cy="4839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D9CCB10-6CD3-920A-48BB-FCB4993082E3}"/>
                  </a:ext>
                </a:extLst>
              </p14:cNvPr>
              <p14:cNvContentPartPr/>
              <p14:nvPr/>
            </p14:nvContentPartPr>
            <p14:xfrm>
              <a:off x="9148210" y="1869906"/>
              <a:ext cx="360" cy="360"/>
            </p14:xfrm>
          </p:contentPart>
        </mc:Choice>
        <mc:Fallback xmlns="">
          <p:pic>
            <p:nvPicPr>
              <p:cNvPr id="2" name="Ink 1">
                <a:extLst>
                  <a:ext uri="{FF2B5EF4-FFF2-40B4-BE49-F238E27FC236}">
                    <a16:creationId xmlns:a16="http://schemas.microsoft.com/office/drawing/2014/main" id="{0D9CCB10-6CD3-920A-48BB-FCB4993082E3}"/>
                  </a:ext>
                </a:extLst>
              </p:cNvPr>
              <p:cNvPicPr/>
              <p:nvPr/>
            </p:nvPicPr>
            <p:blipFill>
              <a:blip r:embed="rId4"/>
              <a:stretch>
                <a:fillRect/>
              </a:stretch>
            </p:blipFill>
            <p:spPr>
              <a:xfrm>
                <a:off x="9130210" y="1851906"/>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E652CD9F-DF7B-88E8-2451-A41CACE3648F}"/>
                  </a:ext>
                </a:extLst>
              </p14:cNvPr>
              <p14:cNvContentPartPr/>
              <p14:nvPr/>
            </p14:nvContentPartPr>
            <p14:xfrm>
              <a:off x="8992699" y="1862522"/>
              <a:ext cx="360" cy="360"/>
            </p14:xfrm>
          </p:contentPart>
        </mc:Choice>
        <mc:Fallback xmlns="">
          <p:pic>
            <p:nvPicPr>
              <p:cNvPr id="5" name="Ink 4">
                <a:extLst>
                  <a:ext uri="{FF2B5EF4-FFF2-40B4-BE49-F238E27FC236}">
                    <a16:creationId xmlns:a16="http://schemas.microsoft.com/office/drawing/2014/main" id="{E652CD9F-DF7B-88E8-2451-A41CACE3648F}"/>
                  </a:ext>
                </a:extLst>
              </p:cNvPr>
              <p:cNvPicPr/>
              <p:nvPr/>
            </p:nvPicPr>
            <p:blipFill>
              <a:blip r:embed="rId4"/>
              <a:stretch>
                <a:fillRect/>
              </a:stretch>
            </p:blipFill>
            <p:spPr>
              <a:xfrm>
                <a:off x="8974699" y="1844522"/>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06DD4FE6-31A5-4A03-BCB5-6152D9281021}"/>
                  </a:ext>
                </a:extLst>
              </p14:cNvPr>
              <p14:cNvContentPartPr/>
              <p14:nvPr/>
            </p14:nvContentPartPr>
            <p14:xfrm>
              <a:off x="8796756" y="1878437"/>
              <a:ext cx="360" cy="360"/>
            </p14:xfrm>
          </p:contentPart>
        </mc:Choice>
        <mc:Fallback xmlns="">
          <p:pic>
            <p:nvPicPr>
              <p:cNvPr id="6" name="Ink 5">
                <a:extLst>
                  <a:ext uri="{FF2B5EF4-FFF2-40B4-BE49-F238E27FC236}">
                    <a16:creationId xmlns:a16="http://schemas.microsoft.com/office/drawing/2014/main" id="{06DD4FE6-31A5-4A03-BCB5-6152D9281021}"/>
                  </a:ext>
                </a:extLst>
              </p:cNvPr>
              <p:cNvPicPr/>
              <p:nvPr/>
            </p:nvPicPr>
            <p:blipFill>
              <a:blip r:embed="rId4"/>
              <a:stretch>
                <a:fillRect/>
              </a:stretch>
            </p:blipFill>
            <p:spPr>
              <a:xfrm>
                <a:off x="8778756" y="1860437"/>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8DA9D921-B5AB-EAFE-BBED-98679BE0A33D}"/>
                  </a:ext>
                </a:extLst>
              </p14:cNvPr>
              <p14:cNvContentPartPr/>
              <p14:nvPr/>
            </p14:nvContentPartPr>
            <p14:xfrm>
              <a:off x="9123328" y="3197973"/>
              <a:ext cx="360" cy="360"/>
            </p14:xfrm>
          </p:contentPart>
        </mc:Choice>
        <mc:Fallback xmlns="">
          <p:pic>
            <p:nvPicPr>
              <p:cNvPr id="7" name="Ink 6">
                <a:extLst>
                  <a:ext uri="{FF2B5EF4-FFF2-40B4-BE49-F238E27FC236}">
                    <a16:creationId xmlns:a16="http://schemas.microsoft.com/office/drawing/2014/main" id="{8DA9D921-B5AB-EAFE-BBED-98679BE0A33D}"/>
                  </a:ext>
                </a:extLst>
              </p:cNvPr>
              <p:cNvPicPr/>
              <p:nvPr/>
            </p:nvPicPr>
            <p:blipFill>
              <a:blip r:embed="rId4"/>
              <a:stretch>
                <a:fillRect/>
              </a:stretch>
            </p:blipFill>
            <p:spPr>
              <a:xfrm>
                <a:off x="9105328" y="3179973"/>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5D3628DE-2DAC-139F-B241-3D74953A04E2}"/>
                  </a:ext>
                </a:extLst>
              </p14:cNvPr>
              <p14:cNvContentPartPr/>
              <p14:nvPr/>
            </p14:nvContentPartPr>
            <p14:xfrm>
              <a:off x="8967817" y="3190589"/>
              <a:ext cx="360" cy="360"/>
            </p14:xfrm>
          </p:contentPart>
        </mc:Choice>
        <mc:Fallback xmlns="">
          <p:pic>
            <p:nvPicPr>
              <p:cNvPr id="8" name="Ink 7">
                <a:extLst>
                  <a:ext uri="{FF2B5EF4-FFF2-40B4-BE49-F238E27FC236}">
                    <a16:creationId xmlns:a16="http://schemas.microsoft.com/office/drawing/2014/main" id="{5D3628DE-2DAC-139F-B241-3D74953A04E2}"/>
                  </a:ext>
                </a:extLst>
              </p:cNvPr>
              <p:cNvPicPr/>
              <p:nvPr/>
            </p:nvPicPr>
            <p:blipFill>
              <a:blip r:embed="rId4"/>
              <a:stretch>
                <a:fillRect/>
              </a:stretch>
            </p:blipFill>
            <p:spPr>
              <a:xfrm>
                <a:off x="8949817" y="3172589"/>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F63680AB-35E7-DC61-65BF-BCCB12E7987C}"/>
                  </a:ext>
                </a:extLst>
              </p14:cNvPr>
              <p14:cNvContentPartPr/>
              <p14:nvPr/>
            </p14:nvContentPartPr>
            <p14:xfrm>
              <a:off x="8771874" y="3206504"/>
              <a:ext cx="360" cy="360"/>
            </p14:xfrm>
          </p:contentPart>
        </mc:Choice>
        <mc:Fallback xmlns="">
          <p:pic>
            <p:nvPicPr>
              <p:cNvPr id="9" name="Ink 8">
                <a:extLst>
                  <a:ext uri="{FF2B5EF4-FFF2-40B4-BE49-F238E27FC236}">
                    <a16:creationId xmlns:a16="http://schemas.microsoft.com/office/drawing/2014/main" id="{F63680AB-35E7-DC61-65BF-BCCB12E7987C}"/>
                  </a:ext>
                </a:extLst>
              </p:cNvPr>
              <p:cNvPicPr/>
              <p:nvPr/>
            </p:nvPicPr>
            <p:blipFill>
              <a:blip r:embed="rId4"/>
              <a:stretch>
                <a:fillRect/>
              </a:stretch>
            </p:blipFill>
            <p:spPr>
              <a:xfrm>
                <a:off x="8753874" y="3188504"/>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3D76B3C4-EE77-3185-AB6E-95F1DA9D25D8}"/>
                  </a:ext>
                </a:extLst>
              </p14:cNvPr>
              <p14:cNvContentPartPr/>
              <p14:nvPr/>
            </p14:nvContentPartPr>
            <p14:xfrm>
              <a:off x="9048683" y="4496499"/>
              <a:ext cx="360" cy="360"/>
            </p14:xfrm>
          </p:contentPart>
        </mc:Choice>
        <mc:Fallback xmlns="">
          <p:pic>
            <p:nvPicPr>
              <p:cNvPr id="10" name="Ink 9">
                <a:extLst>
                  <a:ext uri="{FF2B5EF4-FFF2-40B4-BE49-F238E27FC236}">
                    <a16:creationId xmlns:a16="http://schemas.microsoft.com/office/drawing/2014/main" id="{3D76B3C4-EE77-3185-AB6E-95F1DA9D25D8}"/>
                  </a:ext>
                </a:extLst>
              </p:cNvPr>
              <p:cNvPicPr/>
              <p:nvPr/>
            </p:nvPicPr>
            <p:blipFill>
              <a:blip r:embed="rId4"/>
              <a:stretch>
                <a:fillRect/>
              </a:stretch>
            </p:blipFill>
            <p:spPr>
              <a:xfrm>
                <a:off x="9030683" y="4478499"/>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06B4B8C4-E4E9-EC18-BFBC-7D8A83BE732C}"/>
                  </a:ext>
                </a:extLst>
              </p14:cNvPr>
              <p14:cNvContentPartPr/>
              <p14:nvPr/>
            </p14:nvContentPartPr>
            <p14:xfrm>
              <a:off x="8893172" y="4489115"/>
              <a:ext cx="360" cy="360"/>
            </p14:xfrm>
          </p:contentPart>
        </mc:Choice>
        <mc:Fallback xmlns="">
          <p:pic>
            <p:nvPicPr>
              <p:cNvPr id="11" name="Ink 10">
                <a:extLst>
                  <a:ext uri="{FF2B5EF4-FFF2-40B4-BE49-F238E27FC236}">
                    <a16:creationId xmlns:a16="http://schemas.microsoft.com/office/drawing/2014/main" id="{06B4B8C4-E4E9-EC18-BFBC-7D8A83BE732C}"/>
                  </a:ext>
                </a:extLst>
              </p:cNvPr>
              <p:cNvPicPr/>
              <p:nvPr/>
            </p:nvPicPr>
            <p:blipFill>
              <a:blip r:embed="rId4"/>
              <a:stretch>
                <a:fillRect/>
              </a:stretch>
            </p:blipFill>
            <p:spPr>
              <a:xfrm>
                <a:off x="8875172" y="4471115"/>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E4D12A35-6D65-A37B-3A6E-077890CEE3E9}"/>
                  </a:ext>
                </a:extLst>
              </p14:cNvPr>
              <p14:cNvContentPartPr/>
              <p14:nvPr/>
            </p14:nvContentPartPr>
            <p14:xfrm>
              <a:off x="8697229" y="4505030"/>
              <a:ext cx="360" cy="360"/>
            </p14:xfrm>
          </p:contentPart>
        </mc:Choice>
        <mc:Fallback xmlns="">
          <p:pic>
            <p:nvPicPr>
              <p:cNvPr id="12" name="Ink 11">
                <a:extLst>
                  <a:ext uri="{FF2B5EF4-FFF2-40B4-BE49-F238E27FC236}">
                    <a16:creationId xmlns:a16="http://schemas.microsoft.com/office/drawing/2014/main" id="{E4D12A35-6D65-A37B-3A6E-077890CEE3E9}"/>
                  </a:ext>
                </a:extLst>
              </p:cNvPr>
              <p:cNvPicPr/>
              <p:nvPr/>
            </p:nvPicPr>
            <p:blipFill>
              <a:blip r:embed="rId4"/>
              <a:stretch>
                <a:fillRect/>
              </a:stretch>
            </p:blipFill>
            <p:spPr>
              <a:xfrm>
                <a:off x="8679229" y="4487030"/>
                <a:ext cx="36000" cy="36000"/>
              </a:xfrm>
              <a:prstGeom prst="rect">
                <a:avLst/>
              </a:prstGeom>
            </p:spPr>
          </p:pic>
        </mc:Fallback>
      </mc:AlternateContent>
    </p:spTree>
    <p:extLst>
      <p:ext uri="{BB962C8B-B14F-4D97-AF65-F5344CB8AC3E}">
        <p14:creationId xmlns:p14="http://schemas.microsoft.com/office/powerpoint/2010/main" val="757835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1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3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4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3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3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4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4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4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11"/>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0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0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0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1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11"/>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05"/>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0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0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10"/>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0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20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64"/>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263"/>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309"/>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265"/>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272"/>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270"/>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273"/>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269"/>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268"/>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271"/>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267"/>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266"/>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80"/>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81"/>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82"/>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83"/>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84"/>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86"/>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88"/>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89"/>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01"/>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02"/>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03"/>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04"/>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85"/>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05"/>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87"/>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312"/>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79"/>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146"/>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147"/>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148"/>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149"/>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50"/>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151"/>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152"/>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154"/>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155"/>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156"/>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159"/>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0"/>
                                          </p:stCondLst>
                                        </p:cTn>
                                        <p:tgtEl>
                                          <p:spTgt spid="145"/>
                                        </p:tgtEl>
                                        <p:attrNameLst>
                                          <p:attrName>style.visibility</p:attrName>
                                        </p:attrNameLst>
                                      </p:cBhvr>
                                      <p:to>
                                        <p:strVal val="visible"/>
                                      </p:to>
                                    </p:set>
                                  </p:childTnLst>
                                </p:cTn>
                              </p:par>
                              <p:par>
                                <p:cTn id="181" presetID="1" presetClass="entr" presetSubtype="0" fill="hold" nodeType="withEffect">
                                  <p:stCondLst>
                                    <p:cond delay="0"/>
                                  </p:stCondLst>
                                  <p:childTnLst>
                                    <p:set>
                                      <p:cBhvr>
                                        <p:cTn id="182" dur="1" fill="hold">
                                          <p:stCondLst>
                                            <p:cond delay="0"/>
                                          </p:stCondLst>
                                        </p:cTn>
                                        <p:tgtEl>
                                          <p:spTgt spid="326"/>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153"/>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158"/>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213"/>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214"/>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215"/>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216"/>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217"/>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218"/>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219"/>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220"/>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221"/>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222"/>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223"/>
                                        </p:tgtEl>
                                        <p:attrNameLst>
                                          <p:attrName>style.visibility</p:attrName>
                                        </p:attrNameLst>
                                      </p:cBhvr>
                                      <p:to>
                                        <p:strVal val="visible"/>
                                      </p:to>
                                    </p:set>
                                  </p:childTnLst>
                                </p:cTn>
                              </p:par>
                              <p:par>
                                <p:cTn id="211" presetID="1" presetClass="entr" presetSubtype="0" fill="hold" grpId="0" nodeType="withEffect">
                                  <p:stCondLst>
                                    <p:cond delay="0"/>
                                  </p:stCondLst>
                                  <p:childTnLst>
                                    <p:set>
                                      <p:cBhvr>
                                        <p:cTn id="212" dur="1" fill="hold">
                                          <p:stCondLst>
                                            <p:cond delay="0"/>
                                          </p:stCondLst>
                                        </p:cTn>
                                        <p:tgtEl>
                                          <p:spTgt spid="227"/>
                                        </p:tgtEl>
                                        <p:attrNameLst>
                                          <p:attrName>style.visibility</p:attrName>
                                        </p:attrNameLst>
                                      </p:cBhvr>
                                      <p:to>
                                        <p:strVal val="visible"/>
                                      </p:to>
                                    </p:set>
                                  </p:childTnLst>
                                </p:cTn>
                              </p:par>
                              <p:par>
                                <p:cTn id="213" presetID="1" presetClass="entr" presetSubtype="0" fill="hold" grpId="0" nodeType="withEffect">
                                  <p:stCondLst>
                                    <p:cond delay="0"/>
                                  </p:stCondLst>
                                  <p:childTnLst>
                                    <p:set>
                                      <p:cBhvr>
                                        <p:cTn id="214" dur="1" fill="hold">
                                          <p:stCondLst>
                                            <p:cond delay="0"/>
                                          </p:stCondLst>
                                        </p:cTn>
                                        <p:tgtEl>
                                          <p:spTgt spid="228"/>
                                        </p:tgtEl>
                                        <p:attrNameLst>
                                          <p:attrName>style.visibility</p:attrName>
                                        </p:attrNameLst>
                                      </p:cBhvr>
                                      <p:to>
                                        <p:strVal val="visible"/>
                                      </p:to>
                                    </p:set>
                                  </p:childTnLst>
                                </p:cTn>
                              </p:par>
                              <p:par>
                                <p:cTn id="215" presetID="1" presetClass="entr" presetSubtype="0" fill="hold" grpId="0" nodeType="withEffect">
                                  <p:stCondLst>
                                    <p:cond delay="0"/>
                                  </p:stCondLst>
                                  <p:childTnLst>
                                    <p:set>
                                      <p:cBhvr>
                                        <p:cTn id="216" dur="1" fill="hold">
                                          <p:stCondLst>
                                            <p:cond delay="0"/>
                                          </p:stCondLst>
                                        </p:cTn>
                                        <p:tgtEl>
                                          <p:spTgt spid="229"/>
                                        </p:tgtEl>
                                        <p:attrNameLst>
                                          <p:attrName>style.visibility</p:attrName>
                                        </p:attrNameLst>
                                      </p:cBhvr>
                                      <p:to>
                                        <p:strVal val="visible"/>
                                      </p:to>
                                    </p:set>
                                  </p:childTnLst>
                                </p:cTn>
                              </p:par>
                              <p:par>
                                <p:cTn id="217" presetID="1" presetClass="entr" presetSubtype="0" fill="hold" nodeType="withEffect">
                                  <p:stCondLst>
                                    <p:cond delay="0"/>
                                  </p:stCondLst>
                                  <p:childTnLst>
                                    <p:set>
                                      <p:cBhvr>
                                        <p:cTn id="218" dur="1" fill="hold">
                                          <p:stCondLst>
                                            <p:cond delay="0"/>
                                          </p:stCondLst>
                                        </p:cTn>
                                        <p:tgtEl>
                                          <p:spTgt spid="327"/>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274"/>
                                        </p:tgtEl>
                                        <p:attrNameLst>
                                          <p:attrName>style.visibility</p:attrName>
                                        </p:attrNameLst>
                                      </p:cBhvr>
                                      <p:to>
                                        <p:strVal val="visible"/>
                                      </p:to>
                                    </p:set>
                                  </p:childTnLst>
                                </p:cTn>
                              </p:par>
                              <p:par>
                                <p:cTn id="223" presetID="1" presetClass="entr" presetSubtype="0" fill="hold" grpId="0" nodeType="withEffect">
                                  <p:stCondLst>
                                    <p:cond delay="0"/>
                                  </p:stCondLst>
                                  <p:childTnLst>
                                    <p:set>
                                      <p:cBhvr>
                                        <p:cTn id="224" dur="1" fill="hold">
                                          <p:stCondLst>
                                            <p:cond delay="0"/>
                                          </p:stCondLst>
                                        </p:cTn>
                                        <p:tgtEl>
                                          <p:spTgt spid="275"/>
                                        </p:tgtEl>
                                        <p:attrNameLst>
                                          <p:attrName>style.visibility</p:attrName>
                                        </p:attrNameLst>
                                      </p:cBhvr>
                                      <p:to>
                                        <p:strVal val="visible"/>
                                      </p:to>
                                    </p:set>
                                  </p:childTnLst>
                                </p:cTn>
                              </p:par>
                              <p:par>
                                <p:cTn id="225" presetID="1" presetClass="entr" presetSubtype="0" fill="hold" grpId="0" nodeType="withEffect">
                                  <p:stCondLst>
                                    <p:cond delay="0"/>
                                  </p:stCondLst>
                                  <p:childTnLst>
                                    <p:set>
                                      <p:cBhvr>
                                        <p:cTn id="226" dur="1" fill="hold">
                                          <p:stCondLst>
                                            <p:cond delay="0"/>
                                          </p:stCondLst>
                                        </p:cTn>
                                        <p:tgtEl>
                                          <p:spTgt spid="276"/>
                                        </p:tgtEl>
                                        <p:attrNameLst>
                                          <p:attrName>style.visibility</p:attrName>
                                        </p:attrNameLst>
                                      </p:cBhvr>
                                      <p:to>
                                        <p:strVal val="visible"/>
                                      </p:to>
                                    </p:set>
                                  </p:childTnLst>
                                </p:cTn>
                              </p:par>
                              <p:par>
                                <p:cTn id="227" presetID="1" presetClass="entr" presetSubtype="0" fill="hold" grpId="0" nodeType="withEffect">
                                  <p:stCondLst>
                                    <p:cond delay="0"/>
                                  </p:stCondLst>
                                  <p:childTnLst>
                                    <p:set>
                                      <p:cBhvr>
                                        <p:cTn id="228" dur="1" fill="hold">
                                          <p:stCondLst>
                                            <p:cond delay="0"/>
                                          </p:stCondLst>
                                        </p:cTn>
                                        <p:tgtEl>
                                          <p:spTgt spid="277"/>
                                        </p:tgtEl>
                                        <p:attrNameLst>
                                          <p:attrName>style.visibility</p:attrName>
                                        </p:attrNameLst>
                                      </p:cBhvr>
                                      <p:to>
                                        <p:strVal val="visible"/>
                                      </p:to>
                                    </p:set>
                                  </p:childTnLst>
                                </p:cTn>
                              </p:par>
                              <p:par>
                                <p:cTn id="229" presetID="1" presetClass="entr" presetSubtype="0" fill="hold" grpId="0" nodeType="withEffect">
                                  <p:stCondLst>
                                    <p:cond delay="0"/>
                                  </p:stCondLst>
                                  <p:childTnLst>
                                    <p:set>
                                      <p:cBhvr>
                                        <p:cTn id="230" dur="1" fill="hold">
                                          <p:stCondLst>
                                            <p:cond delay="0"/>
                                          </p:stCondLst>
                                        </p:cTn>
                                        <p:tgtEl>
                                          <p:spTgt spid="278"/>
                                        </p:tgtEl>
                                        <p:attrNameLst>
                                          <p:attrName>style.visibility</p:attrName>
                                        </p:attrNameLst>
                                      </p:cBhvr>
                                      <p:to>
                                        <p:strVal val="visible"/>
                                      </p:to>
                                    </p:set>
                                  </p:childTnLst>
                                </p:cTn>
                              </p:par>
                              <p:par>
                                <p:cTn id="231" presetID="1" presetClass="entr" presetSubtype="0" fill="hold" grpId="0" nodeType="withEffect">
                                  <p:stCondLst>
                                    <p:cond delay="0"/>
                                  </p:stCondLst>
                                  <p:childTnLst>
                                    <p:set>
                                      <p:cBhvr>
                                        <p:cTn id="232" dur="1" fill="hold">
                                          <p:stCondLst>
                                            <p:cond delay="0"/>
                                          </p:stCondLst>
                                        </p:cTn>
                                        <p:tgtEl>
                                          <p:spTgt spid="279"/>
                                        </p:tgtEl>
                                        <p:attrNameLst>
                                          <p:attrName>style.visibility</p:attrName>
                                        </p:attrNameLst>
                                      </p:cBhvr>
                                      <p:to>
                                        <p:strVal val="visible"/>
                                      </p:to>
                                    </p:set>
                                  </p:childTnLst>
                                </p:cTn>
                              </p:par>
                              <p:par>
                                <p:cTn id="233" presetID="1" presetClass="entr" presetSubtype="0" fill="hold" grpId="0" nodeType="withEffect">
                                  <p:stCondLst>
                                    <p:cond delay="0"/>
                                  </p:stCondLst>
                                  <p:childTnLst>
                                    <p:set>
                                      <p:cBhvr>
                                        <p:cTn id="234" dur="1" fill="hold">
                                          <p:stCondLst>
                                            <p:cond delay="0"/>
                                          </p:stCondLst>
                                        </p:cTn>
                                        <p:tgtEl>
                                          <p:spTgt spid="280"/>
                                        </p:tgtEl>
                                        <p:attrNameLst>
                                          <p:attrName>style.visibility</p:attrName>
                                        </p:attrNameLst>
                                      </p:cBhvr>
                                      <p:to>
                                        <p:strVal val="visible"/>
                                      </p:to>
                                    </p:set>
                                  </p:childTnLst>
                                </p:cTn>
                              </p:par>
                              <p:par>
                                <p:cTn id="235" presetID="1" presetClass="entr" presetSubtype="0" fill="hold" grpId="0" nodeType="withEffect">
                                  <p:stCondLst>
                                    <p:cond delay="0"/>
                                  </p:stCondLst>
                                  <p:childTnLst>
                                    <p:set>
                                      <p:cBhvr>
                                        <p:cTn id="236" dur="1" fill="hold">
                                          <p:stCondLst>
                                            <p:cond delay="0"/>
                                          </p:stCondLst>
                                        </p:cTn>
                                        <p:tgtEl>
                                          <p:spTgt spid="281"/>
                                        </p:tgtEl>
                                        <p:attrNameLst>
                                          <p:attrName>style.visibility</p:attrName>
                                        </p:attrNameLst>
                                      </p:cBhvr>
                                      <p:to>
                                        <p:strVal val="visible"/>
                                      </p:to>
                                    </p:set>
                                  </p:childTnLst>
                                </p:cTn>
                              </p:par>
                              <p:par>
                                <p:cTn id="237" presetID="1" presetClass="entr" presetSubtype="0" fill="hold" grpId="0" nodeType="withEffect">
                                  <p:stCondLst>
                                    <p:cond delay="0"/>
                                  </p:stCondLst>
                                  <p:childTnLst>
                                    <p:set>
                                      <p:cBhvr>
                                        <p:cTn id="238" dur="1" fill="hold">
                                          <p:stCondLst>
                                            <p:cond delay="0"/>
                                          </p:stCondLst>
                                        </p:cTn>
                                        <p:tgtEl>
                                          <p:spTgt spid="282"/>
                                        </p:tgtEl>
                                        <p:attrNameLst>
                                          <p:attrName>style.visibility</p:attrName>
                                        </p:attrNameLst>
                                      </p:cBhvr>
                                      <p:to>
                                        <p:strVal val="visible"/>
                                      </p:to>
                                    </p:set>
                                  </p:childTnLst>
                                </p:cTn>
                              </p:par>
                              <p:par>
                                <p:cTn id="239" presetID="1" presetClass="entr" presetSubtype="0" fill="hold" grpId="0" nodeType="withEffect">
                                  <p:stCondLst>
                                    <p:cond delay="0"/>
                                  </p:stCondLst>
                                  <p:childTnLst>
                                    <p:set>
                                      <p:cBhvr>
                                        <p:cTn id="240" dur="1" fill="hold">
                                          <p:stCondLst>
                                            <p:cond delay="0"/>
                                          </p:stCondLst>
                                        </p:cTn>
                                        <p:tgtEl>
                                          <p:spTgt spid="283"/>
                                        </p:tgtEl>
                                        <p:attrNameLst>
                                          <p:attrName>style.visibility</p:attrName>
                                        </p:attrNameLst>
                                      </p:cBhvr>
                                      <p:to>
                                        <p:strVal val="visible"/>
                                      </p:to>
                                    </p:set>
                                  </p:childTnLst>
                                </p:cTn>
                              </p:par>
                              <p:par>
                                <p:cTn id="241" presetID="1" presetClass="entr" presetSubtype="0" fill="hold" grpId="0" nodeType="withEffect">
                                  <p:stCondLst>
                                    <p:cond delay="0"/>
                                  </p:stCondLst>
                                  <p:childTnLst>
                                    <p:set>
                                      <p:cBhvr>
                                        <p:cTn id="242" dur="1" fill="hold">
                                          <p:stCondLst>
                                            <p:cond delay="0"/>
                                          </p:stCondLst>
                                        </p:cTn>
                                        <p:tgtEl>
                                          <p:spTgt spid="284"/>
                                        </p:tgtEl>
                                        <p:attrNameLst>
                                          <p:attrName>style.visibility</p:attrName>
                                        </p:attrNameLst>
                                      </p:cBhvr>
                                      <p:to>
                                        <p:strVal val="visible"/>
                                      </p:to>
                                    </p:set>
                                  </p:childTnLst>
                                </p:cTn>
                              </p:par>
                              <p:par>
                                <p:cTn id="243" presetID="1" presetClass="entr" presetSubtype="0" fill="hold" grpId="0" nodeType="withEffect">
                                  <p:stCondLst>
                                    <p:cond delay="0"/>
                                  </p:stCondLst>
                                  <p:childTnLst>
                                    <p:set>
                                      <p:cBhvr>
                                        <p:cTn id="244" dur="1" fill="hold">
                                          <p:stCondLst>
                                            <p:cond delay="0"/>
                                          </p:stCondLst>
                                        </p:cTn>
                                        <p:tgtEl>
                                          <p:spTgt spid="285"/>
                                        </p:tgtEl>
                                        <p:attrNameLst>
                                          <p:attrName>style.visibility</p:attrName>
                                        </p:attrNameLst>
                                      </p:cBhvr>
                                      <p:to>
                                        <p:strVal val="visible"/>
                                      </p:to>
                                    </p:set>
                                  </p:childTnLst>
                                </p:cTn>
                              </p:par>
                              <p:par>
                                <p:cTn id="245" presetID="1" presetClass="entr" presetSubtype="0" fill="hold" grpId="0" nodeType="withEffect">
                                  <p:stCondLst>
                                    <p:cond delay="0"/>
                                  </p:stCondLst>
                                  <p:childTnLst>
                                    <p:set>
                                      <p:cBhvr>
                                        <p:cTn id="246" dur="1" fill="hold">
                                          <p:stCondLst>
                                            <p:cond delay="0"/>
                                          </p:stCondLst>
                                        </p:cTn>
                                        <p:tgtEl>
                                          <p:spTgt spid="286"/>
                                        </p:tgtEl>
                                        <p:attrNameLst>
                                          <p:attrName>style.visibility</p:attrName>
                                        </p:attrNameLst>
                                      </p:cBhvr>
                                      <p:to>
                                        <p:strVal val="visible"/>
                                      </p:to>
                                    </p:set>
                                  </p:childTnLst>
                                </p:cTn>
                              </p:par>
                              <p:par>
                                <p:cTn id="247" presetID="1" presetClass="entr" presetSubtype="0" fill="hold" grpId="0" nodeType="withEffect">
                                  <p:stCondLst>
                                    <p:cond delay="0"/>
                                  </p:stCondLst>
                                  <p:childTnLst>
                                    <p:set>
                                      <p:cBhvr>
                                        <p:cTn id="248" dur="1" fill="hold">
                                          <p:stCondLst>
                                            <p:cond delay="0"/>
                                          </p:stCondLst>
                                        </p:cTn>
                                        <p:tgtEl>
                                          <p:spTgt spid="287"/>
                                        </p:tgtEl>
                                        <p:attrNameLst>
                                          <p:attrName>style.visibility</p:attrName>
                                        </p:attrNameLst>
                                      </p:cBhvr>
                                      <p:to>
                                        <p:strVal val="visible"/>
                                      </p:to>
                                    </p:set>
                                  </p:childTnLst>
                                </p:cTn>
                              </p:par>
                              <p:par>
                                <p:cTn id="249" presetID="1" presetClass="entr" presetSubtype="0" fill="hold" grpId="0" nodeType="withEffect">
                                  <p:stCondLst>
                                    <p:cond delay="0"/>
                                  </p:stCondLst>
                                  <p:childTnLst>
                                    <p:set>
                                      <p:cBhvr>
                                        <p:cTn id="250" dur="1" fill="hold">
                                          <p:stCondLst>
                                            <p:cond delay="0"/>
                                          </p:stCondLst>
                                        </p:cTn>
                                        <p:tgtEl>
                                          <p:spTgt spid="304"/>
                                        </p:tgtEl>
                                        <p:attrNameLst>
                                          <p:attrName>style.visibility</p:attrName>
                                        </p:attrNameLst>
                                      </p:cBhvr>
                                      <p:to>
                                        <p:strVal val="visible"/>
                                      </p:to>
                                    </p:set>
                                  </p:childTnLst>
                                </p:cTn>
                              </p:par>
                              <p:par>
                                <p:cTn id="251" presetID="1" presetClass="entr" presetSubtype="0" fill="hold" grpId="0" nodeType="withEffect">
                                  <p:stCondLst>
                                    <p:cond delay="0"/>
                                  </p:stCondLst>
                                  <p:childTnLst>
                                    <p:set>
                                      <p:cBhvr>
                                        <p:cTn id="252" dur="1" fill="hold">
                                          <p:stCondLst>
                                            <p:cond delay="0"/>
                                          </p:stCondLst>
                                        </p:cTn>
                                        <p:tgtEl>
                                          <p:spTgt spid="305"/>
                                        </p:tgtEl>
                                        <p:attrNameLst>
                                          <p:attrName>style.visibility</p:attrName>
                                        </p:attrNameLst>
                                      </p:cBhvr>
                                      <p:to>
                                        <p:strVal val="visible"/>
                                      </p:to>
                                    </p:set>
                                  </p:childTnLst>
                                </p:cTn>
                              </p:par>
                              <p:par>
                                <p:cTn id="253" presetID="1" presetClass="entr" presetSubtype="0" fill="hold" nodeType="withEffect">
                                  <p:stCondLst>
                                    <p:cond delay="0"/>
                                  </p:stCondLst>
                                  <p:childTnLst>
                                    <p:set>
                                      <p:cBhvr>
                                        <p:cTn id="254" dur="1" fill="hold">
                                          <p:stCondLst>
                                            <p:cond delay="0"/>
                                          </p:stCondLst>
                                        </p:cTn>
                                        <p:tgtEl>
                                          <p:spTgt spid="328"/>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nodeType="clickEffect">
                                  <p:stCondLst>
                                    <p:cond delay="0"/>
                                  </p:stCondLst>
                                  <p:childTnLst>
                                    <p:set>
                                      <p:cBhvr>
                                        <p:cTn id="258" dur="1" fill="hold">
                                          <p:stCondLst>
                                            <p:cond delay="0"/>
                                          </p:stCondLst>
                                        </p:cTn>
                                        <p:tgtEl>
                                          <p:spTgt spid="106"/>
                                        </p:tgtEl>
                                        <p:attrNameLst>
                                          <p:attrName>style.visibility</p:attrName>
                                        </p:attrNameLst>
                                      </p:cBhvr>
                                      <p:to>
                                        <p:strVal val="visible"/>
                                      </p:to>
                                    </p:set>
                                  </p:childTnLst>
                                </p:cTn>
                              </p:par>
                              <p:par>
                                <p:cTn id="259" presetID="1" presetClass="entr" presetSubtype="0" fill="hold" grpId="0" nodeType="withEffect">
                                  <p:stCondLst>
                                    <p:cond delay="0"/>
                                  </p:stCondLst>
                                  <p:childTnLst>
                                    <p:set>
                                      <p:cBhvr>
                                        <p:cTn id="260" dur="1" fill="hold">
                                          <p:stCondLst>
                                            <p:cond delay="0"/>
                                          </p:stCondLst>
                                        </p:cTn>
                                        <p:tgtEl>
                                          <p:spTgt spid="107"/>
                                        </p:tgtEl>
                                        <p:attrNameLst>
                                          <p:attrName>style.visibility</p:attrName>
                                        </p:attrNameLst>
                                      </p:cBhvr>
                                      <p:to>
                                        <p:strVal val="visible"/>
                                      </p:to>
                                    </p:set>
                                  </p:childTnLst>
                                </p:cTn>
                              </p:par>
                              <p:par>
                                <p:cTn id="261" presetID="1" presetClass="entr" presetSubtype="0" fill="hold" grpId="0" nodeType="withEffect">
                                  <p:stCondLst>
                                    <p:cond delay="0"/>
                                  </p:stCondLst>
                                  <p:childTnLst>
                                    <p:set>
                                      <p:cBhvr>
                                        <p:cTn id="262" dur="1" fill="hold">
                                          <p:stCondLst>
                                            <p:cond delay="0"/>
                                          </p:stCondLst>
                                        </p:cTn>
                                        <p:tgtEl>
                                          <p:spTgt spid="108"/>
                                        </p:tgtEl>
                                        <p:attrNameLst>
                                          <p:attrName>style.visibility</p:attrName>
                                        </p:attrNameLst>
                                      </p:cBhvr>
                                      <p:to>
                                        <p:strVal val="visible"/>
                                      </p:to>
                                    </p:set>
                                  </p:childTnLst>
                                </p:cTn>
                              </p:par>
                              <p:par>
                                <p:cTn id="263" presetID="1" presetClass="entr" presetSubtype="0" fill="hold" grpId="0" nodeType="withEffect">
                                  <p:stCondLst>
                                    <p:cond delay="0"/>
                                  </p:stCondLst>
                                  <p:childTnLst>
                                    <p:set>
                                      <p:cBhvr>
                                        <p:cTn id="264" dur="1" fill="hold">
                                          <p:stCondLst>
                                            <p:cond delay="0"/>
                                          </p:stCondLst>
                                        </p:cTn>
                                        <p:tgtEl>
                                          <p:spTgt spid="109"/>
                                        </p:tgtEl>
                                        <p:attrNameLst>
                                          <p:attrName>style.visibility</p:attrName>
                                        </p:attrNameLst>
                                      </p:cBhvr>
                                      <p:to>
                                        <p:strVal val="visible"/>
                                      </p:to>
                                    </p:set>
                                  </p:childTnLst>
                                </p:cTn>
                              </p:par>
                              <p:par>
                                <p:cTn id="265" presetID="1" presetClass="entr" presetSubtype="0" fill="hold" grpId="0" nodeType="withEffect">
                                  <p:stCondLst>
                                    <p:cond delay="0"/>
                                  </p:stCondLst>
                                  <p:childTnLst>
                                    <p:set>
                                      <p:cBhvr>
                                        <p:cTn id="266" dur="1" fill="hold">
                                          <p:stCondLst>
                                            <p:cond delay="0"/>
                                          </p:stCondLst>
                                        </p:cTn>
                                        <p:tgtEl>
                                          <p:spTgt spid="110"/>
                                        </p:tgtEl>
                                        <p:attrNameLst>
                                          <p:attrName>style.visibility</p:attrName>
                                        </p:attrNameLst>
                                      </p:cBhvr>
                                      <p:to>
                                        <p:strVal val="visible"/>
                                      </p:to>
                                    </p:set>
                                  </p:childTnLst>
                                </p:cTn>
                              </p:par>
                              <p:par>
                                <p:cTn id="267" presetID="1" presetClass="entr" presetSubtype="0" fill="hold" grpId="0" nodeType="withEffect">
                                  <p:stCondLst>
                                    <p:cond delay="0"/>
                                  </p:stCondLst>
                                  <p:childTnLst>
                                    <p:set>
                                      <p:cBhvr>
                                        <p:cTn id="268" dur="1" fill="hold">
                                          <p:stCondLst>
                                            <p:cond delay="0"/>
                                          </p:stCondLst>
                                        </p:cTn>
                                        <p:tgtEl>
                                          <p:spTgt spid="111"/>
                                        </p:tgtEl>
                                        <p:attrNameLst>
                                          <p:attrName>style.visibility</p:attrName>
                                        </p:attrNameLst>
                                      </p:cBhvr>
                                      <p:to>
                                        <p:strVal val="visible"/>
                                      </p:to>
                                    </p:set>
                                  </p:childTnLst>
                                </p:cTn>
                              </p:par>
                              <p:par>
                                <p:cTn id="269" presetID="1" presetClass="entr" presetSubtype="0" fill="hold" grpId="0" nodeType="withEffect">
                                  <p:stCondLst>
                                    <p:cond delay="0"/>
                                  </p:stCondLst>
                                  <p:childTnLst>
                                    <p:set>
                                      <p:cBhvr>
                                        <p:cTn id="270" dur="1" fill="hold">
                                          <p:stCondLst>
                                            <p:cond delay="0"/>
                                          </p:stCondLst>
                                        </p:cTn>
                                        <p:tgtEl>
                                          <p:spTgt spid="112"/>
                                        </p:tgtEl>
                                        <p:attrNameLst>
                                          <p:attrName>style.visibility</p:attrName>
                                        </p:attrNameLst>
                                      </p:cBhvr>
                                      <p:to>
                                        <p:strVal val="visible"/>
                                      </p:to>
                                    </p:set>
                                  </p:childTnLst>
                                </p:cTn>
                              </p:par>
                              <p:par>
                                <p:cTn id="271" presetID="1" presetClass="entr" presetSubtype="0" fill="hold" grpId="0" nodeType="withEffect">
                                  <p:stCondLst>
                                    <p:cond delay="0"/>
                                  </p:stCondLst>
                                  <p:childTnLst>
                                    <p:set>
                                      <p:cBhvr>
                                        <p:cTn id="272" dur="1" fill="hold">
                                          <p:stCondLst>
                                            <p:cond delay="0"/>
                                          </p:stCondLst>
                                        </p:cTn>
                                        <p:tgtEl>
                                          <p:spTgt spid="113"/>
                                        </p:tgtEl>
                                        <p:attrNameLst>
                                          <p:attrName>style.visibility</p:attrName>
                                        </p:attrNameLst>
                                      </p:cBhvr>
                                      <p:to>
                                        <p:strVal val="visible"/>
                                      </p:to>
                                    </p:set>
                                  </p:childTnLst>
                                </p:cTn>
                              </p:par>
                              <p:par>
                                <p:cTn id="273" presetID="1" presetClass="entr" presetSubtype="0" fill="hold" grpId="0" nodeType="withEffect">
                                  <p:stCondLst>
                                    <p:cond delay="0"/>
                                  </p:stCondLst>
                                  <p:childTnLst>
                                    <p:set>
                                      <p:cBhvr>
                                        <p:cTn id="274" dur="1" fill="hold">
                                          <p:stCondLst>
                                            <p:cond delay="0"/>
                                          </p:stCondLst>
                                        </p:cTn>
                                        <p:tgtEl>
                                          <p:spTgt spid="114"/>
                                        </p:tgtEl>
                                        <p:attrNameLst>
                                          <p:attrName>style.visibility</p:attrName>
                                        </p:attrNameLst>
                                      </p:cBhvr>
                                      <p:to>
                                        <p:strVal val="visible"/>
                                      </p:to>
                                    </p:set>
                                  </p:childTnLst>
                                </p:cTn>
                              </p:par>
                              <p:par>
                                <p:cTn id="275" presetID="1" presetClass="entr" presetSubtype="0" fill="hold" grpId="0" nodeType="withEffect">
                                  <p:stCondLst>
                                    <p:cond delay="0"/>
                                  </p:stCondLst>
                                  <p:childTnLst>
                                    <p:set>
                                      <p:cBhvr>
                                        <p:cTn id="276" dur="1" fill="hold">
                                          <p:stCondLst>
                                            <p:cond delay="0"/>
                                          </p:stCondLst>
                                        </p:cTn>
                                        <p:tgtEl>
                                          <p:spTgt spid="115"/>
                                        </p:tgtEl>
                                        <p:attrNameLst>
                                          <p:attrName>style.visibility</p:attrName>
                                        </p:attrNameLst>
                                      </p:cBhvr>
                                      <p:to>
                                        <p:strVal val="visible"/>
                                      </p:to>
                                    </p:set>
                                  </p:childTnLst>
                                </p:cTn>
                              </p:par>
                              <p:par>
                                <p:cTn id="277" presetID="1" presetClass="entr" presetSubtype="0" fill="hold" grpId="0" nodeType="withEffect">
                                  <p:stCondLst>
                                    <p:cond delay="0"/>
                                  </p:stCondLst>
                                  <p:childTnLst>
                                    <p:set>
                                      <p:cBhvr>
                                        <p:cTn id="278" dur="1" fill="hold">
                                          <p:stCondLst>
                                            <p:cond delay="0"/>
                                          </p:stCondLst>
                                        </p:cTn>
                                        <p:tgtEl>
                                          <p:spTgt spid="116"/>
                                        </p:tgtEl>
                                        <p:attrNameLst>
                                          <p:attrName>style.visibility</p:attrName>
                                        </p:attrNameLst>
                                      </p:cBhvr>
                                      <p:to>
                                        <p:strVal val="visible"/>
                                      </p:to>
                                    </p:set>
                                  </p:childTnLst>
                                </p:cTn>
                              </p:par>
                              <p:par>
                                <p:cTn id="279" presetID="1" presetClass="entr" presetSubtype="0" fill="hold" grpId="0" nodeType="withEffect">
                                  <p:stCondLst>
                                    <p:cond delay="0"/>
                                  </p:stCondLst>
                                  <p:childTnLst>
                                    <p:set>
                                      <p:cBhvr>
                                        <p:cTn id="280" dur="1" fill="hold">
                                          <p:stCondLst>
                                            <p:cond delay="0"/>
                                          </p:stCondLst>
                                        </p:cTn>
                                        <p:tgtEl>
                                          <p:spTgt spid="117"/>
                                        </p:tgtEl>
                                        <p:attrNameLst>
                                          <p:attrName>style.visibility</p:attrName>
                                        </p:attrNameLst>
                                      </p:cBhvr>
                                      <p:to>
                                        <p:strVal val="visible"/>
                                      </p:to>
                                    </p:set>
                                  </p:childTnLst>
                                </p:cTn>
                              </p:par>
                              <p:par>
                                <p:cTn id="281" presetID="1" presetClass="entr" presetSubtype="0" fill="hold" grpId="0" nodeType="withEffect">
                                  <p:stCondLst>
                                    <p:cond delay="0"/>
                                  </p:stCondLst>
                                  <p:childTnLst>
                                    <p:set>
                                      <p:cBhvr>
                                        <p:cTn id="282" dur="1" fill="hold">
                                          <p:stCondLst>
                                            <p:cond delay="0"/>
                                          </p:stCondLst>
                                        </p:cTn>
                                        <p:tgtEl>
                                          <p:spTgt spid="118"/>
                                        </p:tgtEl>
                                        <p:attrNameLst>
                                          <p:attrName>style.visibility</p:attrName>
                                        </p:attrNameLst>
                                      </p:cBhvr>
                                      <p:to>
                                        <p:strVal val="visible"/>
                                      </p:to>
                                    </p:set>
                                  </p:childTnLst>
                                </p:cTn>
                              </p:par>
                              <p:par>
                                <p:cTn id="283" presetID="1" presetClass="entr" presetSubtype="0" fill="hold" grpId="0" nodeType="withEffect">
                                  <p:stCondLst>
                                    <p:cond delay="0"/>
                                  </p:stCondLst>
                                  <p:childTnLst>
                                    <p:set>
                                      <p:cBhvr>
                                        <p:cTn id="284" dur="1" fill="hold">
                                          <p:stCondLst>
                                            <p:cond delay="0"/>
                                          </p:stCondLst>
                                        </p:cTn>
                                        <p:tgtEl>
                                          <p:spTgt spid="119"/>
                                        </p:tgtEl>
                                        <p:attrNameLst>
                                          <p:attrName>style.visibility</p:attrName>
                                        </p:attrNameLst>
                                      </p:cBhvr>
                                      <p:to>
                                        <p:strVal val="visible"/>
                                      </p:to>
                                    </p:set>
                                  </p:childTnLst>
                                </p:cTn>
                              </p:par>
                              <p:par>
                                <p:cTn id="285" presetID="1" presetClass="entr" presetSubtype="0" fill="hold" grpId="0" nodeType="withEffect">
                                  <p:stCondLst>
                                    <p:cond delay="0"/>
                                  </p:stCondLst>
                                  <p:childTnLst>
                                    <p:set>
                                      <p:cBhvr>
                                        <p:cTn id="286" dur="1" fill="hold">
                                          <p:stCondLst>
                                            <p:cond delay="0"/>
                                          </p:stCondLst>
                                        </p:cTn>
                                        <p:tgtEl>
                                          <p:spTgt spid="120"/>
                                        </p:tgtEl>
                                        <p:attrNameLst>
                                          <p:attrName>style.visibility</p:attrName>
                                        </p:attrNameLst>
                                      </p:cBhvr>
                                      <p:to>
                                        <p:strVal val="visible"/>
                                      </p:to>
                                    </p:set>
                                  </p:childTnLst>
                                </p:cTn>
                              </p:par>
                              <p:par>
                                <p:cTn id="287" presetID="1" presetClass="entr" presetSubtype="0" fill="hold" grpId="0" nodeType="withEffect">
                                  <p:stCondLst>
                                    <p:cond delay="0"/>
                                  </p:stCondLst>
                                  <p:childTnLst>
                                    <p:set>
                                      <p:cBhvr>
                                        <p:cTn id="288" dur="1" fill="hold">
                                          <p:stCondLst>
                                            <p:cond delay="0"/>
                                          </p:stCondLst>
                                        </p:cTn>
                                        <p:tgtEl>
                                          <p:spTgt spid="121"/>
                                        </p:tgtEl>
                                        <p:attrNameLst>
                                          <p:attrName>style.visibility</p:attrName>
                                        </p:attrNameLst>
                                      </p:cBhvr>
                                      <p:to>
                                        <p:strVal val="visible"/>
                                      </p:to>
                                    </p:set>
                                  </p:childTnLst>
                                </p:cTn>
                              </p:par>
                              <p:par>
                                <p:cTn id="289" presetID="1" presetClass="entr" presetSubtype="0" fill="hold" grpId="0" nodeType="withEffect">
                                  <p:stCondLst>
                                    <p:cond delay="0"/>
                                  </p:stCondLst>
                                  <p:childTnLst>
                                    <p:set>
                                      <p:cBhvr>
                                        <p:cTn id="290" dur="1" fill="hold">
                                          <p:stCondLst>
                                            <p:cond delay="0"/>
                                          </p:stCondLst>
                                        </p:cTn>
                                        <p:tgtEl>
                                          <p:spTgt spid="122"/>
                                        </p:tgtEl>
                                        <p:attrNameLst>
                                          <p:attrName>style.visibility</p:attrName>
                                        </p:attrNameLst>
                                      </p:cBhvr>
                                      <p:to>
                                        <p:strVal val="visible"/>
                                      </p:to>
                                    </p:set>
                                  </p:childTnLst>
                                </p:cTn>
                              </p:par>
                              <p:par>
                                <p:cTn id="291" presetID="1" presetClass="entr" presetSubtype="0" fill="hold" nodeType="withEffect">
                                  <p:stCondLst>
                                    <p:cond delay="0"/>
                                  </p:stCondLst>
                                  <p:childTnLst>
                                    <p:set>
                                      <p:cBhvr>
                                        <p:cTn id="292" dur="1" fill="hold">
                                          <p:stCondLst>
                                            <p:cond delay="0"/>
                                          </p:stCondLst>
                                        </p:cTn>
                                        <p:tgtEl>
                                          <p:spTgt spid="329"/>
                                        </p:tgtEl>
                                        <p:attrNameLst>
                                          <p:attrName>style.visibility</p:attrName>
                                        </p:attrNameLst>
                                      </p:cBhvr>
                                      <p:to>
                                        <p:strVal val="visible"/>
                                      </p:to>
                                    </p:set>
                                  </p:childTnLst>
                                </p:cTn>
                              </p:par>
                            </p:childTnLst>
                          </p:cTn>
                        </p:par>
                      </p:childTnLst>
                    </p:cTn>
                  </p:par>
                  <p:par>
                    <p:cTn id="293" fill="hold">
                      <p:stCondLst>
                        <p:cond delay="indefinite"/>
                      </p:stCondLst>
                      <p:childTnLst>
                        <p:par>
                          <p:cTn id="294" fill="hold">
                            <p:stCondLst>
                              <p:cond delay="0"/>
                            </p:stCondLst>
                            <p:childTnLst>
                              <p:par>
                                <p:cTn id="295" presetID="1" presetClass="entr" presetSubtype="0" fill="hold" nodeType="clickEffect">
                                  <p:stCondLst>
                                    <p:cond delay="0"/>
                                  </p:stCondLst>
                                  <p:childTnLst>
                                    <p:set>
                                      <p:cBhvr>
                                        <p:cTn id="296" dur="1" fill="hold">
                                          <p:stCondLst>
                                            <p:cond delay="0"/>
                                          </p:stCondLst>
                                        </p:cTn>
                                        <p:tgtEl>
                                          <p:spTgt spid="160"/>
                                        </p:tgtEl>
                                        <p:attrNameLst>
                                          <p:attrName>style.visibility</p:attrName>
                                        </p:attrNameLst>
                                      </p:cBhvr>
                                      <p:to>
                                        <p:strVal val="visible"/>
                                      </p:to>
                                    </p:set>
                                  </p:childTnLst>
                                </p:cTn>
                              </p:par>
                              <p:par>
                                <p:cTn id="297" presetID="1" presetClass="entr" presetSubtype="0" fill="hold" grpId="0" nodeType="withEffect">
                                  <p:stCondLst>
                                    <p:cond delay="0"/>
                                  </p:stCondLst>
                                  <p:childTnLst>
                                    <p:set>
                                      <p:cBhvr>
                                        <p:cTn id="298" dur="1" fill="hold">
                                          <p:stCondLst>
                                            <p:cond delay="0"/>
                                          </p:stCondLst>
                                        </p:cTn>
                                        <p:tgtEl>
                                          <p:spTgt spid="161"/>
                                        </p:tgtEl>
                                        <p:attrNameLst>
                                          <p:attrName>style.visibility</p:attrName>
                                        </p:attrNameLst>
                                      </p:cBhvr>
                                      <p:to>
                                        <p:strVal val="visible"/>
                                      </p:to>
                                    </p:set>
                                  </p:childTnLst>
                                </p:cTn>
                              </p:par>
                              <p:par>
                                <p:cTn id="299" presetID="1" presetClass="entr" presetSubtype="0" fill="hold" grpId="0" nodeType="withEffect">
                                  <p:stCondLst>
                                    <p:cond delay="0"/>
                                  </p:stCondLst>
                                  <p:childTnLst>
                                    <p:set>
                                      <p:cBhvr>
                                        <p:cTn id="300" dur="1" fill="hold">
                                          <p:stCondLst>
                                            <p:cond delay="0"/>
                                          </p:stCondLst>
                                        </p:cTn>
                                        <p:tgtEl>
                                          <p:spTgt spid="162"/>
                                        </p:tgtEl>
                                        <p:attrNameLst>
                                          <p:attrName>style.visibility</p:attrName>
                                        </p:attrNameLst>
                                      </p:cBhvr>
                                      <p:to>
                                        <p:strVal val="visible"/>
                                      </p:to>
                                    </p:set>
                                  </p:childTnLst>
                                </p:cTn>
                              </p:par>
                              <p:par>
                                <p:cTn id="301" presetID="1" presetClass="entr" presetSubtype="0" fill="hold" grpId="0" nodeType="withEffect">
                                  <p:stCondLst>
                                    <p:cond delay="0"/>
                                  </p:stCondLst>
                                  <p:childTnLst>
                                    <p:set>
                                      <p:cBhvr>
                                        <p:cTn id="302" dur="1" fill="hold">
                                          <p:stCondLst>
                                            <p:cond delay="0"/>
                                          </p:stCondLst>
                                        </p:cTn>
                                        <p:tgtEl>
                                          <p:spTgt spid="163"/>
                                        </p:tgtEl>
                                        <p:attrNameLst>
                                          <p:attrName>style.visibility</p:attrName>
                                        </p:attrNameLst>
                                      </p:cBhvr>
                                      <p:to>
                                        <p:strVal val="visible"/>
                                      </p:to>
                                    </p:set>
                                  </p:childTnLst>
                                </p:cTn>
                              </p:par>
                              <p:par>
                                <p:cTn id="303" presetID="1" presetClass="entr" presetSubtype="0" fill="hold" grpId="0" nodeType="withEffect">
                                  <p:stCondLst>
                                    <p:cond delay="0"/>
                                  </p:stCondLst>
                                  <p:childTnLst>
                                    <p:set>
                                      <p:cBhvr>
                                        <p:cTn id="304" dur="1" fill="hold">
                                          <p:stCondLst>
                                            <p:cond delay="0"/>
                                          </p:stCondLst>
                                        </p:cTn>
                                        <p:tgtEl>
                                          <p:spTgt spid="164"/>
                                        </p:tgtEl>
                                        <p:attrNameLst>
                                          <p:attrName>style.visibility</p:attrName>
                                        </p:attrNameLst>
                                      </p:cBhvr>
                                      <p:to>
                                        <p:strVal val="visible"/>
                                      </p:to>
                                    </p:set>
                                  </p:childTnLst>
                                </p:cTn>
                              </p:par>
                              <p:par>
                                <p:cTn id="305" presetID="1" presetClass="entr" presetSubtype="0" fill="hold" grpId="0" nodeType="withEffect">
                                  <p:stCondLst>
                                    <p:cond delay="0"/>
                                  </p:stCondLst>
                                  <p:childTnLst>
                                    <p:set>
                                      <p:cBhvr>
                                        <p:cTn id="306" dur="1" fill="hold">
                                          <p:stCondLst>
                                            <p:cond delay="0"/>
                                          </p:stCondLst>
                                        </p:cTn>
                                        <p:tgtEl>
                                          <p:spTgt spid="165"/>
                                        </p:tgtEl>
                                        <p:attrNameLst>
                                          <p:attrName>style.visibility</p:attrName>
                                        </p:attrNameLst>
                                      </p:cBhvr>
                                      <p:to>
                                        <p:strVal val="visible"/>
                                      </p:to>
                                    </p:set>
                                  </p:childTnLst>
                                </p:cTn>
                              </p:par>
                              <p:par>
                                <p:cTn id="307" presetID="1" presetClass="entr" presetSubtype="0" fill="hold" grpId="0" nodeType="withEffect">
                                  <p:stCondLst>
                                    <p:cond delay="0"/>
                                  </p:stCondLst>
                                  <p:childTnLst>
                                    <p:set>
                                      <p:cBhvr>
                                        <p:cTn id="308" dur="1" fill="hold">
                                          <p:stCondLst>
                                            <p:cond delay="0"/>
                                          </p:stCondLst>
                                        </p:cTn>
                                        <p:tgtEl>
                                          <p:spTgt spid="166"/>
                                        </p:tgtEl>
                                        <p:attrNameLst>
                                          <p:attrName>style.visibility</p:attrName>
                                        </p:attrNameLst>
                                      </p:cBhvr>
                                      <p:to>
                                        <p:strVal val="visible"/>
                                      </p:to>
                                    </p:set>
                                  </p:childTnLst>
                                </p:cTn>
                              </p:par>
                              <p:par>
                                <p:cTn id="309" presetID="1" presetClass="entr" presetSubtype="0" fill="hold" grpId="0" nodeType="withEffect">
                                  <p:stCondLst>
                                    <p:cond delay="0"/>
                                  </p:stCondLst>
                                  <p:childTnLst>
                                    <p:set>
                                      <p:cBhvr>
                                        <p:cTn id="310" dur="1" fill="hold">
                                          <p:stCondLst>
                                            <p:cond delay="0"/>
                                          </p:stCondLst>
                                        </p:cTn>
                                        <p:tgtEl>
                                          <p:spTgt spid="167"/>
                                        </p:tgtEl>
                                        <p:attrNameLst>
                                          <p:attrName>style.visibility</p:attrName>
                                        </p:attrNameLst>
                                      </p:cBhvr>
                                      <p:to>
                                        <p:strVal val="visible"/>
                                      </p:to>
                                    </p:set>
                                  </p:childTnLst>
                                </p:cTn>
                              </p:par>
                              <p:par>
                                <p:cTn id="311" presetID="1" presetClass="entr" presetSubtype="0" fill="hold" grpId="0" nodeType="withEffect">
                                  <p:stCondLst>
                                    <p:cond delay="0"/>
                                  </p:stCondLst>
                                  <p:childTnLst>
                                    <p:set>
                                      <p:cBhvr>
                                        <p:cTn id="312" dur="1" fill="hold">
                                          <p:stCondLst>
                                            <p:cond delay="0"/>
                                          </p:stCondLst>
                                        </p:cTn>
                                        <p:tgtEl>
                                          <p:spTgt spid="168"/>
                                        </p:tgtEl>
                                        <p:attrNameLst>
                                          <p:attrName>style.visibility</p:attrName>
                                        </p:attrNameLst>
                                      </p:cBhvr>
                                      <p:to>
                                        <p:strVal val="visible"/>
                                      </p:to>
                                    </p:set>
                                  </p:childTnLst>
                                </p:cTn>
                              </p:par>
                              <p:par>
                                <p:cTn id="313" presetID="1" presetClass="entr" presetSubtype="0" fill="hold" grpId="0" nodeType="withEffect">
                                  <p:stCondLst>
                                    <p:cond delay="0"/>
                                  </p:stCondLst>
                                  <p:childTnLst>
                                    <p:set>
                                      <p:cBhvr>
                                        <p:cTn id="314" dur="1" fill="hold">
                                          <p:stCondLst>
                                            <p:cond delay="0"/>
                                          </p:stCondLst>
                                        </p:cTn>
                                        <p:tgtEl>
                                          <p:spTgt spid="169"/>
                                        </p:tgtEl>
                                        <p:attrNameLst>
                                          <p:attrName>style.visibility</p:attrName>
                                        </p:attrNameLst>
                                      </p:cBhvr>
                                      <p:to>
                                        <p:strVal val="visible"/>
                                      </p:to>
                                    </p:set>
                                  </p:childTnLst>
                                </p:cTn>
                              </p:par>
                              <p:par>
                                <p:cTn id="315" presetID="1" presetClass="entr" presetSubtype="0" fill="hold" grpId="0" nodeType="withEffect">
                                  <p:stCondLst>
                                    <p:cond delay="0"/>
                                  </p:stCondLst>
                                  <p:childTnLst>
                                    <p:set>
                                      <p:cBhvr>
                                        <p:cTn id="316" dur="1" fill="hold">
                                          <p:stCondLst>
                                            <p:cond delay="0"/>
                                          </p:stCondLst>
                                        </p:cTn>
                                        <p:tgtEl>
                                          <p:spTgt spid="170"/>
                                        </p:tgtEl>
                                        <p:attrNameLst>
                                          <p:attrName>style.visibility</p:attrName>
                                        </p:attrNameLst>
                                      </p:cBhvr>
                                      <p:to>
                                        <p:strVal val="visible"/>
                                      </p:to>
                                    </p:set>
                                  </p:childTnLst>
                                </p:cTn>
                              </p:par>
                              <p:par>
                                <p:cTn id="317" presetID="1" presetClass="entr" presetSubtype="0" fill="hold" grpId="0" nodeType="withEffect">
                                  <p:stCondLst>
                                    <p:cond delay="0"/>
                                  </p:stCondLst>
                                  <p:childTnLst>
                                    <p:set>
                                      <p:cBhvr>
                                        <p:cTn id="318" dur="1" fill="hold">
                                          <p:stCondLst>
                                            <p:cond delay="0"/>
                                          </p:stCondLst>
                                        </p:cTn>
                                        <p:tgtEl>
                                          <p:spTgt spid="171"/>
                                        </p:tgtEl>
                                        <p:attrNameLst>
                                          <p:attrName>style.visibility</p:attrName>
                                        </p:attrNameLst>
                                      </p:cBhvr>
                                      <p:to>
                                        <p:strVal val="visible"/>
                                      </p:to>
                                    </p:set>
                                  </p:childTnLst>
                                </p:cTn>
                              </p:par>
                              <p:par>
                                <p:cTn id="319" presetID="1" presetClass="entr" presetSubtype="0" fill="hold" grpId="0" nodeType="withEffect">
                                  <p:stCondLst>
                                    <p:cond delay="0"/>
                                  </p:stCondLst>
                                  <p:childTnLst>
                                    <p:set>
                                      <p:cBhvr>
                                        <p:cTn id="320" dur="1" fill="hold">
                                          <p:stCondLst>
                                            <p:cond delay="0"/>
                                          </p:stCondLst>
                                        </p:cTn>
                                        <p:tgtEl>
                                          <p:spTgt spid="172"/>
                                        </p:tgtEl>
                                        <p:attrNameLst>
                                          <p:attrName>style.visibility</p:attrName>
                                        </p:attrNameLst>
                                      </p:cBhvr>
                                      <p:to>
                                        <p:strVal val="visible"/>
                                      </p:to>
                                    </p:set>
                                  </p:childTnLst>
                                </p:cTn>
                              </p:par>
                              <p:par>
                                <p:cTn id="321" presetID="1" presetClass="entr" presetSubtype="0" fill="hold" grpId="0" nodeType="withEffect">
                                  <p:stCondLst>
                                    <p:cond delay="0"/>
                                  </p:stCondLst>
                                  <p:childTnLst>
                                    <p:set>
                                      <p:cBhvr>
                                        <p:cTn id="322" dur="1" fill="hold">
                                          <p:stCondLst>
                                            <p:cond delay="0"/>
                                          </p:stCondLst>
                                        </p:cTn>
                                        <p:tgtEl>
                                          <p:spTgt spid="173"/>
                                        </p:tgtEl>
                                        <p:attrNameLst>
                                          <p:attrName>style.visibility</p:attrName>
                                        </p:attrNameLst>
                                      </p:cBhvr>
                                      <p:to>
                                        <p:strVal val="visible"/>
                                      </p:to>
                                    </p:set>
                                  </p:childTnLst>
                                </p:cTn>
                              </p:par>
                              <p:par>
                                <p:cTn id="323" presetID="1" presetClass="entr" presetSubtype="0" fill="hold" grpId="0" nodeType="withEffect">
                                  <p:stCondLst>
                                    <p:cond delay="0"/>
                                  </p:stCondLst>
                                  <p:childTnLst>
                                    <p:set>
                                      <p:cBhvr>
                                        <p:cTn id="324" dur="1" fill="hold">
                                          <p:stCondLst>
                                            <p:cond delay="0"/>
                                          </p:stCondLst>
                                        </p:cTn>
                                        <p:tgtEl>
                                          <p:spTgt spid="174"/>
                                        </p:tgtEl>
                                        <p:attrNameLst>
                                          <p:attrName>style.visibility</p:attrName>
                                        </p:attrNameLst>
                                      </p:cBhvr>
                                      <p:to>
                                        <p:strVal val="visible"/>
                                      </p:to>
                                    </p:set>
                                  </p:childTnLst>
                                </p:cTn>
                              </p:par>
                              <p:par>
                                <p:cTn id="325" presetID="1" presetClass="entr" presetSubtype="0" fill="hold" grpId="0" nodeType="withEffect">
                                  <p:stCondLst>
                                    <p:cond delay="0"/>
                                  </p:stCondLst>
                                  <p:childTnLst>
                                    <p:set>
                                      <p:cBhvr>
                                        <p:cTn id="326" dur="1" fill="hold">
                                          <p:stCondLst>
                                            <p:cond delay="0"/>
                                          </p:stCondLst>
                                        </p:cTn>
                                        <p:tgtEl>
                                          <p:spTgt spid="175"/>
                                        </p:tgtEl>
                                        <p:attrNameLst>
                                          <p:attrName>style.visibility</p:attrName>
                                        </p:attrNameLst>
                                      </p:cBhvr>
                                      <p:to>
                                        <p:strVal val="visible"/>
                                      </p:to>
                                    </p:set>
                                  </p:childTnLst>
                                </p:cTn>
                              </p:par>
                              <p:par>
                                <p:cTn id="327" presetID="1" presetClass="entr" presetSubtype="0" fill="hold" nodeType="withEffect">
                                  <p:stCondLst>
                                    <p:cond delay="0"/>
                                  </p:stCondLst>
                                  <p:childTnLst>
                                    <p:set>
                                      <p:cBhvr>
                                        <p:cTn id="328" dur="1" fill="hold">
                                          <p:stCondLst>
                                            <p:cond delay="0"/>
                                          </p:stCondLst>
                                        </p:cTn>
                                        <p:tgtEl>
                                          <p:spTgt spid="330"/>
                                        </p:tgtEl>
                                        <p:attrNameLst>
                                          <p:attrName>style.visibility</p:attrName>
                                        </p:attrNameLst>
                                      </p:cBhvr>
                                      <p:to>
                                        <p:strVal val="visible"/>
                                      </p:to>
                                    </p:set>
                                  </p:childTnLst>
                                </p:cTn>
                              </p:par>
                            </p:childTnLst>
                          </p:cTn>
                        </p:par>
                      </p:childTnLst>
                    </p:cTn>
                  </p:par>
                  <p:par>
                    <p:cTn id="329" fill="hold">
                      <p:stCondLst>
                        <p:cond delay="indefinite"/>
                      </p:stCondLst>
                      <p:childTnLst>
                        <p:par>
                          <p:cTn id="330" fill="hold">
                            <p:stCondLst>
                              <p:cond delay="0"/>
                            </p:stCondLst>
                            <p:childTnLst>
                              <p:par>
                                <p:cTn id="331" presetID="1" presetClass="entr" presetSubtype="0" fill="hold" nodeType="clickEffect">
                                  <p:stCondLst>
                                    <p:cond delay="0"/>
                                  </p:stCondLst>
                                  <p:childTnLst>
                                    <p:set>
                                      <p:cBhvr>
                                        <p:cTn id="332" dur="1" fill="hold">
                                          <p:stCondLst>
                                            <p:cond delay="0"/>
                                          </p:stCondLst>
                                        </p:cTn>
                                        <p:tgtEl>
                                          <p:spTgt spid="230"/>
                                        </p:tgtEl>
                                        <p:attrNameLst>
                                          <p:attrName>style.visibility</p:attrName>
                                        </p:attrNameLst>
                                      </p:cBhvr>
                                      <p:to>
                                        <p:strVal val="visible"/>
                                      </p:to>
                                    </p:set>
                                  </p:childTnLst>
                                </p:cTn>
                              </p:par>
                              <p:par>
                                <p:cTn id="333" presetID="1" presetClass="entr" presetSubtype="0" fill="hold" grpId="0" nodeType="withEffect">
                                  <p:stCondLst>
                                    <p:cond delay="0"/>
                                  </p:stCondLst>
                                  <p:childTnLst>
                                    <p:set>
                                      <p:cBhvr>
                                        <p:cTn id="334" dur="1" fill="hold">
                                          <p:stCondLst>
                                            <p:cond delay="0"/>
                                          </p:stCondLst>
                                        </p:cTn>
                                        <p:tgtEl>
                                          <p:spTgt spid="231"/>
                                        </p:tgtEl>
                                        <p:attrNameLst>
                                          <p:attrName>style.visibility</p:attrName>
                                        </p:attrNameLst>
                                      </p:cBhvr>
                                      <p:to>
                                        <p:strVal val="visible"/>
                                      </p:to>
                                    </p:set>
                                  </p:childTnLst>
                                </p:cTn>
                              </p:par>
                              <p:par>
                                <p:cTn id="335" presetID="1" presetClass="entr" presetSubtype="0" fill="hold" grpId="0" nodeType="withEffect">
                                  <p:stCondLst>
                                    <p:cond delay="0"/>
                                  </p:stCondLst>
                                  <p:childTnLst>
                                    <p:set>
                                      <p:cBhvr>
                                        <p:cTn id="336" dur="1" fill="hold">
                                          <p:stCondLst>
                                            <p:cond delay="0"/>
                                          </p:stCondLst>
                                        </p:cTn>
                                        <p:tgtEl>
                                          <p:spTgt spid="232"/>
                                        </p:tgtEl>
                                        <p:attrNameLst>
                                          <p:attrName>style.visibility</p:attrName>
                                        </p:attrNameLst>
                                      </p:cBhvr>
                                      <p:to>
                                        <p:strVal val="visible"/>
                                      </p:to>
                                    </p:set>
                                  </p:childTnLst>
                                </p:cTn>
                              </p:par>
                              <p:par>
                                <p:cTn id="337" presetID="1" presetClass="entr" presetSubtype="0" fill="hold" grpId="0" nodeType="withEffect">
                                  <p:stCondLst>
                                    <p:cond delay="0"/>
                                  </p:stCondLst>
                                  <p:childTnLst>
                                    <p:set>
                                      <p:cBhvr>
                                        <p:cTn id="338" dur="1" fill="hold">
                                          <p:stCondLst>
                                            <p:cond delay="0"/>
                                          </p:stCondLst>
                                        </p:cTn>
                                        <p:tgtEl>
                                          <p:spTgt spid="233"/>
                                        </p:tgtEl>
                                        <p:attrNameLst>
                                          <p:attrName>style.visibility</p:attrName>
                                        </p:attrNameLst>
                                      </p:cBhvr>
                                      <p:to>
                                        <p:strVal val="visible"/>
                                      </p:to>
                                    </p:set>
                                  </p:childTnLst>
                                </p:cTn>
                              </p:par>
                              <p:par>
                                <p:cTn id="339" presetID="1" presetClass="entr" presetSubtype="0" fill="hold" grpId="0" nodeType="withEffect">
                                  <p:stCondLst>
                                    <p:cond delay="0"/>
                                  </p:stCondLst>
                                  <p:childTnLst>
                                    <p:set>
                                      <p:cBhvr>
                                        <p:cTn id="340" dur="1" fill="hold">
                                          <p:stCondLst>
                                            <p:cond delay="0"/>
                                          </p:stCondLst>
                                        </p:cTn>
                                        <p:tgtEl>
                                          <p:spTgt spid="234"/>
                                        </p:tgtEl>
                                        <p:attrNameLst>
                                          <p:attrName>style.visibility</p:attrName>
                                        </p:attrNameLst>
                                      </p:cBhvr>
                                      <p:to>
                                        <p:strVal val="visible"/>
                                      </p:to>
                                    </p:set>
                                  </p:childTnLst>
                                </p:cTn>
                              </p:par>
                              <p:par>
                                <p:cTn id="341" presetID="1" presetClass="entr" presetSubtype="0" fill="hold" grpId="0" nodeType="withEffect">
                                  <p:stCondLst>
                                    <p:cond delay="0"/>
                                  </p:stCondLst>
                                  <p:childTnLst>
                                    <p:set>
                                      <p:cBhvr>
                                        <p:cTn id="342" dur="1" fill="hold">
                                          <p:stCondLst>
                                            <p:cond delay="0"/>
                                          </p:stCondLst>
                                        </p:cTn>
                                        <p:tgtEl>
                                          <p:spTgt spid="235"/>
                                        </p:tgtEl>
                                        <p:attrNameLst>
                                          <p:attrName>style.visibility</p:attrName>
                                        </p:attrNameLst>
                                      </p:cBhvr>
                                      <p:to>
                                        <p:strVal val="visible"/>
                                      </p:to>
                                    </p:set>
                                  </p:childTnLst>
                                </p:cTn>
                              </p:par>
                              <p:par>
                                <p:cTn id="343" presetID="1" presetClass="entr" presetSubtype="0" fill="hold" grpId="0" nodeType="withEffect">
                                  <p:stCondLst>
                                    <p:cond delay="0"/>
                                  </p:stCondLst>
                                  <p:childTnLst>
                                    <p:set>
                                      <p:cBhvr>
                                        <p:cTn id="344" dur="1" fill="hold">
                                          <p:stCondLst>
                                            <p:cond delay="0"/>
                                          </p:stCondLst>
                                        </p:cTn>
                                        <p:tgtEl>
                                          <p:spTgt spid="236"/>
                                        </p:tgtEl>
                                        <p:attrNameLst>
                                          <p:attrName>style.visibility</p:attrName>
                                        </p:attrNameLst>
                                      </p:cBhvr>
                                      <p:to>
                                        <p:strVal val="visible"/>
                                      </p:to>
                                    </p:set>
                                  </p:childTnLst>
                                </p:cTn>
                              </p:par>
                              <p:par>
                                <p:cTn id="345" presetID="1" presetClass="entr" presetSubtype="0" fill="hold" grpId="0" nodeType="withEffect">
                                  <p:stCondLst>
                                    <p:cond delay="0"/>
                                  </p:stCondLst>
                                  <p:childTnLst>
                                    <p:set>
                                      <p:cBhvr>
                                        <p:cTn id="346" dur="1" fill="hold">
                                          <p:stCondLst>
                                            <p:cond delay="0"/>
                                          </p:stCondLst>
                                        </p:cTn>
                                        <p:tgtEl>
                                          <p:spTgt spid="237"/>
                                        </p:tgtEl>
                                        <p:attrNameLst>
                                          <p:attrName>style.visibility</p:attrName>
                                        </p:attrNameLst>
                                      </p:cBhvr>
                                      <p:to>
                                        <p:strVal val="visible"/>
                                      </p:to>
                                    </p:set>
                                  </p:childTnLst>
                                </p:cTn>
                              </p:par>
                              <p:par>
                                <p:cTn id="347" presetID="1" presetClass="entr" presetSubtype="0" fill="hold" grpId="0" nodeType="withEffect">
                                  <p:stCondLst>
                                    <p:cond delay="0"/>
                                  </p:stCondLst>
                                  <p:childTnLst>
                                    <p:set>
                                      <p:cBhvr>
                                        <p:cTn id="348" dur="1" fill="hold">
                                          <p:stCondLst>
                                            <p:cond delay="0"/>
                                          </p:stCondLst>
                                        </p:cTn>
                                        <p:tgtEl>
                                          <p:spTgt spid="238"/>
                                        </p:tgtEl>
                                        <p:attrNameLst>
                                          <p:attrName>style.visibility</p:attrName>
                                        </p:attrNameLst>
                                      </p:cBhvr>
                                      <p:to>
                                        <p:strVal val="visible"/>
                                      </p:to>
                                    </p:set>
                                  </p:childTnLst>
                                </p:cTn>
                              </p:par>
                              <p:par>
                                <p:cTn id="349" presetID="1" presetClass="entr" presetSubtype="0" fill="hold" grpId="0" nodeType="withEffect">
                                  <p:stCondLst>
                                    <p:cond delay="0"/>
                                  </p:stCondLst>
                                  <p:childTnLst>
                                    <p:set>
                                      <p:cBhvr>
                                        <p:cTn id="350" dur="1" fill="hold">
                                          <p:stCondLst>
                                            <p:cond delay="0"/>
                                          </p:stCondLst>
                                        </p:cTn>
                                        <p:tgtEl>
                                          <p:spTgt spid="239"/>
                                        </p:tgtEl>
                                        <p:attrNameLst>
                                          <p:attrName>style.visibility</p:attrName>
                                        </p:attrNameLst>
                                      </p:cBhvr>
                                      <p:to>
                                        <p:strVal val="visible"/>
                                      </p:to>
                                    </p:set>
                                  </p:childTnLst>
                                </p:cTn>
                              </p:par>
                              <p:par>
                                <p:cTn id="351" presetID="1" presetClass="entr" presetSubtype="0" fill="hold" grpId="0" nodeType="withEffect">
                                  <p:stCondLst>
                                    <p:cond delay="0"/>
                                  </p:stCondLst>
                                  <p:childTnLst>
                                    <p:set>
                                      <p:cBhvr>
                                        <p:cTn id="352" dur="1" fill="hold">
                                          <p:stCondLst>
                                            <p:cond delay="0"/>
                                          </p:stCondLst>
                                        </p:cTn>
                                        <p:tgtEl>
                                          <p:spTgt spid="240"/>
                                        </p:tgtEl>
                                        <p:attrNameLst>
                                          <p:attrName>style.visibility</p:attrName>
                                        </p:attrNameLst>
                                      </p:cBhvr>
                                      <p:to>
                                        <p:strVal val="visible"/>
                                      </p:to>
                                    </p:set>
                                  </p:childTnLst>
                                </p:cTn>
                              </p:par>
                              <p:par>
                                <p:cTn id="353" presetID="1" presetClass="entr" presetSubtype="0" fill="hold" grpId="0" nodeType="withEffect">
                                  <p:stCondLst>
                                    <p:cond delay="0"/>
                                  </p:stCondLst>
                                  <p:childTnLst>
                                    <p:set>
                                      <p:cBhvr>
                                        <p:cTn id="354" dur="1" fill="hold">
                                          <p:stCondLst>
                                            <p:cond delay="0"/>
                                          </p:stCondLst>
                                        </p:cTn>
                                        <p:tgtEl>
                                          <p:spTgt spid="241"/>
                                        </p:tgtEl>
                                        <p:attrNameLst>
                                          <p:attrName>style.visibility</p:attrName>
                                        </p:attrNameLst>
                                      </p:cBhvr>
                                      <p:to>
                                        <p:strVal val="visible"/>
                                      </p:to>
                                    </p:set>
                                  </p:childTnLst>
                                </p:cTn>
                              </p:par>
                              <p:par>
                                <p:cTn id="355" presetID="1" presetClass="entr" presetSubtype="0" fill="hold" grpId="0" nodeType="withEffect">
                                  <p:stCondLst>
                                    <p:cond delay="0"/>
                                  </p:stCondLst>
                                  <p:childTnLst>
                                    <p:set>
                                      <p:cBhvr>
                                        <p:cTn id="356" dur="1" fill="hold">
                                          <p:stCondLst>
                                            <p:cond delay="0"/>
                                          </p:stCondLst>
                                        </p:cTn>
                                        <p:tgtEl>
                                          <p:spTgt spid="242"/>
                                        </p:tgtEl>
                                        <p:attrNameLst>
                                          <p:attrName>style.visibility</p:attrName>
                                        </p:attrNameLst>
                                      </p:cBhvr>
                                      <p:to>
                                        <p:strVal val="visible"/>
                                      </p:to>
                                    </p:set>
                                  </p:childTnLst>
                                </p:cTn>
                              </p:par>
                              <p:par>
                                <p:cTn id="357" presetID="1" presetClass="entr" presetSubtype="0" fill="hold" grpId="0" nodeType="withEffect">
                                  <p:stCondLst>
                                    <p:cond delay="0"/>
                                  </p:stCondLst>
                                  <p:childTnLst>
                                    <p:set>
                                      <p:cBhvr>
                                        <p:cTn id="358" dur="1" fill="hold">
                                          <p:stCondLst>
                                            <p:cond delay="0"/>
                                          </p:stCondLst>
                                        </p:cTn>
                                        <p:tgtEl>
                                          <p:spTgt spid="243"/>
                                        </p:tgtEl>
                                        <p:attrNameLst>
                                          <p:attrName>style.visibility</p:attrName>
                                        </p:attrNameLst>
                                      </p:cBhvr>
                                      <p:to>
                                        <p:strVal val="visible"/>
                                      </p:to>
                                    </p:set>
                                  </p:childTnLst>
                                </p:cTn>
                              </p:par>
                              <p:par>
                                <p:cTn id="359" presetID="1" presetClass="entr" presetSubtype="0" fill="hold" grpId="0" nodeType="withEffect">
                                  <p:stCondLst>
                                    <p:cond delay="0"/>
                                  </p:stCondLst>
                                  <p:childTnLst>
                                    <p:set>
                                      <p:cBhvr>
                                        <p:cTn id="360" dur="1" fill="hold">
                                          <p:stCondLst>
                                            <p:cond delay="0"/>
                                          </p:stCondLst>
                                        </p:cTn>
                                        <p:tgtEl>
                                          <p:spTgt spid="258"/>
                                        </p:tgtEl>
                                        <p:attrNameLst>
                                          <p:attrName>style.visibility</p:attrName>
                                        </p:attrNameLst>
                                      </p:cBhvr>
                                      <p:to>
                                        <p:strVal val="visible"/>
                                      </p:to>
                                    </p:set>
                                  </p:childTnLst>
                                </p:cTn>
                              </p:par>
                              <p:par>
                                <p:cTn id="361" presetID="1" presetClass="entr" presetSubtype="0" fill="hold" grpId="0" nodeType="withEffect">
                                  <p:stCondLst>
                                    <p:cond delay="0"/>
                                  </p:stCondLst>
                                  <p:childTnLst>
                                    <p:set>
                                      <p:cBhvr>
                                        <p:cTn id="362" dur="1" fill="hold">
                                          <p:stCondLst>
                                            <p:cond delay="0"/>
                                          </p:stCondLst>
                                        </p:cTn>
                                        <p:tgtEl>
                                          <p:spTgt spid="260"/>
                                        </p:tgtEl>
                                        <p:attrNameLst>
                                          <p:attrName>style.visibility</p:attrName>
                                        </p:attrNameLst>
                                      </p:cBhvr>
                                      <p:to>
                                        <p:strVal val="visible"/>
                                      </p:to>
                                    </p:set>
                                  </p:childTnLst>
                                </p:cTn>
                              </p:par>
                              <p:par>
                                <p:cTn id="363" presetID="1" presetClass="entr" presetSubtype="0" fill="hold" nodeType="withEffect">
                                  <p:stCondLst>
                                    <p:cond delay="0"/>
                                  </p:stCondLst>
                                  <p:childTnLst>
                                    <p:set>
                                      <p:cBhvr>
                                        <p:cTn id="364" dur="1" fill="hold">
                                          <p:stCondLst>
                                            <p:cond delay="0"/>
                                          </p:stCondLst>
                                        </p:cTn>
                                        <p:tgtEl>
                                          <p:spTgt spid="331"/>
                                        </p:tgtEl>
                                        <p:attrNameLst>
                                          <p:attrName>style.visibility</p:attrName>
                                        </p:attrNameLst>
                                      </p:cBhvr>
                                      <p:to>
                                        <p:strVal val="visible"/>
                                      </p:to>
                                    </p:set>
                                  </p:childTnLst>
                                </p:cTn>
                              </p:par>
                            </p:childTnLst>
                          </p:cTn>
                        </p:par>
                      </p:childTnLst>
                    </p:cTn>
                  </p:par>
                  <p:par>
                    <p:cTn id="365" fill="hold">
                      <p:stCondLst>
                        <p:cond delay="indefinite"/>
                      </p:stCondLst>
                      <p:childTnLst>
                        <p:par>
                          <p:cTn id="366" fill="hold">
                            <p:stCondLst>
                              <p:cond delay="0"/>
                            </p:stCondLst>
                            <p:childTnLst>
                              <p:par>
                                <p:cTn id="367" presetID="1" presetClass="entr" presetSubtype="0" fill="hold" nodeType="clickEffect">
                                  <p:stCondLst>
                                    <p:cond delay="0"/>
                                  </p:stCondLst>
                                  <p:childTnLst>
                                    <p:set>
                                      <p:cBhvr>
                                        <p:cTn id="368" dur="1" fill="hold">
                                          <p:stCondLst>
                                            <p:cond delay="0"/>
                                          </p:stCondLst>
                                        </p:cTn>
                                        <p:tgtEl>
                                          <p:spTgt spid="288"/>
                                        </p:tgtEl>
                                        <p:attrNameLst>
                                          <p:attrName>style.visibility</p:attrName>
                                        </p:attrNameLst>
                                      </p:cBhvr>
                                      <p:to>
                                        <p:strVal val="visible"/>
                                      </p:to>
                                    </p:set>
                                  </p:childTnLst>
                                </p:cTn>
                              </p:par>
                              <p:par>
                                <p:cTn id="369" presetID="1" presetClass="entr" presetSubtype="0" fill="hold" grpId="0" nodeType="withEffect">
                                  <p:stCondLst>
                                    <p:cond delay="0"/>
                                  </p:stCondLst>
                                  <p:childTnLst>
                                    <p:set>
                                      <p:cBhvr>
                                        <p:cTn id="370" dur="1" fill="hold">
                                          <p:stCondLst>
                                            <p:cond delay="0"/>
                                          </p:stCondLst>
                                        </p:cTn>
                                        <p:tgtEl>
                                          <p:spTgt spid="289"/>
                                        </p:tgtEl>
                                        <p:attrNameLst>
                                          <p:attrName>style.visibility</p:attrName>
                                        </p:attrNameLst>
                                      </p:cBhvr>
                                      <p:to>
                                        <p:strVal val="visible"/>
                                      </p:to>
                                    </p:set>
                                  </p:childTnLst>
                                </p:cTn>
                              </p:par>
                              <p:par>
                                <p:cTn id="371" presetID="1" presetClass="entr" presetSubtype="0" fill="hold" grpId="0" nodeType="withEffect">
                                  <p:stCondLst>
                                    <p:cond delay="0"/>
                                  </p:stCondLst>
                                  <p:childTnLst>
                                    <p:set>
                                      <p:cBhvr>
                                        <p:cTn id="372" dur="1" fill="hold">
                                          <p:stCondLst>
                                            <p:cond delay="0"/>
                                          </p:stCondLst>
                                        </p:cTn>
                                        <p:tgtEl>
                                          <p:spTgt spid="290"/>
                                        </p:tgtEl>
                                        <p:attrNameLst>
                                          <p:attrName>style.visibility</p:attrName>
                                        </p:attrNameLst>
                                      </p:cBhvr>
                                      <p:to>
                                        <p:strVal val="visible"/>
                                      </p:to>
                                    </p:set>
                                  </p:childTnLst>
                                </p:cTn>
                              </p:par>
                              <p:par>
                                <p:cTn id="373" presetID="1" presetClass="entr" presetSubtype="0" fill="hold" grpId="0" nodeType="withEffect">
                                  <p:stCondLst>
                                    <p:cond delay="0"/>
                                  </p:stCondLst>
                                  <p:childTnLst>
                                    <p:set>
                                      <p:cBhvr>
                                        <p:cTn id="374" dur="1" fill="hold">
                                          <p:stCondLst>
                                            <p:cond delay="0"/>
                                          </p:stCondLst>
                                        </p:cTn>
                                        <p:tgtEl>
                                          <p:spTgt spid="291"/>
                                        </p:tgtEl>
                                        <p:attrNameLst>
                                          <p:attrName>style.visibility</p:attrName>
                                        </p:attrNameLst>
                                      </p:cBhvr>
                                      <p:to>
                                        <p:strVal val="visible"/>
                                      </p:to>
                                    </p:set>
                                  </p:childTnLst>
                                </p:cTn>
                              </p:par>
                              <p:par>
                                <p:cTn id="375" presetID="1" presetClass="entr" presetSubtype="0" fill="hold" grpId="0" nodeType="withEffect">
                                  <p:stCondLst>
                                    <p:cond delay="0"/>
                                  </p:stCondLst>
                                  <p:childTnLst>
                                    <p:set>
                                      <p:cBhvr>
                                        <p:cTn id="376" dur="1" fill="hold">
                                          <p:stCondLst>
                                            <p:cond delay="0"/>
                                          </p:stCondLst>
                                        </p:cTn>
                                        <p:tgtEl>
                                          <p:spTgt spid="292"/>
                                        </p:tgtEl>
                                        <p:attrNameLst>
                                          <p:attrName>style.visibility</p:attrName>
                                        </p:attrNameLst>
                                      </p:cBhvr>
                                      <p:to>
                                        <p:strVal val="visible"/>
                                      </p:to>
                                    </p:set>
                                  </p:childTnLst>
                                </p:cTn>
                              </p:par>
                              <p:par>
                                <p:cTn id="377" presetID="1" presetClass="entr" presetSubtype="0" fill="hold" grpId="0" nodeType="withEffect">
                                  <p:stCondLst>
                                    <p:cond delay="0"/>
                                  </p:stCondLst>
                                  <p:childTnLst>
                                    <p:set>
                                      <p:cBhvr>
                                        <p:cTn id="378" dur="1" fill="hold">
                                          <p:stCondLst>
                                            <p:cond delay="0"/>
                                          </p:stCondLst>
                                        </p:cTn>
                                        <p:tgtEl>
                                          <p:spTgt spid="293"/>
                                        </p:tgtEl>
                                        <p:attrNameLst>
                                          <p:attrName>style.visibility</p:attrName>
                                        </p:attrNameLst>
                                      </p:cBhvr>
                                      <p:to>
                                        <p:strVal val="visible"/>
                                      </p:to>
                                    </p:set>
                                  </p:childTnLst>
                                </p:cTn>
                              </p:par>
                              <p:par>
                                <p:cTn id="379" presetID="1" presetClass="entr" presetSubtype="0" fill="hold" grpId="0" nodeType="withEffect">
                                  <p:stCondLst>
                                    <p:cond delay="0"/>
                                  </p:stCondLst>
                                  <p:childTnLst>
                                    <p:set>
                                      <p:cBhvr>
                                        <p:cTn id="380" dur="1" fill="hold">
                                          <p:stCondLst>
                                            <p:cond delay="0"/>
                                          </p:stCondLst>
                                        </p:cTn>
                                        <p:tgtEl>
                                          <p:spTgt spid="294"/>
                                        </p:tgtEl>
                                        <p:attrNameLst>
                                          <p:attrName>style.visibility</p:attrName>
                                        </p:attrNameLst>
                                      </p:cBhvr>
                                      <p:to>
                                        <p:strVal val="visible"/>
                                      </p:to>
                                    </p:set>
                                  </p:childTnLst>
                                </p:cTn>
                              </p:par>
                              <p:par>
                                <p:cTn id="381" presetID="1" presetClass="entr" presetSubtype="0" fill="hold" grpId="0" nodeType="withEffect">
                                  <p:stCondLst>
                                    <p:cond delay="0"/>
                                  </p:stCondLst>
                                  <p:childTnLst>
                                    <p:set>
                                      <p:cBhvr>
                                        <p:cTn id="382" dur="1" fill="hold">
                                          <p:stCondLst>
                                            <p:cond delay="0"/>
                                          </p:stCondLst>
                                        </p:cTn>
                                        <p:tgtEl>
                                          <p:spTgt spid="295"/>
                                        </p:tgtEl>
                                        <p:attrNameLst>
                                          <p:attrName>style.visibility</p:attrName>
                                        </p:attrNameLst>
                                      </p:cBhvr>
                                      <p:to>
                                        <p:strVal val="visible"/>
                                      </p:to>
                                    </p:set>
                                  </p:childTnLst>
                                </p:cTn>
                              </p:par>
                              <p:par>
                                <p:cTn id="383" presetID="1" presetClass="entr" presetSubtype="0" fill="hold" grpId="0" nodeType="withEffect">
                                  <p:stCondLst>
                                    <p:cond delay="0"/>
                                  </p:stCondLst>
                                  <p:childTnLst>
                                    <p:set>
                                      <p:cBhvr>
                                        <p:cTn id="384" dur="1" fill="hold">
                                          <p:stCondLst>
                                            <p:cond delay="0"/>
                                          </p:stCondLst>
                                        </p:cTn>
                                        <p:tgtEl>
                                          <p:spTgt spid="296"/>
                                        </p:tgtEl>
                                        <p:attrNameLst>
                                          <p:attrName>style.visibility</p:attrName>
                                        </p:attrNameLst>
                                      </p:cBhvr>
                                      <p:to>
                                        <p:strVal val="visible"/>
                                      </p:to>
                                    </p:set>
                                  </p:childTnLst>
                                </p:cTn>
                              </p:par>
                              <p:par>
                                <p:cTn id="385" presetID="1" presetClass="entr" presetSubtype="0" fill="hold" grpId="0" nodeType="withEffect">
                                  <p:stCondLst>
                                    <p:cond delay="0"/>
                                  </p:stCondLst>
                                  <p:childTnLst>
                                    <p:set>
                                      <p:cBhvr>
                                        <p:cTn id="386" dur="1" fill="hold">
                                          <p:stCondLst>
                                            <p:cond delay="0"/>
                                          </p:stCondLst>
                                        </p:cTn>
                                        <p:tgtEl>
                                          <p:spTgt spid="297"/>
                                        </p:tgtEl>
                                        <p:attrNameLst>
                                          <p:attrName>style.visibility</p:attrName>
                                        </p:attrNameLst>
                                      </p:cBhvr>
                                      <p:to>
                                        <p:strVal val="visible"/>
                                      </p:to>
                                    </p:set>
                                  </p:childTnLst>
                                </p:cTn>
                              </p:par>
                              <p:par>
                                <p:cTn id="387" presetID="1" presetClass="entr" presetSubtype="0" fill="hold" grpId="0" nodeType="withEffect">
                                  <p:stCondLst>
                                    <p:cond delay="0"/>
                                  </p:stCondLst>
                                  <p:childTnLst>
                                    <p:set>
                                      <p:cBhvr>
                                        <p:cTn id="388" dur="1" fill="hold">
                                          <p:stCondLst>
                                            <p:cond delay="0"/>
                                          </p:stCondLst>
                                        </p:cTn>
                                        <p:tgtEl>
                                          <p:spTgt spid="298"/>
                                        </p:tgtEl>
                                        <p:attrNameLst>
                                          <p:attrName>style.visibility</p:attrName>
                                        </p:attrNameLst>
                                      </p:cBhvr>
                                      <p:to>
                                        <p:strVal val="visible"/>
                                      </p:to>
                                    </p:set>
                                  </p:childTnLst>
                                </p:cTn>
                              </p:par>
                              <p:par>
                                <p:cTn id="389" presetID="1" presetClass="entr" presetSubtype="0" fill="hold" grpId="0" nodeType="withEffect">
                                  <p:stCondLst>
                                    <p:cond delay="0"/>
                                  </p:stCondLst>
                                  <p:childTnLst>
                                    <p:set>
                                      <p:cBhvr>
                                        <p:cTn id="390" dur="1" fill="hold">
                                          <p:stCondLst>
                                            <p:cond delay="0"/>
                                          </p:stCondLst>
                                        </p:cTn>
                                        <p:tgtEl>
                                          <p:spTgt spid="299"/>
                                        </p:tgtEl>
                                        <p:attrNameLst>
                                          <p:attrName>style.visibility</p:attrName>
                                        </p:attrNameLst>
                                      </p:cBhvr>
                                      <p:to>
                                        <p:strVal val="visible"/>
                                      </p:to>
                                    </p:set>
                                  </p:childTnLst>
                                </p:cTn>
                              </p:par>
                              <p:par>
                                <p:cTn id="391" presetID="1" presetClass="entr" presetSubtype="0" fill="hold" grpId="0" nodeType="withEffect">
                                  <p:stCondLst>
                                    <p:cond delay="0"/>
                                  </p:stCondLst>
                                  <p:childTnLst>
                                    <p:set>
                                      <p:cBhvr>
                                        <p:cTn id="392" dur="1" fill="hold">
                                          <p:stCondLst>
                                            <p:cond delay="0"/>
                                          </p:stCondLst>
                                        </p:cTn>
                                        <p:tgtEl>
                                          <p:spTgt spid="300"/>
                                        </p:tgtEl>
                                        <p:attrNameLst>
                                          <p:attrName>style.visibility</p:attrName>
                                        </p:attrNameLst>
                                      </p:cBhvr>
                                      <p:to>
                                        <p:strVal val="visible"/>
                                      </p:to>
                                    </p:set>
                                  </p:childTnLst>
                                </p:cTn>
                              </p:par>
                              <p:par>
                                <p:cTn id="393" presetID="1" presetClass="entr" presetSubtype="0" fill="hold" grpId="0" nodeType="withEffect">
                                  <p:stCondLst>
                                    <p:cond delay="0"/>
                                  </p:stCondLst>
                                  <p:childTnLst>
                                    <p:set>
                                      <p:cBhvr>
                                        <p:cTn id="394" dur="1" fill="hold">
                                          <p:stCondLst>
                                            <p:cond delay="0"/>
                                          </p:stCondLst>
                                        </p:cTn>
                                        <p:tgtEl>
                                          <p:spTgt spid="301"/>
                                        </p:tgtEl>
                                        <p:attrNameLst>
                                          <p:attrName>style.visibility</p:attrName>
                                        </p:attrNameLst>
                                      </p:cBhvr>
                                      <p:to>
                                        <p:strVal val="visible"/>
                                      </p:to>
                                    </p:set>
                                  </p:childTnLst>
                                </p:cTn>
                              </p:par>
                              <p:par>
                                <p:cTn id="395" presetID="1" presetClass="entr" presetSubtype="0" fill="hold" grpId="0" nodeType="withEffect">
                                  <p:stCondLst>
                                    <p:cond delay="0"/>
                                  </p:stCondLst>
                                  <p:childTnLst>
                                    <p:set>
                                      <p:cBhvr>
                                        <p:cTn id="396" dur="1" fill="hold">
                                          <p:stCondLst>
                                            <p:cond delay="0"/>
                                          </p:stCondLst>
                                        </p:cTn>
                                        <p:tgtEl>
                                          <p:spTgt spid="302"/>
                                        </p:tgtEl>
                                        <p:attrNameLst>
                                          <p:attrName>style.visibility</p:attrName>
                                        </p:attrNameLst>
                                      </p:cBhvr>
                                      <p:to>
                                        <p:strVal val="visible"/>
                                      </p:to>
                                    </p:set>
                                  </p:childTnLst>
                                </p:cTn>
                              </p:par>
                              <p:par>
                                <p:cTn id="397" presetID="1" presetClass="entr" presetSubtype="0" fill="hold" grpId="0" nodeType="withEffect">
                                  <p:stCondLst>
                                    <p:cond delay="0"/>
                                  </p:stCondLst>
                                  <p:childTnLst>
                                    <p:set>
                                      <p:cBhvr>
                                        <p:cTn id="398" dur="1" fill="hold">
                                          <p:stCondLst>
                                            <p:cond delay="0"/>
                                          </p:stCondLst>
                                        </p:cTn>
                                        <p:tgtEl>
                                          <p:spTgt spid="303"/>
                                        </p:tgtEl>
                                        <p:attrNameLst>
                                          <p:attrName>style.visibility</p:attrName>
                                        </p:attrNameLst>
                                      </p:cBhvr>
                                      <p:to>
                                        <p:strVal val="visible"/>
                                      </p:to>
                                    </p:set>
                                  </p:childTnLst>
                                </p:cTn>
                              </p:par>
                              <p:par>
                                <p:cTn id="399" presetID="1" presetClass="entr" presetSubtype="0" fill="hold" grpId="0" nodeType="withEffect">
                                  <p:stCondLst>
                                    <p:cond delay="0"/>
                                  </p:stCondLst>
                                  <p:childTnLst>
                                    <p:set>
                                      <p:cBhvr>
                                        <p:cTn id="400" dur="1" fill="hold">
                                          <p:stCondLst>
                                            <p:cond delay="0"/>
                                          </p:stCondLst>
                                        </p:cTn>
                                        <p:tgtEl>
                                          <p:spTgt spid="306"/>
                                        </p:tgtEl>
                                        <p:attrNameLst>
                                          <p:attrName>style.visibility</p:attrName>
                                        </p:attrNameLst>
                                      </p:cBhvr>
                                      <p:to>
                                        <p:strVal val="visible"/>
                                      </p:to>
                                    </p:set>
                                  </p:childTnLst>
                                </p:cTn>
                              </p:par>
                              <p:par>
                                <p:cTn id="401" presetID="1" presetClass="entr" presetSubtype="0" fill="hold" nodeType="withEffect">
                                  <p:stCondLst>
                                    <p:cond delay="0"/>
                                  </p:stCondLst>
                                  <p:childTnLst>
                                    <p:set>
                                      <p:cBhvr>
                                        <p:cTn id="402" dur="1" fill="hold">
                                          <p:stCondLst>
                                            <p:cond delay="0"/>
                                          </p:stCondLst>
                                        </p:cTn>
                                        <p:tgtEl>
                                          <p:spTgt spid="332"/>
                                        </p:tgtEl>
                                        <p:attrNameLst>
                                          <p:attrName>style.visibility</p:attrName>
                                        </p:attrNameLst>
                                      </p:cBhvr>
                                      <p:to>
                                        <p:strVal val="visible"/>
                                      </p:to>
                                    </p:set>
                                  </p:childTnLst>
                                </p:cTn>
                              </p:par>
                            </p:childTnLst>
                          </p:cTn>
                        </p:par>
                      </p:childTnLst>
                    </p:cTn>
                  </p:par>
                  <p:par>
                    <p:cTn id="403" fill="hold">
                      <p:stCondLst>
                        <p:cond delay="indefinite"/>
                      </p:stCondLst>
                      <p:childTnLst>
                        <p:par>
                          <p:cTn id="404" fill="hold">
                            <p:stCondLst>
                              <p:cond delay="0"/>
                            </p:stCondLst>
                            <p:childTnLst>
                              <p:par>
                                <p:cTn id="405" presetID="1" presetClass="entr" presetSubtype="0" fill="hold" nodeType="clickEffect">
                                  <p:stCondLst>
                                    <p:cond delay="0"/>
                                  </p:stCondLst>
                                  <p:childTnLst>
                                    <p:set>
                                      <p:cBhvr>
                                        <p:cTn id="406" dur="1" fill="hold">
                                          <p:stCondLst>
                                            <p:cond delay="0"/>
                                          </p:stCondLst>
                                        </p:cTn>
                                        <p:tgtEl>
                                          <p:spTgt spid="176"/>
                                        </p:tgtEl>
                                        <p:attrNameLst>
                                          <p:attrName>style.visibility</p:attrName>
                                        </p:attrNameLst>
                                      </p:cBhvr>
                                      <p:to>
                                        <p:strVal val="visible"/>
                                      </p:to>
                                    </p:set>
                                  </p:childTnLst>
                                </p:cTn>
                              </p:par>
                              <p:par>
                                <p:cTn id="407" presetID="1" presetClass="entr" presetSubtype="0" fill="hold" grpId="0" nodeType="withEffect">
                                  <p:stCondLst>
                                    <p:cond delay="0"/>
                                  </p:stCondLst>
                                  <p:childTnLst>
                                    <p:set>
                                      <p:cBhvr>
                                        <p:cTn id="408" dur="1" fill="hold">
                                          <p:stCondLst>
                                            <p:cond delay="0"/>
                                          </p:stCondLst>
                                        </p:cTn>
                                        <p:tgtEl>
                                          <p:spTgt spid="177"/>
                                        </p:tgtEl>
                                        <p:attrNameLst>
                                          <p:attrName>style.visibility</p:attrName>
                                        </p:attrNameLst>
                                      </p:cBhvr>
                                      <p:to>
                                        <p:strVal val="visible"/>
                                      </p:to>
                                    </p:set>
                                  </p:childTnLst>
                                </p:cTn>
                              </p:par>
                              <p:par>
                                <p:cTn id="409" presetID="1" presetClass="entr" presetSubtype="0" fill="hold" grpId="0" nodeType="withEffect">
                                  <p:stCondLst>
                                    <p:cond delay="0"/>
                                  </p:stCondLst>
                                  <p:childTnLst>
                                    <p:set>
                                      <p:cBhvr>
                                        <p:cTn id="410" dur="1" fill="hold">
                                          <p:stCondLst>
                                            <p:cond delay="0"/>
                                          </p:stCondLst>
                                        </p:cTn>
                                        <p:tgtEl>
                                          <p:spTgt spid="178"/>
                                        </p:tgtEl>
                                        <p:attrNameLst>
                                          <p:attrName>style.visibility</p:attrName>
                                        </p:attrNameLst>
                                      </p:cBhvr>
                                      <p:to>
                                        <p:strVal val="visible"/>
                                      </p:to>
                                    </p:set>
                                  </p:childTnLst>
                                </p:cTn>
                              </p:par>
                              <p:par>
                                <p:cTn id="411" presetID="1" presetClass="entr" presetSubtype="0" fill="hold" grpId="0" nodeType="withEffect">
                                  <p:stCondLst>
                                    <p:cond delay="0"/>
                                  </p:stCondLst>
                                  <p:childTnLst>
                                    <p:set>
                                      <p:cBhvr>
                                        <p:cTn id="412" dur="1" fill="hold">
                                          <p:stCondLst>
                                            <p:cond delay="0"/>
                                          </p:stCondLst>
                                        </p:cTn>
                                        <p:tgtEl>
                                          <p:spTgt spid="179"/>
                                        </p:tgtEl>
                                        <p:attrNameLst>
                                          <p:attrName>style.visibility</p:attrName>
                                        </p:attrNameLst>
                                      </p:cBhvr>
                                      <p:to>
                                        <p:strVal val="visible"/>
                                      </p:to>
                                    </p:set>
                                  </p:childTnLst>
                                </p:cTn>
                              </p:par>
                              <p:par>
                                <p:cTn id="413" presetID="1" presetClass="entr" presetSubtype="0" fill="hold" grpId="0" nodeType="withEffect">
                                  <p:stCondLst>
                                    <p:cond delay="0"/>
                                  </p:stCondLst>
                                  <p:childTnLst>
                                    <p:set>
                                      <p:cBhvr>
                                        <p:cTn id="414" dur="1" fill="hold">
                                          <p:stCondLst>
                                            <p:cond delay="0"/>
                                          </p:stCondLst>
                                        </p:cTn>
                                        <p:tgtEl>
                                          <p:spTgt spid="180"/>
                                        </p:tgtEl>
                                        <p:attrNameLst>
                                          <p:attrName>style.visibility</p:attrName>
                                        </p:attrNameLst>
                                      </p:cBhvr>
                                      <p:to>
                                        <p:strVal val="visible"/>
                                      </p:to>
                                    </p:set>
                                  </p:childTnLst>
                                </p:cTn>
                              </p:par>
                              <p:par>
                                <p:cTn id="415" presetID="1" presetClass="entr" presetSubtype="0" fill="hold" grpId="0" nodeType="withEffect">
                                  <p:stCondLst>
                                    <p:cond delay="0"/>
                                  </p:stCondLst>
                                  <p:childTnLst>
                                    <p:set>
                                      <p:cBhvr>
                                        <p:cTn id="416" dur="1" fill="hold">
                                          <p:stCondLst>
                                            <p:cond delay="0"/>
                                          </p:stCondLst>
                                        </p:cTn>
                                        <p:tgtEl>
                                          <p:spTgt spid="181"/>
                                        </p:tgtEl>
                                        <p:attrNameLst>
                                          <p:attrName>style.visibility</p:attrName>
                                        </p:attrNameLst>
                                      </p:cBhvr>
                                      <p:to>
                                        <p:strVal val="visible"/>
                                      </p:to>
                                    </p:set>
                                  </p:childTnLst>
                                </p:cTn>
                              </p:par>
                              <p:par>
                                <p:cTn id="417" presetID="1" presetClass="entr" presetSubtype="0" fill="hold" grpId="0" nodeType="withEffect">
                                  <p:stCondLst>
                                    <p:cond delay="0"/>
                                  </p:stCondLst>
                                  <p:childTnLst>
                                    <p:set>
                                      <p:cBhvr>
                                        <p:cTn id="418" dur="1" fill="hold">
                                          <p:stCondLst>
                                            <p:cond delay="0"/>
                                          </p:stCondLst>
                                        </p:cTn>
                                        <p:tgtEl>
                                          <p:spTgt spid="182"/>
                                        </p:tgtEl>
                                        <p:attrNameLst>
                                          <p:attrName>style.visibility</p:attrName>
                                        </p:attrNameLst>
                                      </p:cBhvr>
                                      <p:to>
                                        <p:strVal val="visible"/>
                                      </p:to>
                                    </p:set>
                                  </p:childTnLst>
                                </p:cTn>
                              </p:par>
                              <p:par>
                                <p:cTn id="419" presetID="1" presetClass="entr" presetSubtype="0" fill="hold" grpId="0" nodeType="withEffect">
                                  <p:stCondLst>
                                    <p:cond delay="0"/>
                                  </p:stCondLst>
                                  <p:childTnLst>
                                    <p:set>
                                      <p:cBhvr>
                                        <p:cTn id="420" dur="1" fill="hold">
                                          <p:stCondLst>
                                            <p:cond delay="0"/>
                                          </p:stCondLst>
                                        </p:cTn>
                                        <p:tgtEl>
                                          <p:spTgt spid="183"/>
                                        </p:tgtEl>
                                        <p:attrNameLst>
                                          <p:attrName>style.visibility</p:attrName>
                                        </p:attrNameLst>
                                      </p:cBhvr>
                                      <p:to>
                                        <p:strVal val="visible"/>
                                      </p:to>
                                    </p:set>
                                  </p:childTnLst>
                                </p:cTn>
                              </p:par>
                              <p:par>
                                <p:cTn id="421" presetID="1" presetClass="entr" presetSubtype="0" fill="hold" grpId="0" nodeType="withEffect">
                                  <p:stCondLst>
                                    <p:cond delay="0"/>
                                  </p:stCondLst>
                                  <p:childTnLst>
                                    <p:set>
                                      <p:cBhvr>
                                        <p:cTn id="422" dur="1" fill="hold">
                                          <p:stCondLst>
                                            <p:cond delay="0"/>
                                          </p:stCondLst>
                                        </p:cTn>
                                        <p:tgtEl>
                                          <p:spTgt spid="184"/>
                                        </p:tgtEl>
                                        <p:attrNameLst>
                                          <p:attrName>style.visibility</p:attrName>
                                        </p:attrNameLst>
                                      </p:cBhvr>
                                      <p:to>
                                        <p:strVal val="visible"/>
                                      </p:to>
                                    </p:set>
                                  </p:childTnLst>
                                </p:cTn>
                              </p:par>
                              <p:par>
                                <p:cTn id="423" presetID="1" presetClass="entr" presetSubtype="0" fill="hold" grpId="0" nodeType="withEffect">
                                  <p:stCondLst>
                                    <p:cond delay="0"/>
                                  </p:stCondLst>
                                  <p:childTnLst>
                                    <p:set>
                                      <p:cBhvr>
                                        <p:cTn id="424" dur="1" fill="hold">
                                          <p:stCondLst>
                                            <p:cond delay="0"/>
                                          </p:stCondLst>
                                        </p:cTn>
                                        <p:tgtEl>
                                          <p:spTgt spid="185"/>
                                        </p:tgtEl>
                                        <p:attrNameLst>
                                          <p:attrName>style.visibility</p:attrName>
                                        </p:attrNameLst>
                                      </p:cBhvr>
                                      <p:to>
                                        <p:strVal val="visible"/>
                                      </p:to>
                                    </p:set>
                                  </p:childTnLst>
                                </p:cTn>
                              </p:par>
                              <p:par>
                                <p:cTn id="425" presetID="1" presetClass="entr" presetSubtype="0" fill="hold" grpId="0" nodeType="withEffect">
                                  <p:stCondLst>
                                    <p:cond delay="0"/>
                                  </p:stCondLst>
                                  <p:childTnLst>
                                    <p:set>
                                      <p:cBhvr>
                                        <p:cTn id="426" dur="1" fill="hold">
                                          <p:stCondLst>
                                            <p:cond delay="0"/>
                                          </p:stCondLst>
                                        </p:cTn>
                                        <p:tgtEl>
                                          <p:spTgt spid="186"/>
                                        </p:tgtEl>
                                        <p:attrNameLst>
                                          <p:attrName>style.visibility</p:attrName>
                                        </p:attrNameLst>
                                      </p:cBhvr>
                                      <p:to>
                                        <p:strVal val="visible"/>
                                      </p:to>
                                    </p:set>
                                  </p:childTnLst>
                                </p:cTn>
                              </p:par>
                              <p:par>
                                <p:cTn id="427" presetID="1" presetClass="entr" presetSubtype="0" fill="hold" grpId="0" nodeType="withEffect">
                                  <p:stCondLst>
                                    <p:cond delay="0"/>
                                  </p:stCondLst>
                                  <p:childTnLst>
                                    <p:set>
                                      <p:cBhvr>
                                        <p:cTn id="428" dur="1" fill="hold">
                                          <p:stCondLst>
                                            <p:cond delay="0"/>
                                          </p:stCondLst>
                                        </p:cTn>
                                        <p:tgtEl>
                                          <p:spTgt spid="187"/>
                                        </p:tgtEl>
                                        <p:attrNameLst>
                                          <p:attrName>style.visibility</p:attrName>
                                        </p:attrNameLst>
                                      </p:cBhvr>
                                      <p:to>
                                        <p:strVal val="visible"/>
                                      </p:to>
                                    </p:set>
                                  </p:childTnLst>
                                </p:cTn>
                              </p:par>
                              <p:par>
                                <p:cTn id="429" presetID="1" presetClass="entr" presetSubtype="0" fill="hold" grpId="0" nodeType="withEffect">
                                  <p:stCondLst>
                                    <p:cond delay="0"/>
                                  </p:stCondLst>
                                  <p:childTnLst>
                                    <p:set>
                                      <p:cBhvr>
                                        <p:cTn id="430" dur="1" fill="hold">
                                          <p:stCondLst>
                                            <p:cond delay="0"/>
                                          </p:stCondLst>
                                        </p:cTn>
                                        <p:tgtEl>
                                          <p:spTgt spid="188"/>
                                        </p:tgtEl>
                                        <p:attrNameLst>
                                          <p:attrName>style.visibility</p:attrName>
                                        </p:attrNameLst>
                                      </p:cBhvr>
                                      <p:to>
                                        <p:strVal val="visible"/>
                                      </p:to>
                                    </p:set>
                                  </p:childTnLst>
                                </p:cTn>
                              </p:par>
                              <p:par>
                                <p:cTn id="431" presetID="1" presetClass="entr" presetSubtype="0" fill="hold" grpId="0" nodeType="withEffect">
                                  <p:stCondLst>
                                    <p:cond delay="0"/>
                                  </p:stCondLst>
                                  <p:childTnLst>
                                    <p:set>
                                      <p:cBhvr>
                                        <p:cTn id="432" dur="1" fill="hold">
                                          <p:stCondLst>
                                            <p:cond delay="0"/>
                                          </p:stCondLst>
                                        </p:cTn>
                                        <p:tgtEl>
                                          <p:spTgt spid="189"/>
                                        </p:tgtEl>
                                        <p:attrNameLst>
                                          <p:attrName>style.visibility</p:attrName>
                                        </p:attrNameLst>
                                      </p:cBhvr>
                                      <p:to>
                                        <p:strVal val="visible"/>
                                      </p:to>
                                    </p:set>
                                  </p:childTnLst>
                                </p:cTn>
                              </p:par>
                              <p:par>
                                <p:cTn id="433" presetID="1" presetClass="entr" presetSubtype="0" fill="hold" grpId="0" nodeType="withEffect">
                                  <p:stCondLst>
                                    <p:cond delay="0"/>
                                  </p:stCondLst>
                                  <p:childTnLst>
                                    <p:set>
                                      <p:cBhvr>
                                        <p:cTn id="434" dur="1" fill="hold">
                                          <p:stCondLst>
                                            <p:cond delay="0"/>
                                          </p:stCondLst>
                                        </p:cTn>
                                        <p:tgtEl>
                                          <p:spTgt spid="190"/>
                                        </p:tgtEl>
                                        <p:attrNameLst>
                                          <p:attrName>style.visibility</p:attrName>
                                        </p:attrNameLst>
                                      </p:cBhvr>
                                      <p:to>
                                        <p:strVal val="visible"/>
                                      </p:to>
                                    </p:set>
                                  </p:childTnLst>
                                </p:cTn>
                              </p:par>
                              <p:par>
                                <p:cTn id="435" presetID="1" presetClass="entr" presetSubtype="0" fill="hold" grpId="0" nodeType="withEffect">
                                  <p:stCondLst>
                                    <p:cond delay="0"/>
                                  </p:stCondLst>
                                  <p:childTnLst>
                                    <p:set>
                                      <p:cBhvr>
                                        <p:cTn id="436" dur="1" fill="hold">
                                          <p:stCondLst>
                                            <p:cond delay="0"/>
                                          </p:stCondLst>
                                        </p:cTn>
                                        <p:tgtEl>
                                          <p:spTgt spid="191"/>
                                        </p:tgtEl>
                                        <p:attrNameLst>
                                          <p:attrName>style.visibility</p:attrName>
                                        </p:attrNameLst>
                                      </p:cBhvr>
                                      <p:to>
                                        <p:strVal val="visible"/>
                                      </p:to>
                                    </p:set>
                                  </p:childTnLst>
                                </p:cTn>
                              </p:par>
                              <p:par>
                                <p:cTn id="437" presetID="1" presetClass="entr" presetSubtype="0" fill="hold" grpId="0" nodeType="withEffect">
                                  <p:stCondLst>
                                    <p:cond delay="0"/>
                                  </p:stCondLst>
                                  <p:childTnLst>
                                    <p:set>
                                      <p:cBhvr>
                                        <p:cTn id="438" dur="1" fill="hold">
                                          <p:stCondLst>
                                            <p:cond delay="0"/>
                                          </p:stCondLst>
                                        </p:cTn>
                                        <p:tgtEl>
                                          <p:spTgt spid="192"/>
                                        </p:tgtEl>
                                        <p:attrNameLst>
                                          <p:attrName>style.visibility</p:attrName>
                                        </p:attrNameLst>
                                      </p:cBhvr>
                                      <p:to>
                                        <p:strVal val="visible"/>
                                      </p:to>
                                    </p:set>
                                  </p:childTnLst>
                                </p:cTn>
                              </p:par>
                              <p:par>
                                <p:cTn id="439" presetID="1" presetClass="entr" presetSubtype="0" fill="hold" nodeType="withEffect">
                                  <p:stCondLst>
                                    <p:cond delay="0"/>
                                  </p:stCondLst>
                                  <p:childTnLst>
                                    <p:set>
                                      <p:cBhvr>
                                        <p:cTn id="440" dur="1" fill="hold">
                                          <p:stCondLst>
                                            <p:cond delay="0"/>
                                          </p:stCondLst>
                                        </p:cTn>
                                        <p:tgtEl>
                                          <p:spTgt spid="334"/>
                                        </p:tgtEl>
                                        <p:attrNameLst>
                                          <p:attrName>style.visibility</p:attrName>
                                        </p:attrNameLst>
                                      </p:cBhvr>
                                      <p:to>
                                        <p:strVal val="visible"/>
                                      </p:to>
                                    </p:set>
                                  </p:childTnLst>
                                </p:cTn>
                              </p:par>
                            </p:childTnLst>
                          </p:cTn>
                        </p:par>
                      </p:childTnLst>
                    </p:cTn>
                  </p:par>
                  <p:par>
                    <p:cTn id="441" fill="hold">
                      <p:stCondLst>
                        <p:cond delay="indefinite"/>
                      </p:stCondLst>
                      <p:childTnLst>
                        <p:par>
                          <p:cTn id="442" fill="hold">
                            <p:stCondLst>
                              <p:cond delay="0"/>
                            </p:stCondLst>
                            <p:childTnLst>
                              <p:par>
                                <p:cTn id="443" presetID="1" presetClass="entr" presetSubtype="0" fill="hold" nodeType="clickEffect">
                                  <p:stCondLst>
                                    <p:cond delay="0"/>
                                  </p:stCondLst>
                                  <p:childTnLst>
                                    <p:set>
                                      <p:cBhvr>
                                        <p:cTn id="444" dur="1" fill="hold">
                                          <p:stCondLst>
                                            <p:cond delay="0"/>
                                          </p:stCondLst>
                                        </p:cTn>
                                        <p:tgtEl>
                                          <p:spTgt spid="244"/>
                                        </p:tgtEl>
                                        <p:attrNameLst>
                                          <p:attrName>style.visibility</p:attrName>
                                        </p:attrNameLst>
                                      </p:cBhvr>
                                      <p:to>
                                        <p:strVal val="visible"/>
                                      </p:to>
                                    </p:set>
                                  </p:childTnLst>
                                </p:cTn>
                              </p:par>
                              <p:par>
                                <p:cTn id="445" presetID="1" presetClass="entr" presetSubtype="0" fill="hold" grpId="0" nodeType="withEffect">
                                  <p:stCondLst>
                                    <p:cond delay="0"/>
                                  </p:stCondLst>
                                  <p:childTnLst>
                                    <p:set>
                                      <p:cBhvr>
                                        <p:cTn id="446" dur="1" fill="hold">
                                          <p:stCondLst>
                                            <p:cond delay="0"/>
                                          </p:stCondLst>
                                        </p:cTn>
                                        <p:tgtEl>
                                          <p:spTgt spid="245"/>
                                        </p:tgtEl>
                                        <p:attrNameLst>
                                          <p:attrName>style.visibility</p:attrName>
                                        </p:attrNameLst>
                                      </p:cBhvr>
                                      <p:to>
                                        <p:strVal val="visible"/>
                                      </p:to>
                                    </p:set>
                                  </p:childTnLst>
                                </p:cTn>
                              </p:par>
                              <p:par>
                                <p:cTn id="447" presetID="1" presetClass="entr" presetSubtype="0" fill="hold" grpId="0" nodeType="withEffect">
                                  <p:stCondLst>
                                    <p:cond delay="0"/>
                                  </p:stCondLst>
                                  <p:childTnLst>
                                    <p:set>
                                      <p:cBhvr>
                                        <p:cTn id="448" dur="1" fill="hold">
                                          <p:stCondLst>
                                            <p:cond delay="0"/>
                                          </p:stCondLst>
                                        </p:cTn>
                                        <p:tgtEl>
                                          <p:spTgt spid="246"/>
                                        </p:tgtEl>
                                        <p:attrNameLst>
                                          <p:attrName>style.visibility</p:attrName>
                                        </p:attrNameLst>
                                      </p:cBhvr>
                                      <p:to>
                                        <p:strVal val="visible"/>
                                      </p:to>
                                    </p:set>
                                  </p:childTnLst>
                                </p:cTn>
                              </p:par>
                              <p:par>
                                <p:cTn id="449" presetID="1" presetClass="entr" presetSubtype="0" fill="hold" grpId="0" nodeType="withEffect">
                                  <p:stCondLst>
                                    <p:cond delay="0"/>
                                  </p:stCondLst>
                                  <p:childTnLst>
                                    <p:set>
                                      <p:cBhvr>
                                        <p:cTn id="450" dur="1" fill="hold">
                                          <p:stCondLst>
                                            <p:cond delay="0"/>
                                          </p:stCondLst>
                                        </p:cTn>
                                        <p:tgtEl>
                                          <p:spTgt spid="247"/>
                                        </p:tgtEl>
                                        <p:attrNameLst>
                                          <p:attrName>style.visibility</p:attrName>
                                        </p:attrNameLst>
                                      </p:cBhvr>
                                      <p:to>
                                        <p:strVal val="visible"/>
                                      </p:to>
                                    </p:set>
                                  </p:childTnLst>
                                </p:cTn>
                              </p:par>
                              <p:par>
                                <p:cTn id="451" presetID="1" presetClass="entr" presetSubtype="0" fill="hold" grpId="0" nodeType="withEffect">
                                  <p:stCondLst>
                                    <p:cond delay="0"/>
                                  </p:stCondLst>
                                  <p:childTnLst>
                                    <p:set>
                                      <p:cBhvr>
                                        <p:cTn id="452" dur="1" fill="hold">
                                          <p:stCondLst>
                                            <p:cond delay="0"/>
                                          </p:stCondLst>
                                        </p:cTn>
                                        <p:tgtEl>
                                          <p:spTgt spid="248"/>
                                        </p:tgtEl>
                                        <p:attrNameLst>
                                          <p:attrName>style.visibility</p:attrName>
                                        </p:attrNameLst>
                                      </p:cBhvr>
                                      <p:to>
                                        <p:strVal val="visible"/>
                                      </p:to>
                                    </p:set>
                                  </p:childTnLst>
                                </p:cTn>
                              </p:par>
                              <p:par>
                                <p:cTn id="453" presetID="1" presetClass="entr" presetSubtype="0" fill="hold" grpId="0" nodeType="withEffect">
                                  <p:stCondLst>
                                    <p:cond delay="0"/>
                                  </p:stCondLst>
                                  <p:childTnLst>
                                    <p:set>
                                      <p:cBhvr>
                                        <p:cTn id="454" dur="1" fill="hold">
                                          <p:stCondLst>
                                            <p:cond delay="0"/>
                                          </p:stCondLst>
                                        </p:cTn>
                                        <p:tgtEl>
                                          <p:spTgt spid="249"/>
                                        </p:tgtEl>
                                        <p:attrNameLst>
                                          <p:attrName>style.visibility</p:attrName>
                                        </p:attrNameLst>
                                      </p:cBhvr>
                                      <p:to>
                                        <p:strVal val="visible"/>
                                      </p:to>
                                    </p:set>
                                  </p:childTnLst>
                                </p:cTn>
                              </p:par>
                              <p:par>
                                <p:cTn id="455" presetID="1" presetClass="entr" presetSubtype="0" fill="hold" grpId="0" nodeType="withEffect">
                                  <p:stCondLst>
                                    <p:cond delay="0"/>
                                  </p:stCondLst>
                                  <p:childTnLst>
                                    <p:set>
                                      <p:cBhvr>
                                        <p:cTn id="456" dur="1" fill="hold">
                                          <p:stCondLst>
                                            <p:cond delay="0"/>
                                          </p:stCondLst>
                                        </p:cTn>
                                        <p:tgtEl>
                                          <p:spTgt spid="250"/>
                                        </p:tgtEl>
                                        <p:attrNameLst>
                                          <p:attrName>style.visibility</p:attrName>
                                        </p:attrNameLst>
                                      </p:cBhvr>
                                      <p:to>
                                        <p:strVal val="visible"/>
                                      </p:to>
                                    </p:set>
                                  </p:childTnLst>
                                </p:cTn>
                              </p:par>
                              <p:par>
                                <p:cTn id="457" presetID="1" presetClass="entr" presetSubtype="0" fill="hold" grpId="0" nodeType="withEffect">
                                  <p:stCondLst>
                                    <p:cond delay="0"/>
                                  </p:stCondLst>
                                  <p:childTnLst>
                                    <p:set>
                                      <p:cBhvr>
                                        <p:cTn id="458" dur="1" fill="hold">
                                          <p:stCondLst>
                                            <p:cond delay="0"/>
                                          </p:stCondLst>
                                        </p:cTn>
                                        <p:tgtEl>
                                          <p:spTgt spid="251"/>
                                        </p:tgtEl>
                                        <p:attrNameLst>
                                          <p:attrName>style.visibility</p:attrName>
                                        </p:attrNameLst>
                                      </p:cBhvr>
                                      <p:to>
                                        <p:strVal val="visible"/>
                                      </p:to>
                                    </p:set>
                                  </p:childTnLst>
                                </p:cTn>
                              </p:par>
                              <p:par>
                                <p:cTn id="459" presetID="1" presetClass="entr" presetSubtype="0" fill="hold" grpId="0" nodeType="withEffect">
                                  <p:stCondLst>
                                    <p:cond delay="0"/>
                                  </p:stCondLst>
                                  <p:childTnLst>
                                    <p:set>
                                      <p:cBhvr>
                                        <p:cTn id="460" dur="1" fill="hold">
                                          <p:stCondLst>
                                            <p:cond delay="0"/>
                                          </p:stCondLst>
                                        </p:cTn>
                                        <p:tgtEl>
                                          <p:spTgt spid="252"/>
                                        </p:tgtEl>
                                        <p:attrNameLst>
                                          <p:attrName>style.visibility</p:attrName>
                                        </p:attrNameLst>
                                      </p:cBhvr>
                                      <p:to>
                                        <p:strVal val="visible"/>
                                      </p:to>
                                    </p:set>
                                  </p:childTnLst>
                                </p:cTn>
                              </p:par>
                              <p:par>
                                <p:cTn id="461" presetID="1" presetClass="entr" presetSubtype="0" fill="hold" grpId="0" nodeType="withEffect">
                                  <p:stCondLst>
                                    <p:cond delay="0"/>
                                  </p:stCondLst>
                                  <p:childTnLst>
                                    <p:set>
                                      <p:cBhvr>
                                        <p:cTn id="462" dur="1" fill="hold">
                                          <p:stCondLst>
                                            <p:cond delay="0"/>
                                          </p:stCondLst>
                                        </p:cTn>
                                        <p:tgtEl>
                                          <p:spTgt spid="253"/>
                                        </p:tgtEl>
                                        <p:attrNameLst>
                                          <p:attrName>style.visibility</p:attrName>
                                        </p:attrNameLst>
                                      </p:cBhvr>
                                      <p:to>
                                        <p:strVal val="visible"/>
                                      </p:to>
                                    </p:set>
                                  </p:childTnLst>
                                </p:cTn>
                              </p:par>
                              <p:par>
                                <p:cTn id="463" presetID="1" presetClass="entr" presetSubtype="0" fill="hold" grpId="0" nodeType="withEffect">
                                  <p:stCondLst>
                                    <p:cond delay="0"/>
                                  </p:stCondLst>
                                  <p:childTnLst>
                                    <p:set>
                                      <p:cBhvr>
                                        <p:cTn id="464" dur="1" fill="hold">
                                          <p:stCondLst>
                                            <p:cond delay="0"/>
                                          </p:stCondLst>
                                        </p:cTn>
                                        <p:tgtEl>
                                          <p:spTgt spid="254"/>
                                        </p:tgtEl>
                                        <p:attrNameLst>
                                          <p:attrName>style.visibility</p:attrName>
                                        </p:attrNameLst>
                                      </p:cBhvr>
                                      <p:to>
                                        <p:strVal val="visible"/>
                                      </p:to>
                                    </p:set>
                                  </p:childTnLst>
                                </p:cTn>
                              </p:par>
                              <p:par>
                                <p:cTn id="465" presetID="1" presetClass="entr" presetSubtype="0" fill="hold" grpId="0" nodeType="withEffect">
                                  <p:stCondLst>
                                    <p:cond delay="0"/>
                                  </p:stCondLst>
                                  <p:childTnLst>
                                    <p:set>
                                      <p:cBhvr>
                                        <p:cTn id="466" dur="1" fill="hold">
                                          <p:stCondLst>
                                            <p:cond delay="0"/>
                                          </p:stCondLst>
                                        </p:cTn>
                                        <p:tgtEl>
                                          <p:spTgt spid="255"/>
                                        </p:tgtEl>
                                        <p:attrNameLst>
                                          <p:attrName>style.visibility</p:attrName>
                                        </p:attrNameLst>
                                      </p:cBhvr>
                                      <p:to>
                                        <p:strVal val="visible"/>
                                      </p:to>
                                    </p:set>
                                  </p:childTnLst>
                                </p:cTn>
                              </p:par>
                              <p:par>
                                <p:cTn id="467" presetID="1" presetClass="entr" presetSubtype="0" fill="hold" grpId="0" nodeType="withEffect">
                                  <p:stCondLst>
                                    <p:cond delay="0"/>
                                  </p:stCondLst>
                                  <p:childTnLst>
                                    <p:set>
                                      <p:cBhvr>
                                        <p:cTn id="468" dur="1" fill="hold">
                                          <p:stCondLst>
                                            <p:cond delay="0"/>
                                          </p:stCondLst>
                                        </p:cTn>
                                        <p:tgtEl>
                                          <p:spTgt spid="256"/>
                                        </p:tgtEl>
                                        <p:attrNameLst>
                                          <p:attrName>style.visibility</p:attrName>
                                        </p:attrNameLst>
                                      </p:cBhvr>
                                      <p:to>
                                        <p:strVal val="visible"/>
                                      </p:to>
                                    </p:set>
                                  </p:childTnLst>
                                </p:cTn>
                              </p:par>
                              <p:par>
                                <p:cTn id="469" presetID="1" presetClass="entr" presetSubtype="0" fill="hold" grpId="0" nodeType="withEffect">
                                  <p:stCondLst>
                                    <p:cond delay="0"/>
                                  </p:stCondLst>
                                  <p:childTnLst>
                                    <p:set>
                                      <p:cBhvr>
                                        <p:cTn id="470" dur="1" fill="hold">
                                          <p:stCondLst>
                                            <p:cond delay="0"/>
                                          </p:stCondLst>
                                        </p:cTn>
                                        <p:tgtEl>
                                          <p:spTgt spid="257"/>
                                        </p:tgtEl>
                                        <p:attrNameLst>
                                          <p:attrName>style.visibility</p:attrName>
                                        </p:attrNameLst>
                                      </p:cBhvr>
                                      <p:to>
                                        <p:strVal val="visible"/>
                                      </p:to>
                                    </p:set>
                                  </p:childTnLst>
                                </p:cTn>
                              </p:par>
                              <p:par>
                                <p:cTn id="471" presetID="1" presetClass="entr" presetSubtype="0" fill="hold" grpId="0" nodeType="withEffect">
                                  <p:stCondLst>
                                    <p:cond delay="0"/>
                                  </p:stCondLst>
                                  <p:childTnLst>
                                    <p:set>
                                      <p:cBhvr>
                                        <p:cTn id="472" dur="1" fill="hold">
                                          <p:stCondLst>
                                            <p:cond delay="0"/>
                                          </p:stCondLst>
                                        </p:cTn>
                                        <p:tgtEl>
                                          <p:spTgt spid="259"/>
                                        </p:tgtEl>
                                        <p:attrNameLst>
                                          <p:attrName>style.visibility</p:attrName>
                                        </p:attrNameLst>
                                      </p:cBhvr>
                                      <p:to>
                                        <p:strVal val="visible"/>
                                      </p:to>
                                    </p:set>
                                  </p:childTnLst>
                                </p:cTn>
                              </p:par>
                              <p:par>
                                <p:cTn id="473" presetID="1" presetClass="entr" presetSubtype="0" fill="hold" grpId="0" nodeType="withEffect">
                                  <p:stCondLst>
                                    <p:cond delay="0"/>
                                  </p:stCondLst>
                                  <p:childTnLst>
                                    <p:set>
                                      <p:cBhvr>
                                        <p:cTn id="474" dur="1" fill="hold">
                                          <p:stCondLst>
                                            <p:cond delay="0"/>
                                          </p:stCondLst>
                                        </p:cTn>
                                        <p:tgtEl>
                                          <p:spTgt spid="261"/>
                                        </p:tgtEl>
                                        <p:attrNameLst>
                                          <p:attrName>style.visibility</p:attrName>
                                        </p:attrNameLst>
                                      </p:cBhvr>
                                      <p:to>
                                        <p:strVal val="visible"/>
                                      </p:to>
                                    </p:set>
                                  </p:childTnLst>
                                </p:cTn>
                              </p:par>
                              <p:par>
                                <p:cTn id="475" presetID="1" presetClass="entr" presetSubtype="0" fill="hold" grpId="0" nodeType="withEffect">
                                  <p:stCondLst>
                                    <p:cond delay="0"/>
                                  </p:stCondLst>
                                  <p:childTnLst>
                                    <p:set>
                                      <p:cBhvr>
                                        <p:cTn id="476" dur="1" fill="hold">
                                          <p:stCondLst>
                                            <p:cond delay="0"/>
                                          </p:stCondLst>
                                        </p:cTn>
                                        <p:tgtEl>
                                          <p:spTgt spid="262"/>
                                        </p:tgtEl>
                                        <p:attrNameLst>
                                          <p:attrName>style.visibility</p:attrName>
                                        </p:attrNameLst>
                                      </p:cBhvr>
                                      <p:to>
                                        <p:strVal val="visible"/>
                                      </p:to>
                                    </p:set>
                                  </p:childTnLst>
                                </p:cTn>
                              </p:par>
                              <p:par>
                                <p:cTn id="477" presetID="1" presetClass="entr" presetSubtype="0" fill="hold" nodeType="withEffect">
                                  <p:stCondLst>
                                    <p:cond delay="0"/>
                                  </p:stCondLst>
                                  <p:childTnLst>
                                    <p:set>
                                      <p:cBhvr>
                                        <p:cTn id="478" dur="1" fill="hold">
                                          <p:stCondLst>
                                            <p:cond delay="0"/>
                                          </p:stCondLst>
                                        </p:cTn>
                                        <p:tgtEl>
                                          <p:spTgt spid="335"/>
                                        </p:tgtEl>
                                        <p:attrNameLst>
                                          <p:attrName>style.visibility</p:attrName>
                                        </p:attrNameLst>
                                      </p:cBhvr>
                                      <p:to>
                                        <p:strVal val="visible"/>
                                      </p:to>
                                    </p:set>
                                  </p:childTnLst>
                                </p:cTn>
                              </p:par>
                              <p:par>
                                <p:cTn id="479" presetID="1" presetClass="entr" presetSubtype="0" fill="hold" nodeType="withEffect">
                                  <p:stCondLst>
                                    <p:cond delay="0"/>
                                  </p:stCondLst>
                                  <p:childTnLst>
                                    <p:set>
                                      <p:cBhvr>
                                        <p:cTn id="480" dur="1" fill="hold">
                                          <p:stCondLst>
                                            <p:cond delay="0"/>
                                          </p:stCondLst>
                                        </p:cTn>
                                        <p:tgtEl>
                                          <p:spTgt spid="2"/>
                                        </p:tgtEl>
                                        <p:attrNameLst>
                                          <p:attrName>style.visibility</p:attrName>
                                        </p:attrNameLst>
                                      </p:cBhvr>
                                      <p:to>
                                        <p:strVal val="visible"/>
                                      </p:to>
                                    </p:set>
                                  </p:childTnLst>
                                </p:cTn>
                              </p:par>
                              <p:par>
                                <p:cTn id="481" presetID="1" presetClass="entr" presetSubtype="0" fill="hold" nodeType="withEffect">
                                  <p:stCondLst>
                                    <p:cond delay="0"/>
                                  </p:stCondLst>
                                  <p:childTnLst>
                                    <p:set>
                                      <p:cBhvr>
                                        <p:cTn id="482" dur="1" fill="hold">
                                          <p:stCondLst>
                                            <p:cond delay="0"/>
                                          </p:stCondLst>
                                        </p:cTn>
                                        <p:tgtEl>
                                          <p:spTgt spid="5"/>
                                        </p:tgtEl>
                                        <p:attrNameLst>
                                          <p:attrName>style.visibility</p:attrName>
                                        </p:attrNameLst>
                                      </p:cBhvr>
                                      <p:to>
                                        <p:strVal val="visible"/>
                                      </p:to>
                                    </p:set>
                                  </p:childTnLst>
                                </p:cTn>
                              </p:par>
                              <p:par>
                                <p:cTn id="483" presetID="1" presetClass="entr" presetSubtype="0" fill="hold" nodeType="withEffect">
                                  <p:stCondLst>
                                    <p:cond delay="0"/>
                                  </p:stCondLst>
                                  <p:childTnLst>
                                    <p:set>
                                      <p:cBhvr>
                                        <p:cTn id="484" dur="1" fill="hold">
                                          <p:stCondLst>
                                            <p:cond delay="0"/>
                                          </p:stCondLst>
                                        </p:cTn>
                                        <p:tgtEl>
                                          <p:spTgt spid="6"/>
                                        </p:tgtEl>
                                        <p:attrNameLst>
                                          <p:attrName>style.visibility</p:attrName>
                                        </p:attrNameLst>
                                      </p:cBhvr>
                                      <p:to>
                                        <p:strVal val="visible"/>
                                      </p:to>
                                    </p:set>
                                  </p:childTnLst>
                                </p:cTn>
                              </p:par>
                              <p:par>
                                <p:cTn id="485" presetID="1" presetClass="entr" presetSubtype="0" fill="hold" nodeType="withEffect">
                                  <p:stCondLst>
                                    <p:cond delay="0"/>
                                  </p:stCondLst>
                                  <p:childTnLst>
                                    <p:set>
                                      <p:cBhvr>
                                        <p:cTn id="486" dur="1" fill="hold">
                                          <p:stCondLst>
                                            <p:cond delay="0"/>
                                          </p:stCondLst>
                                        </p:cTn>
                                        <p:tgtEl>
                                          <p:spTgt spid="7"/>
                                        </p:tgtEl>
                                        <p:attrNameLst>
                                          <p:attrName>style.visibility</p:attrName>
                                        </p:attrNameLst>
                                      </p:cBhvr>
                                      <p:to>
                                        <p:strVal val="visible"/>
                                      </p:to>
                                    </p:set>
                                  </p:childTnLst>
                                </p:cTn>
                              </p:par>
                              <p:par>
                                <p:cTn id="487" presetID="1" presetClass="entr" presetSubtype="0" fill="hold" nodeType="withEffect">
                                  <p:stCondLst>
                                    <p:cond delay="0"/>
                                  </p:stCondLst>
                                  <p:childTnLst>
                                    <p:set>
                                      <p:cBhvr>
                                        <p:cTn id="488" dur="1" fill="hold">
                                          <p:stCondLst>
                                            <p:cond delay="0"/>
                                          </p:stCondLst>
                                        </p:cTn>
                                        <p:tgtEl>
                                          <p:spTgt spid="8"/>
                                        </p:tgtEl>
                                        <p:attrNameLst>
                                          <p:attrName>style.visibility</p:attrName>
                                        </p:attrNameLst>
                                      </p:cBhvr>
                                      <p:to>
                                        <p:strVal val="visible"/>
                                      </p:to>
                                    </p:set>
                                  </p:childTnLst>
                                </p:cTn>
                              </p:par>
                              <p:par>
                                <p:cTn id="489" presetID="1" presetClass="entr" presetSubtype="0" fill="hold" nodeType="withEffect">
                                  <p:stCondLst>
                                    <p:cond delay="0"/>
                                  </p:stCondLst>
                                  <p:childTnLst>
                                    <p:set>
                                      <p:cBhvr>
                                        <p:cTn id="490" dur="1" fill="hold">
                                          <p:stCondLst>
                                            <p:cond delay="0"/>
                                          </p:stCondLst>
                                        </p:cTn>
                                        <p:tgtEl>
                                          <p:spTgt spid="9"/>
                                        </p:tgtEl>
                                        <p:attrNameLst>
                                          <p:attrName>style.visibility</p:attrName>
                                        </p:attrNameLst>
                                      </p:cBhvr>
                                      <p:to>
                                        <p:strVal val="visible"/>
                                      </p:to>
                                    </p:set>
                                  </p:childTnLst>
                                </p:cTn>
                              </p:par>
                              <p:par>
                                <p:cTn id="491" presetID="1" presetClass="entr" presetSubtype="0" fill="hold" nodeType="withEffect">
                                  <p:stCondLst>
                                    <p:cond delay="0"/>
                                  </p:stCondLst>
                                  <p:childTnLst>
                                    <p:set>
                                      <p:cBhvr>
                                        <p:cTn id="492" dur="1" fill="hold">
                                          <p:stCondLst>
                                            <p:cond delay="0"/>
                                          </p:stCondLst>
                                        </p:cTn>
                                        <p:tgtEl>
                                          <p:spTgt spid="10"/>
                                        </p:tgtEl>
                                        <p:attrNameLst>
                                          <p:attrName>style.visibility</p:attrName>
                                        </p:attrNameLst>
                                      </p:cBhvr>
                                      <p:to>
                                        <p:strVal val="visible"/>
                                      </p:to>
                                    </p:set>
                                  </p:childTnLst>
                                </p:cTn>
                              </p:par>
                              <p:par>
                                <p:cTn id="493" presetID="1" presetClass="entr" presetSubtype="0" fill="hold" nodeType="withEffect">
                                  <p:stCondLst>
                                    <p:cond delay="0"/>
                                  </p:stCondLst>
                                  <p:childTnLst>
                                    <p:set>
                                      <p:cBhvr>
                                        <p:cTn id="494" dur="1" fill="hold">
                                          <p:stCondLst>
                                            <p:cond delay="0"/>
                                          </p:stCondLst>
                                        </p:cTn>
                                        <p:tgtEl>
                                          <p:spTgt spid="11"/>
                                        </p:tgtEl>
                                        <p:attrNameLst>
                                          <p:attrName>style.visibility</p:attrName>
                                        </p:attrNameLst>
                                      </p:cBhvr>
                                      <p:to>
                                        <p:strVal val="visible"/>
                                      </p:to>
                                    </p:set>
                                  </p:childTnLst>
                                </p:cTn>
                              </p:par>
                              <p:par>
                                <p:cTn id="495" presetID="1" presetClass="entr" presetSubtype="0" fill="hold" nodeType="withEffect">
                                  <p:stCondLst>
                                    <p:cond delay="0"/>
                                  </p:stCondLst>
                                  <p:childTnLst>
                                    <p:set>
                                      <p:cBhvr>
                                        <p:cTn id="49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70" grpId="0"/>
      <p:bldP spid="71" grpId="0"/>
      <p:bldP spid="72" grpId="0"/>
      <p:bldP spid="73" grpId="0"/>
      <p:bldP spid="74" grpId="0"/>
      <p:bldP spid="75" grpId="0"/>
      <p:bldP spid="76" grpId="0"/>
      <p:bldP spid="77" grpId="0"/>
      <p:bldP spid="78" grpId="0"/>
      <p:bldP spid="80" grpId="0"/>
      <p:bldP spid="81" grpId="0"/>
      <p:bldP spid="82" grpId="0"/>
      <p:bldP spid="83" grpId="0"/>
      <p:bldP spid="84" grpId="0"/>
      <p:bldP spid="85" grpId="0"/>
      <p:bldP spid="86" grpId="0"/>
      <p:bldP spid="87" grpId="0"/>
      <p:bldP spid="88" grpId="0"/>
      <p:bldP spid="89" grpId="0"/>
      <p:bldP spid="101" grpId="0"/>
      <p:bldP spid="102" grpId="0"/>
      <p:bldP spid="103" grpId="0"/>
      <p:bldP spid="104" grpId="0"/>
      <p:bldP spid="105" grpId="0"/>
      <p:bldP spid="107" grpId="0"/>
      <p:bldP spid="108" grpId="0"/>
      <p:bldP spid="109" grpId="0"/>
      <p:bldP spid="110" grpId="0"/>
      <p:bldP spid="111" grpId="0"/>
      <p:bldP spid="112" grpId="0"/>
      <p:bldP spid="113" grpId="0"/>
      <p:bldP spid="114" grpId="0"/>
      <p:bldP spid="115" grpId="0"/>
      <p:bldP spid="116" grpId="0"/>
      <p:bldP spid="117" grpId="0"/>
      <p:bldP spid="118" grpId="0"/>
      <p:bldP spid="119" grpId="0"/>
      <p:bldP spid="120" grpId="0"/>
      <p:bldP spid="121" grpId="0"/>
      <p:bldP spid="122" grpId="0"/>
      <p:bldP spid="135" grpId="0"/>
      <p:bldP spid="136" grpId="0"/>
      <p:bldP spid="137" grpId="0"/>
      <p:bldP spid="138" grpId="0"/>
      <p:bldP spid="139" grpId="0"/>
      <p:bldP spid="140" grpId="0"/>
      <p:bldP spid="141" grpId="0"/>
      <p:bldP spid="142" grpId="0"/>
      <p:bldP spid="143" grpId="0"/>
      <p:bldP spid="144" grpId="0"/>
      <p:bldP spid="146" grpId="0"/>
      <p:bldP spid="147" grpId="0"/>
      <p:bldP spid="148" grpId="0"/>
      <p:bldP spid="149" grpId="0"/>
      <p:bldP spid="150" grpId="0"/>
      <p:bldP spid="151" grpId="0"/>
      <p:bldP spid="152" grpId="0"/>
      <p:bldP spid="153" grpId="0"/>
      <p:bldP spid="154" grpId="0"/>
      <p:bldP spid="155" grpId="0"/>
      <p:bldP spid="156" grpId="0"/>
      <p:bldP spid="158" grpId="0"/>
      <p:bldP spid="159" grpId="0"/>
      <p:bldP spid="161" grpId="0"/>
      <p:bldP spid="162" grpId="0"/>
      <p:bldP spid="163" grpId="0"/>
      <p:bldP spid="164" grpId="0"/>
      <p:bldP spid="165" grpId="0"/>
      <p:bldP spid="166" grpId="0"/>
      <p:bldP spid="167" grpId="0"/>
      <p:bldP spid="168" grpId="0"/>
      <p:bldP spid="169" grpId="0"/>
      <p:bldP spid="170" grpId="0"/>
      <p:bldP spid="171" grpId="0"/>
      <p:bldP spid="172" grpId="0"/>
      <p:bldP spid="173" grpId="0"/>
      <p:bldP spid="174" grpId="0"/>
      <p:bldP spid="175" grpId="0"/>
      <p:bldP spid="177" grpId="0"/>
      <p:bldP spid="178" grpId="0"/>
      <p:bldP spid="179" grpId="0"/>
      <p:bldP spid="180" grpId="0"/>
      <p:bldP spid="181" grpId="0"/>
      <p:bldP spid="182" grpId="0"/>
      <p:bldP spid="183" grpId="0"/>
      <p:bldP spid="184" grpId="0"/>
      <p:bldP spid="185" grpId="0"/>
      <p:bldP spid="186" grpId="0"/>
      <p:bldP spid="187" grpId="0"/>
      <p:bldP spid="188" grpId="0"/>
      <p:bldP spid="189" grpId="0"/>
      <p:bldP spid="190" grpId="0"/>
      <p:bldP spid="191" grpId="0"/>
      <p:bldP spid="192" grpId="0"/>
      <p:bldP spid="203" grpId="0"/>
      <p:bldP spid="204" grpId="0"/>
      <p:bldP spid="205" grpId="0"/>
      <p:bldP spid="206" grpId="0"/>
      <p:bldP spid="207" grpId="0"/>
      <p:bldP spid="208" grpId="0"/>
      <p:bldP spid="209" grpId="0"/>
      <p:bldP spid="210" grpId="0"/>
      <p:bldP spid="211" grpId="0"/>
      <p:bldP spid="212" grpId="0"/>
      <p:bldP spid="214" grpId="0"/>
      <p:bldP spid="215" grpId="0"/>
      <p:bldP spid="216" grpId="0"/>
      <p:bldP spid="217" grpId="0"/>
      <p:bldP spid="218" grpId="0"/>
      <p:bldP spid="219" grpId="0"/>
      <p:bldP spid="220" grpId="0"/>
      <p:bldP spid="221" grpId="0"/>
      <p:bldP spid="222" grpId="0"/>
      <p:bldP spid="223" grpId="0"/>
      <p:bldP spid="227" grpId="0"/>
      <p:bldP spid="228" grpId="0"/>
      <p:bldP spid="229" grpId="0"/>
      <p:bldP spid="231" grpId="0"/>
      <p:bldP spid="232" grpId="0"/>
      <p:bldP spid="233" grpId="0"/>
      <p:bldP spid="234" grpId="0"/>
      <p:bldP spid="235" grpId="0"/>
      <p:bldP spid="236" grpId="0"/>
      <p:bldP spid="237" grpId="0"/>
      <p:bldP spid="238" grpId="0"/>
      <p:bldP spid="239" grpId="0"/>
      <p:bldP spid="240" grpId="0"/>
      <p:bldP spid="241" grpId="0"/>
      <p:bldP spid="242" grpId="0"/>
      <p:bldP spid="243" grpId="0"/>
      <p:bldP spid="245" grpId="0"/>
      <p:bldP spid="246" grpId="0"/>
      <p:bldP spid="247" grpId="0"/>
      <p:bldP spid="248" grpId="0"/>
      <p:bldP spid="249" grpId="0"/>
      <p:bldP spid="250" grpId="0"/>
      <p:bldP spid="251" grpId="0"/>
      <p:bldP spid="252" grpId="0"/>
      <p:bldP spid="253" grpId="0"/>
      <p:bldP spid="254" grpId="0"/>
      <p:bldP spid="255" grpId="0"/>
      <p:bldP spid="256" grpId="0"/>
      <p:bldP spid="257" grpId="0"/>
      <p:bldP spid="258" grpId="0"/>
      <p:bldP spid="259" grpId="0"/>
      <p:bldP spid="260" grpId="0"/>
      <p:bldP spid="261" grpId="0"/>
      <p:bldP spid="262" grpId="0"/>
      <p:bldP spid="264" grpId="0"/>
      <p:bldP spid="265" grpId="0"/>
      <p:bldP spid="266" grpId="0"/>
      <p:bldP spid="267" grpId="0"/>
      <p:bldP spid="268" grpId="0"/>
      <p:bldP spid="269" grpId="0"/>
      <p:bldP spid="270" grpId="0"/>
      <p:bldP spid="271" grpId="0"/>
      <p:bldP spid="272" grpId="0"/>
      <p:bldP spid="273" grpId="0"/>
      <p:bldP spid="275" grpId="0"/>
      <p:bldP spid="276" grpId="0"/>
      <p:bldP spid="277" grpId="0"/>
      <p:bldP spid="278" grpId="0"/>
      <p:bldP spid="279" grpId="0"/>
      <p:bldP spid="280" grpId="0"/>
      <p:bldP spid="281" grpId="0"/>
      <p:bldP spid="282" grpId="0"/>
      <p:bldP spid="283" grpId="0"/>
      <p:bldP spid="284" grpId="0"/>
      <p:bldP spid="285" grpId="0"/>
      <p:bldP spid="286" grpId="0"/>
      <p:bldP spid="287" grpId="0"/>
      <p:bldP spid="289" grpId="0"/>
      <p:bldP spid="290" grpId="0"/>
      <p:bldP spid="291" grpId="0"/>
      <p:bldP spid="292" grpId="0"/>
      <p:bldP spid="293" grpId="0"/>
      <p:bldP spid="294" grpId="0"/>
      <p:bldP spid="295" grpId="0"/>
      <p:bldP spid="296" grpId="0"/>
      <p:bldP spid="297" grpId="0"/>
      <p:bldP spid="298" grpId="0"/>
      <p:bldP spid="299" grpId="0"/>
      <p:bldP spid="300" grpId="0"/>
      <p:bldP spid="301" grpId="0"/>
      <p:bldP spid="302" grpId="0"/>
      <p:bldP spid="303" grpId="0"/>
      <p:bldP spid="304" grpId="0"/>
      <p:bldP spid="305" grpId="0"/>
      <p:bldP spid="30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A38DA1-BC12-F548-0766-1B69D4B976DC}"/>
              </a:ext>
            </a:extLst>
          </p:cNvPr>
          <p:cNvSpPr>
            <a:spLocks noGrp="1"/>
          </p:cNvSpPr>
          <p:nvPr>
            <p:ph idx="1"/>
          </p:nvPr>
        </p:nvSpPr>
        <p:spPr>
          <a:xfrm>
            <a:off x="511277" y="521110"/>
            <a:ext cx="10842523" cy="5655853"/>
          </a:xfrm>
        </p:spPr>
        <p:txBody>
          <a:bodyPr/>
          <a:lstStyle/>
          <a:p>
            <a:pPr marL="0" indent="0">
              <a:buNone/>
            </a:pPr>
            <a:r>
              <a:rPr lang="en-US"/>
              <a:t> </a:t>
            </a:r>
            <a:r>
              <a:rPr lang="en-US" dirty="0"/>
              <a:t>The figure below shows a problem consisting of a table and 3 blocks. The legal operations are to move block X onto block Y if Y is a top block or to move X onto the table. Draw the state space tree for the given problem. </a:t>
            </a:r>
          </a:p>
        </p:txBody>
      </p:sp>
      <p:pic>
        <p:nvPicPr>
          <p:cNvPr id="5" name="Picture 4">
            <a:extLst>
              <a:ext uri="{FF2B5EF4-FFF2-40B4-BE49-F238E27FC236}">
                <a16:creationId xmlns:a16="http://schemas.microsoft.com/office/drawing/2014/main" id="{C72B36A4-4293-923D-766B-7AEA0EFAA7D0}"/>
              </a:ext>
            </a:extLst>
          </p:cNvPr>
          <p:cNvPicPr>
            <a:picLocks noChangeAspect="1"/>
          </p:cNvPicPr>
          <p:nvPr/>
        </p:nvPicPr>
        <p:blipFill>
          <a:blip r:embed="rId2"/>
          <a:srcRect l="23735" t="52392" r="27471" b="14353"/>
          <a:stretch/>
        </p:blipFill>
        <p:spPr>
          <a:xfrm>
            <a:off x="2421857" y="3038168"/>
            <a:ext cx="7627222" cy="2923998"/>
          </a:xfrm>
          <a:prstGeom prst="rect">
            <a:avLst/>
          </a:prstGeom>
        </p:spPr>
      </p:pic>
    </p:spTree>
    <p:extLst>
      <p:ext uri="{BB962C8B-B14F-4D97-AF65-F5344CB8AC3E}">
        <p14:creationId xmlns:p14="http://schemas.microsoft.com/office/powerpoint/2010/main" val="1476129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31C6E-46C9-B53C-92DF-C0D36C1D3EB1}"/>
            </a:ext>
          </a:extLst>
        </p:cNvPr>
        <p:cNvGrpSpPr/>
        <p:nvPr/>
      </p:nvGrpSpPr>
      <p:grpSpPr>
        <a:xfrm>
          <a:off x="0" y="0"/>
          <a:ext cx="0" cy="0"/>
          <a:chOff x="0" y="0"/>
          <a:chExt cx="0" cy="0"/>
        </a:xfrm>
      </p:grpSpPr>
      <p:grpSp>
        <p:nvGrpSpPr>
          <p:cNvPr id="156" name="Group 155">
            <a:extLst>
              <a:ext uri="{FF2B5EF4-FFF2-40B4-BE49-F238E27FC236}">
                <a16:creationId xmlns:a16="http://schemas.microsoft.com/office/drawing/2014/main" id="{54971425-2EA0-E5CF-2C30-25CD7D9FF9AF}"/>
              </a:ext>
            </a:extLst>
          </p:cNvPr>
          <p:cNvGrpSpPr/>
          <p:nvPr/>
        </p:nvGrpSpPr>
        <p:grpSpPr>
          <a:xfrm>
            <a:off x="5675315" y="-104193"/>
            <a:ext cx="1231643" cy="951722"/>
            <a:chOff x="5675315" y="-104193"/>
            <a:chExt cx="1231643" cy="951722"/>
          </a:xfrm>
        </p:grpSpPr>
        <p:sp>
          <p:nvSpPr>
            <p:cNvPr id="4" name="Rectangle 3">
              <a:extLst>
                <a:ext uri="{FF2B5EF4-FFF2-40B4-BE49-F238E27FC236}">
                  <a16:creationId xmlns:a16="http://schemas.microsoft.com/office/drawing/2014/main" id="{C3E364F7-2F77-0D48-8193-BF3C17A3A56B}"/>
                </a:ext>
              </a:extLst>
            </p:cNvPr>
            <p:cNvSpPr/>
            <p:nvPr/>
          </p:nvSpPr>
          <p:spPr>
            <a:xfrm>
              <a:off x="5675315" y="-104193"/>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 name="Rectangle 4">
              <a:extLst>
                <a:ext uri="{FF2B5EF4-FFF2-40B4-BE49-F238E27FC236}">
                  <a16:creationId xmlns:a16="http://schemas.microsoft.com/office/drawing/2014/main" id="{E7A6DBB4-3BEA-E53F-728D-8799574ECA67}"/>
                </a:ext>
              </a:extLst>
            </p:cNvPr>
            <p:cNvSpPr/>
            <p:nvPr/>
          </p:nvSpPr>
          <p:spPr>
            <a:xfrm>
              <a:off x="5675316" y="371668"/>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 name="Rectangle 5">
              <a:extLst>
                <a:ext uri="{FF2B5EF4-FFF2-40B4-BE49-F238E27FC236}">
                  <a16:creationId xmlns:a16="http://schemas.microsoft.com/office/drawing/2014/main" id="{8007DE62-1B45-F58A-7E7B-9E5FE6D9C876}"/>
                </a:ext>
              </a:extLst>
            </p:cNvPr>
            <p:cNvSpPr/>
            <p:nvPr/>
          </p:nvSpPr>
          <p:spPr>
            <a:xfrm>
              <a:off x="6291137" y="371668"/>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pic>
        <p:nvPicPr>
          <p:cNvPr id="9" name="Picture 8">
            <a:extLst>
              <a:ext uri="{FF2B5EF4-FFF2-40B4-BE49-F238E27FC236}">
                <a16:creationId xmlns:a16="http://schemas.microsoft.com/office/drawing/2014/main" id="{068EACB0-3D3C-6E9F-57AE-0AE458F2508E}"/>
              </a:ext>
            </a:extLst>
          </p:cNvPr>
          <p:cNvPicPr>
            <a:picLocks noChangeAspect="1"/>
          </p:cNvPicPr>
          <p:nvPr/>
        </p:nvPicPr>
        <p:blipFill>
          <a:blip r:embed="rId2"/>
          <a:srcRect l="62908" t="50000" r="20562" b="22585"/>
          <a:stretch/>
        </p:blipFill>
        <p:spPr>
          <a:xfrm>
            <a:off x="10297846" y="76212"/>
            <a:ext cx="1805471" cy="1684269"/>
          </a:xfrm>
          <a:prstGeom prst="rect">
            <a:avLst/>
          </a:prstGeom>
        </p:spPr>
      </p:pic>
      <p:grpSp>
        <p:nvGrpSpPr>
          <p:cNvPr id="153" name="Group 152">
            <a:extLst>
              <a:ext uri="{FF2B5EF4-FFF2-40B4-BE49-F238E27FC236}">
                <a16:creationId xmlns:a16="http://schemas.microsoft.com/office/drawing/2014/main" id="{790FE1AB-3325-1A2E-6CD2-3F3500CB9BEB}"/>
              </a:ext>
            </a:extLst>
          </p:cNvPr>
          <p:cNvGrpSpPr/>
          <p:nvPr/>
        </p:nvGrpSpPr>
        <p:grpSpPr>
          <a:xfrm>
            <a:off x="1985093" y="847529"/>
            <a:ext cx="3998134" cy="2023191"/>
            <a:chOff x="1985093" y="847529"/>
            <a:chExt cx="3998134" cy="2023191"/>
          </a:xfrm>
        </p:grpSpPr>
        <p:cxnSp>
          <p:nvCxnSpPr>
            <p:cNvPr id="47" name="Straight Arrow Connector 46">
              <a:extLst>
                <a:ext uri="{FF2B5EF4-FFF2-40B4-BE49-F238E27FC236}">
                  <a16:creationId xmlns:a16="http://schemas.microsoft.com/office/drawing/2014/main" id="{DA1DFD77-1013-BBFF-2F30-4EDBDF290819}"/>
                </a:ext>
              </a:extLst>
            </p:cNvPr>
            <p:cNvCxnSpPr>
              <a:cxnSpLocks/>
              <a:stCxn id="5" idx="2"/>
            </p:cNvCxnSpPr>
            <p:nvPr/>
          </p:nvCxnSpPr>
          <p:spPr>
            <a:xfrm flipH="1">
              <a:off x="2897933" y="847529"/>
              <a:ext cx="3085294" cy="10714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76682651-2E24-39D4-61DC-E9B4BA42B56D}"/>
                </a:ext>
              </a:extLst>
            </p:cNvPr>
            <p:cNvSpPr/>
            <p:nvPr/>
          </p:nvSpPr>
          <p:spPr>
            <a:xfrm>
              <a:off x="2590022" y="1918998"/>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 name="Rectangle 2">
              <a:extLst>
                <a:ext uri="{FF2B5EF4-FFF2-40B4-BE49-F238E27FC236}">
                  <a16:creationId xmlns:a16="http://schemas.microsoft.com/office/drawing/2014/main" id="{AA90EE0E-5EB5-7690-2249-0029E3C54F90}"/>
                </a:ext>
              </a:extLst>
            </p:cNvPr>
            <p:cNvSpPr/>
            <p:nvPr/>
          </p:nvSpPr>
          <p:spPr>
            <a:xfrm>
              <a:off x="1985093" y="2394859"/>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Rectangle 6">
              <a:extLst>
                <a:ext uri="{FF2B5EF4-FFF2-40B4-BE49-F238E27FC236}">
                  <a16:creationId xmlns:a16="http://schemas.microsoft.com/office/drawing/2014/main" id="{53D6AE19-CEEA-1322-277E-5F7B0AFA86E3}"/>
                </a:ext>
              </a:extLst>
            </p:cNvPr>
            <p:cNvSpPr/>
            <p:nvPr/>
          </p:nvSpPr>
          <p:spPr>
            <a:xfrm>
              <a:off x="2600914" y="2394859"/>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grpSp>
        <p:nvGrpSpPr>
          <p:cNvPr id="154" name="Group 153">
            <a:extLst>
              <a:ext uri="{FF2B5EF4-FFF2-40B4-BE49-F238E27FC236}">
                <a16:creationId xmlns:a16="http://schemas.microsoft.com/office/drawing/2014/main" id="{37028A5A-7F70-67CF-CE48-276C0EB07F69}"/>
              </a:ext>
            </a:extLst>
          </p:cNvPr>
          <p:cNvGrpSpPr/>
          <p:nvPr/>
        </p:nvGrpSpPr>
        <p:grpSpPr>
          <a:xfrm>
            <a:off x="5356514" y="847529"/>
            <a:ext cx="1242534" cy="1869219"/>
            <a:chOff x="5356514" y="847529"/>
            <a:chExt cx="1242534" cy="1869219"/>
          </a:xfrm>
        </p:grpSpPr>
        <p:cxnSp>
          <p:nvCxnSpPr>
            <p:cNvPr id="48" name="Straight Arrow Connector 47">
              <a:extLst>
                <a:ext uri="{FF2B5EF4-FFF2-40B4-BE49-F238E27FC236}">
                  <a16:creationId xmlns:a16="http://schemas.microsoft.com/office/drawing/2014/main" id="{4786E31F-F91E-F642-0EE1-05C442C533E8}"/>
                </a:ext>
              </a:extLst>
            </p:cNvPr>
            <p:cNvCxnSpPr>
              <a:cxnSpLocks/>
              <a:stCxn id="5" idx="2"/>
            </p:cNvCxnSpPr>
            <p:nvPr/>
          </p:nvCxnSpPr>
          <p:spPr>
            <a:xfrm>
              <a:off x="5983227" y="847529"/>
              <a:ext cx="223918" cy="13871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1" name="Rectangle 40">
              <a:extLst>
                <a:ext uri="{FF2B5EF4-FFF2-40B4-BE49-F238E27FC236}">
                  <a16:creationId xmlns:a16="http://schemas.microsoft.com/office/drawing/2014/main" id="{127B74F1-12D5-1C7F-5BC0-E04123D72FA7}"/>
                </a:ext>
              </a:extLst>
            </p:cNvPr>
            <p:cNvSpPr/>
            <p:nvPr/>
          </p:nvSpPr>
          <p:spPr>
            <a:xfrm>
              <a:off x="5356514" y="2236198"/>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2" name="Rectangle 41">
              <a:extLst>
                <a:ext uri="{FF2B5EF4-FFF2-40B4-BE49-F238E27FC236}">
                  <a16:creationId xmlns:a16="http://schemas.microsoft.com/office/drawing/2014/main" id="{0E011A00-2F2D-C7AD-A11B-7876702F9888}"/>
                </a:ext>
              </a:extLst>
            </p:cNvPr>
            <p:cNvSpPr/>
            <p:nvPr/>
          </p:nvSpPr>
          <p:spPr>
            <a:xfrm>
              <a:off x="5983227" y="2240887"/>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grpSp>
      <p:sp>
        <p:nvSpPr>
          <p:cNvPr id="46" name="Rectangle 45">
            <a:extLst>
              <a:ext uri="{FF2B5EF4-FFF2-40B4-BE49-F238E27FC236}">
                <a16:creationId xmlns:a16="http://schemas.microsoft.com/office/drawing/2014/main" id="{0837793C-2417-5BF9-2A45-D20253714B87}"/>
              </a:ext>
            </a:extLst>
          </p:cNvPr>
          <p:cNvSpPr/>
          <p:nvPr/>
        </p:nvSpPr>
        <p:spPr>
          <a:xfrm>
            <a:off x="6599048" y="2240887"/>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nvGrpSpPr>
          <p:cNvPr id="155" name="Group 154">
            <a:extLst>
              <a:ext uri="{FF2B5EF4-FFF2-40B4-BE49-F238E27FC236}">
                <a16:creationId xmlns:a16="http://schemas.microsoft.com/office/drawing/2014/main" id="{F147D90F-2108-DD74-4307-2149B238C3A4}"/>
              </a:ext>
            </a:extLst>
          </p:cNvPr>
          <p:cNvGrpSpPr/>
          <p:nvPr/>
        </p:nvGrpSpPr>
        <p:grpSpPr>
          <a:xfrm>
            <a:off x="5983227" y="847529"/>
            <a:ext cx="4163001" cy="2065157"/>
            <a:chOff x="5983227" y="847529"/>
            <a:chExt cx="4163001" cy="2065157"/>
          </a:xfrm>
        </p:grpSpPr>
        <p:cxnSp>
          <p:nvCxnSpPr>
            <p:cNvPr id="51" name="Straight Arrow Connector 50">
              <a:extLst>
                <a:ext uri="{FF2B5EF4-FFF2-40B4-BE49-F238E27FC236}">
                  <a16:creationId xmlns:a16="http://schemas.microsoft.com/office/drawing/2014/main" id="{A15B20B4-9F73-12A9-0023-47D292FF54E3}"/>
                </a:ext>
              </a:extLst>
            </p:cNvPr>
            <p:cNvCxnSpPr>
              <a:cxnSpLocks/>
              <a:stCxn id="5" idx="2"/>
            </p:cNvCxnSpPr>
            <p:nvPr/>
          </p:nvCxnSpPr>
          <p:spPr>
            <a:xfrm>
              <a:off x="5983227" y="847529"/>
              <a:ext cx="3701135" cy="6764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0" name="Rectangle 49">
              <a:extLst>
                <a:ext uri="{FF2B5EF4-FFF2-40B4-BE49-F238E27FC236}">
                  <a16:creationId xmlns:a16="http://schemas.microsoft.com/office/drawing/2014/main" id="{F82CE4F3-12D2-04C4-3CF3-C0350DB0FD60}"/>
                </a:ext>
              </a:extLst>
            </p:cNvPr>
            <p:cNvSpPr/>
            <p:nvPr/>
          </p:nvSpPr>
          <p:spPr>
            <a:xfrm>
              <a:off x="9530407" y="1988179"/>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2" name="Rectangle 51">
              <a:extLst>
                <a:ext uri="{FF2B5EF4-FFF2-40B4-BE49-F238E27FC236}">
                  <a16:creationId xmlns:a16="http://schemas.microsoft.com/office/drawing/2014/main" id="{8325D709-3997-A133-60F5-471463176DB6}"/>
                </a:ext>
              </a:extLst>
            </p:cNvPr>
            <p:cNvSpPr/>
            <p:nvPr/>
          </p:nvSpPr>
          <p:spPr>
            <a:xfrm>
              <a:off x="9530407" y="2436825"/>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3" name="Rectangle 52">
              <a:extLst>
                <a:ext uri="{FF2B5EF4-FFF2-40B4-BE49-F238E27FC236}">
                  <a16:creationId xmlns:a16="http://schemas.microsoft.com/office/drawing/2014/main" id="{1702C854-6052-1FEE-A7A9-FA67B9622C75}"/>
                </a:ext>
              </a:extLst>
            </p:cNvPr>
            <p:cNvSpPr/>
            <p:nvPr/>
          </p:nvSpPr>
          <p:spPr>
            <a:xfrm>
              <a:off x="9530406" y="1523981"/>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grpSp>
        <p:nvGrpSpPr>
          <p:cNvPr id="151" name="Group 150">
            <a:extLst>
              <a:ext uri="{FF2B5EF4-FFF2-40B4-BE49-F238E27FC236}">
                <a16:creationId xmlns:a16="http://schemas.microsoft.com/office/drawing/2014/main" id="{E1AB1EB9-D78F-957F-3123-5048B0EB4859}"/>
              </a:ext>
            </a:extLst>
          </p:cNvPr>
          <p:cNvGrpSpPr/>
          <p:nvPr/>
        </p:nvGrpSpPr>
        <p:grpSpPr>
          <a:xfrm>
            <a:off x="3248601" y="3311437"/>
            <a:ext cx="617386" cy="1404285"/>
            <a:chOff x="3248601" y="3311437"/>
            <a:chExt cx="617386" cy="1404285"/>
          </a:xfrm>
        </p:grpSpPr>
        <p:sp>
          <p:nvSpPr>
            <p:cNvPr id="58" name="Rectangle 57">
              <a:extLst>
                <a:ext uri="{FF2B5EF4-FFF2-40B4-BE49-F238E27FC236}">
                  <a16:creationId xmlns:a16="http://schemas.microsoft.com/office/drawing/2014/main" id="{13F9DCF7-3DE3-0194-870A-CFEECB0D5C5B}"/>
                </a:ext>
              </a:extLst>
            </p:cNvPr>
            <p:cNvSpPr/>
            <p:nvPr/>
          </p:nvSpPr>
          <p:spPr>
            <a:xfrm>
              <a:off x="3248601" y="3785770"/>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9" name="Rectangle 58">
              <a:extLst>
                <a:ext uri="{FF2B5EF4-FFF2-40B4-BE49-F238E27FC236}">
                  <a16:creationId xmlns:a16="http://schemas.microsoft.com/office/drawing/2014/main" id="{3E27014D-8CE1-8B09-30AA-85A5FC308B24}"/>
                </a:ext>
              </a:extLst>
            </p:cNvPr>
            <p:cNvSpPr/>
            <p:nvPr/>
          </p:nvSpPr>
          <p:spPr>
            <a:xfrm>
              <a:off x="3248601" y="3311437"/>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0" name="Rectangle 59">
              <a:extLst>
                <a:ext uri="{FF2B5EF4-FFF2-40B4-BE49-F238E27FC236}">
                  <a16:creationId xmlns:a16="http://schemas.microsoft.com/office/drawing/2014/main" id="{DEB0A9DF-0805-E62B-C555-C54C51426E3D}"/>
                </a:ext>
              </a:extLst>
            </p:cNvPr>
            <p:cNvSpPr/>
            <p:nvPr/>
          </p:nvSpPr>
          <p:spPr>
            <a:xfrm>
              <a:off x="3250166" y="4239861"/>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grpSp>
        <p:nvGrpSpPr>
          <p:cNvPr id="152" name="Group 151">
            <a:extLst>
              <a:ext uri="{FF2B5EF4-FFF2-40B4-BE49-F238E27FC236}">
                <a16:creationId xmlns:a16="http://schemas.microsoft.com/office/drawing/2014/main" id="{CBD4E6BF-9E22-90ED-C581-F1A9601BE3D6}"/>
              </a:ext>
            </a:extLst>
          </p:cNvPr>
          <p:cNvGrpSpPr/>
          <p:nvPr/>
        </p:nvGrpSpPr>
        <p:grpSpPr>
          <a:xfrm>
            <a:off x="1054359" y="2870720"/>
            <a:ext cx="1854466" cy="1795248"/>
            <a:chOff x="1054359" y="2870720"/>
            <a:chExt cx="1854466" cy="1795248"/>
          </a:xfrm>
        </p:grpSpPr>
        <p:sp>
          <p:nvSpPr>
            <p:cNvPr id="61" name="Rectangle 60">
              <a:extLst>
                <a:ext uri="{FF2B5EF4-FFF2-40B4-BE49-F238E27FC236}">
                  <a16:creationId xmlns:a16="http://schemas.microsoft.com/office/drawing/2014/main" id="{8427681A-F128-3542-5B2C-3A925269BBCE}"/>
                </a:ext>
              </a:extLst>
            </p:cNvPr>
            <p:cNvSpPr/>
            <p:nvPr/>
          </p:nvSpPr>
          <p:spPr>
            <a:xfrm>
              <a:off x="1054359" y="4190106"/>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2" name="Rectangle 61">
              <a:extLst>
                <a:ext uri="{FF2B5EF4-FFF2-40B4-BE49-F238E27FC236}">
                  <a16:creationId xmlns:a16="http://schemas.microsoft.com/office/drawing/2014/main" id="{7CDF1F7E-F8BD-3D25-3148-BA5031E5D820}"/>
                </a:ext>
              </a:extLst>
            </p:cNvPr>
            <p:cNvSpPr/>
            <p:nvPr/>
          </p:nvSpPr>
          <p:spPr>
            <a:xfrm>
              <a:off x="1642192" y="4190107"/>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4" name="Rectangle 63">
              <a:extLst>
                <a:ext uri="{FF2B5EF4-FFF2-40B4-BE49-F238E27FC236}">
                  <a16:creationId xmlns:a16="http://schemas.microsoft.com/office/drawing/2014/main" id="{B8E105D7-E4E6-FDEE-59B1-3073D75B6F67}"/>
                </a:ext>
              </a:extLst>
            </p:cNvPr>
            <p:cNvSpPr/>
            <p:nvPr/>
          </p:nvSpPr>
          <p:spPr>
            <a:xfrm>
              <a:off x="2258013" y="4190107"/>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65" name="Straight Arrow Connector 64">
              <a:extLst>
                <a:ext uri="{FF2B5EF4-FFF2-40B4-BE49-F238E27FC236}">
                  <a16:creationId xmlns:a16="http://schemas.microsoft.com/office/drawing/2014/main" id="{14E3FD8F-75B6-7989-936E-37B0F58A425D}"/>
                </a:ext>
              </a:extLst>
            </p:cNvPr>
            <p:cNvCxnSpPr>
              <a:cxnSpLocks/>
              <a:stCxn id="7" idx="2"/>
            </p:cNvCxnSpPr>
            <p:nvPr/>
          </p:nvCxnSpPr>
          <p:spPr>
            <a:xfrm flipH="1">
              <a:off x="2080747" y="2870720"/>
              <a:ext cx="828078" cy="13442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cxnSp>
        <p:nvCxnSpPr>
          <p:cNvPr id="67" name="Straight Arrow Connector 66">
            <a:extLst>
              <a:ext uri="{FF2B5EF4-FFF2-40B4-BE49-F238E27FC236}">
                <a16:creationId xmlns:a16="http://schemas.microsoft.com/office/drawing/2014/main" id="{4AC44C2E-86D7-1175-5AC4-236BA45A15C7}"/>
              </a:ext>
            </a:extLst>
          </p:cNvPr>
          <p:cNvCxnSpPr>
            <a:cxnSpLocks/>
            <a:stCxn id="7" idx="2"/>
            <a:endCxn id="59" idx="0"/>
          </p:cNvCxnSpPr>
          <p:nvPr/>
        </p:nvCxnSpPr>
        <p:spPr>
          <a:xfrm>
            <a:off x="2908825" y="2870720"/>
            <a:ext cx="647687" cy="4407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3" name="Rectangle 72">
            <a:extLst>
              <a:ext uri="{FF2B5EF4-FFF2-40B4-BE49-F238E27FC236}">
                <a16:creationId xmlns:a16="http://schemas.microsoft.com/office/drawing/2014/main" id="{2A7644D3-B4BC-59D9-2FE9-8477A351572F}"/>
              </a:ext>
            </a:extLst>
          </p:cNvPr>
          <p:cNvSpPr/>
          <p:nvPr/>
        </p:nvSpPr>
        <p:spPr>
          <a:xfrm>
            <a:off x="4066596" y="4161448"/>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grpSp>
        <p:nvGrpSpPr>
          <p:cNvPr id="150" name="Group 149">
            <a:extLst>
              <a:ext uri="{FF2B5EF4-FFF2-40B4-BE49-F238E27FC236}">
                <a16:creationId xmlns:a16="http://schemas.microsoft.com/office/drawing/2014/main" id="{72C57E84-B790-CBAB-E6B8-ED3AEE806016}"/>
              </a:ext>
            </a:extLst>
          </p:cNvPr>
          <p:cNvGrpSpPr/>
          <p:nvPr/>
        </p:nvGrpSpPr>
        <p:grpSpPr>
          <a:xfrm>
            <a:off x="4682417" y="2716748"/>
            <a:ext cx="1608721" cy="1920561"/>
            <a:chOff x="4682417" y="2716748"/>
            <a:chExt cx="1608721" cy="1920561"/>
          </a:xfrm>
        </p:grpSpPr>
        <p:sp>
          <p:nvSpPr>
            <p:cNvPr id="71" name="Rectangle 70">
              <a:extLst>
                <a:ext uri="{FF2B5EF4-FFF2-40B4-BE49-F238E27FC236}">
                  <a16:creationId xmlns:a16="http://schemas.microsoft.com/office/drawing/2014/main" id="{D3B55370-6CFC-7415-2A67-60C24A48DF63}"/>
                </a:ext>
              </a:extLst>
            </p:cNvPr>
            <p:cNvSpPr/>
            <p:nvPr/>
          </p:nvSpPr>
          <p:spPr>
            <a:xfrm>
              <a:off x="4682417" y="3682472"/>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4" name="Rectangle 73">
              <a:extLst>
                <a:ext uri="{FF2B5EF4-FFF2-40B4-BE49-F238E27FC236}">
                  <a16:creationId xmlns:a16="http://schemas.microsoft.com/office/drawing/2014/main" id="{7B11C028-F6BA-F78F-B322-93F005C226C2}"/>
                </a:ext>
              </a:extLst>
            </p:cNvPr>
            <p:cNvSpPr/>
            <p:nvPr/>
          </p:nvSpPr>
          <p:spPr>
            <a:xfrm>
              <a:off x="4682417" y="4161448"/>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75" name="Straight Arrow Connector 74">
              <a:extLst>
                <a:ext uri="{FF2B5EF4-FFF2-40B4-BE49-F238E27FC236}">
                  <a16:creationId xmlns:a16="http://schemas.microsoft.com/office/drawing/2014/main" id="{A8F3CDC9-77CF-A55D-6106-44172BFCB3D8}"/>
                </a:ext>
              </a:extLst>
            </p:cNvPr>
            <p:cNvCxnSpPr>
              <a:cxnSpLocks/>
              <a:stCxn id="42" idx="2"/>
            </p:cNvCxnSpPr>
            <p:nvPr/>
          </p:nvCxnSpPr>
          <p:spPr>
            <a:xfrm flipH="1">
              <a:off x="4858135" y="2716748"/>
              <a:ext cx="1433003" cy="9703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48" name="Group 147">
            <a:extLst>
              <a:ext uri="{FF2B5EF4-FFF2-40B4-BE49-F238E27FC236}">
                <a16:creationId xmlns:a16="http://schemas.microsoft.com/office/drawing/2014/main" id="{DBE41729-F6A8-0FA8-F816-CAE342224B3F}"/>
              </a:ext>
            </a:extLst>
          </p:cNvPr>
          <p:cNvGrpSpPr/>
          <p:nvPr/>
        </p:nvGrpSpPr>
        <p:grpSpPr>
          <a:xfrm>
            <a:off x="6291138" y="2716748"/>
            <a:ext cx="1723812" cy="1952284"/>
            <a:chOff x="6291138" y="2716748"/>
            <a:chExt cx="1723812" cy="1952284"/>
          </a:xfrm>
        </p:grpSpPr>
        <p:sp>
          <p:nvSpPr>
            <p:cNvPr id="81" name="Rectangle 80">
              <a:extLst>
                <a:ext uri="{FF2B5EF4-FFF2-40B4-BE49-F238E27FC236}">
                  <a16:creationId xmlns:a16="http://schemas.microsoft.com/office/drawing/2014/main" id="{E22AB424-0E22-C751-C5CF-757EF7BDA80A}"/>
                </a:ext>
              </a:extLst>
            </p:cNvPr>
            <p:cNvSpPr/>
            <p:nvPr/>
          </p:nvSpPr>
          <p:spPr>
            <a:xfrm>
              <a:off x="6783308" y="4193171"/>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2" name="Rectangle 81">
              <a:extLst>
                <a:ext uri="{FF2B5EF4-FFF2-40B4-BE49-F238E27FC236}">
                  <a16:creationId xmlns:a16="http://schemas.microsoft.com/office/drawing/2014/main" id="{F934067C-658B-B44A-559A-41934B9881CF}"/>
                </a:ext>
              </a:extLst>
            </p:cNvPr>
            <p:cNvSpPr/>
            <p:nvPr/>
          </p:nvSpPr>
          <p:spPr>
            <a:xfrm>
              <a:off x="7399128" y="3717309"/>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3" name="Rectangle 82">
              <a:extLst>
                <a:ext uri="{FF2B5EF4-FFF2-40B4-BE49-F238E27FC236}">
                  <a16:creationId xmlns:a16="http://schemas.microsoft.com/office/drawing/2014/main" id="{B9991BC6-5866-0F3B-6F6A-5C1F36F18B24}"/>
                </a:ext>
              </a:extLst>
            </p:cNvPr>
            <p:cNvSpPr/>
            <p:nvPr/>
          </p:nvSpPr>
          <p:spPr>
            <a:xfrm>
              <a:off x="7399129" y="4193171"/>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84" name="Straight Arrow Connector 83">
              <a:extLst>
                <a:ext uri="{FF2B5EF4-FFF2-40B4-BE49-F238E27FC236}">
                  <a16:creationId xmlns:a16="http://schemas.microsoft.com/office/drawing/2014/main" id="{D057C7EA-22AA-1042-8AAA-A7B34B9C4CE6}"/>
                </a:ext>
              </a:extLst>
            </p:cNvPr>
            <p:cNvCxnSpPr>
              <a:cxnSpLocks/>
              <a:stCxn id="42" idx="2"/>
              <a:endCxn id="82" idx="0"/>
            </p:cNvCxnSpPr>
            <p:nvPr/>
          </p:nvCxnSpPr>
          <p:spPr>
            <a:xfrm>
              <a:off x="6291138" y="2716748"/>
              <a:ext cx="1415901" cy="10005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49" name="Group 148">
            <a:extLst>
              <a:ext uri="{FF2B5EF4-FFF2-40B4-BE49-F238E27FC236}">
                <a16:creationId xmlns:a16="http://schemas.microsoft.com/office/drawing/2014/main" id="{40FC79B5-DFFC-07A3-AAA9-D70EDE812A31}"/>
              </a:ext>
            </a:extLst>
          </p:cNvPr>
          <p:cNvGrpSpPr/>
          <p:nvPr/>
        </p:nvGrpSpPr>
        <p:grpSpPr>
          <a:xfrm>
            <a:off x="5470803" y="2716748"/>
            <a:ext cx="1231642" cy="1952284"/>
            <a:chOff x="5470803" y="2716748"/>
            <a:chExt cx="1231642" cy="1952284"/>
          </a:xfrm>
        </p:grpSpPr>
        <p:sp>
          <p:nvSpPr>
            <p:cNvPr id="77" name="Rectangle 76">
              <a:extLst>
                <a:ext uri="{FF2B5EF4-FFF2-40B4-BE49-F238E27FC236}">
                  <a16:creationId xmlns:a16="http://schemas.microsoft.com/office/drawing/2014/main" id="{63033326-911F-B295-E6C0-CCE69EA9A8BA}"/>
                </a:ext>
              </a:extLst>
            </p:cNvPr>
            <p:cNvSpPr/>
            <p:nvPr/>
          </p:nvSpPr>
          <p:spPr>
            <a:xfrm>
              <a:off x="5470803" y="4193171"/>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9" name="Rectangle 78">
              <a:extLst>
                <a:ext uri="{FF2B5EF4-FFF2-40B4-BE49-F238E27FC236}">
                  <a16:creationId xmlns:a16="http://schemas.microsoft.com/office/drawing/2014/main" id="{77D9A3C3-143D-1E54-4CF3-C45E1F4A5BCD}"/>
                </a:ext>
              </a:extLst>
            </p:cNvPr>
            <p:cNvSpPr/>
            <p:nvPr/>
          </p:nvSpPr>
          <p:spPr>
            <a:xfrm>
              <a:off x="5470803" y="3717310"/>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0" name="Rectangle 79">
              <a:extLst>
                <a:ext uri="{FF2B5EF4-FFF2-40B4-BE49-F238E27FC236}">
                  <a16:creationId xmlns:a16="http://schemas.microsoft.com/office/drawing/2014/main" id="{9638852A-5707-705A-15CE-C67D7CA4B643}"/>
                </a:ext>
              </a:extLst>
            </p:cNvPr>
            <p:cNvSpPr/>
            <p:nvPr/>
          </p:nvSpPr>
          <p:spPr>
            <a:xfrm>
              <a:off x="6086624" y="4193171"/>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85" name="Straight Arrow Connector 84">
              <a:extLst>
                <a:ext uri="{FF2B5EF4-FFF2-40B4-BE49-F238E27FC236}">
                  <a16:creationId xmlns:a16="http://schemas.microsoft.com/office/drawing/2014/main" id="{FB58A43F-AE8D-7B03-0BDC-77685D366AE0}"/>
                </a:ext>
              </a:extLst>
            </p:cNvPr>
            <p:cNvCxnSpPr>
              <a:cxnSpLocks/>
              <a:stCxn id="42" idx="2"/>
              <a:endCxn id="79" idx="0"/>
            </p:cNvCxnSpPr>
            <p:nvPr/>
          </p:nvCxnSpPr>
          <p:spPr>
            <a:xfrm flipH="1">
              <a:off x="5778714" y="2716748"/>
              <a:ext cx="512424" cy="10005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47" name="Group 146">
            <a:extLst>
              <a:ext uri="{FF2B5EF4-FFF2-40B4-BE49-F238E27FC236}">
                <a16:creationId xmlns:a16="http://schemas.microsoft.com/office/drawing/2014/main" id="{397C309C-D53C-BF46-4B60-7B1EECF2021A}"/>
              </a:ext>
            </a:extLst>
          </p:cNvPr>
          <p:cNvGrpSpPr/>
          <p:nvPr/>
        </p:nvGrpSpPr>
        <p:grpSpPr>
          <a:xfrm>
            <a:off x="6291138" y="2716748"/>
            <a:ext cx="4402421" cy="1889481"/>
            <a:chOff x="6291138" y="2716748"/>
            <a:chExt cx="4402421" cy="1889481"/>
          </a:xfrm>
        </p:grpSpPr>
        <p:grpSp>
          <p:nvGrpSpPr>
            <p:cNvPr id="145" name="Group 144">
              <a:extLst>
                <a:ext uri="{FF2B5EF4-FFF2-40B4-BE49-F238E27FC236}">
                  <a16:creationId xmlns:a16="http://schemas.microsoft.com/office/drawing/2014/main" id="{88B619F9-4C45-2470-5E95-B4205A40A5FE}"/>
                </a:ext>
              </a:extLst>
            </p:cNvPr>
            <p:cNvGrpSpPr/>
            <p:nvPr/>
          </p:nvGrpSpPr>
          <p:grpSpPr>
            <a:xfrm>
              <a:off x="9461919" y="3654501"/>
              <a:ext cx="1231640" cy="951728"/>
              <a:chOff x="9461919" y="3654501"/>
              <a:chExt cx="1231640" cy="951728"/>
            </a:xfrm>
          </p:grpSpPr>
          <p:sp>
            <p:nvSpPr>
              <p:cNvPr id="92" name="Rectangle 91">
                <a:extLst>
                  <a:ext uri="{FF2B5EF4-FFF2-40B4-BE49-F238E27FC236}">
                    <a16:creationId xmlns:a16="http://schemas.microsoft.com/office/drawing/2014/main" id="{FF6ED8F3-EF30-0E5C-4997-7D47AD6B3650}"/>
                  </a:ext>
                </a:extLst>
              </p:cNvPr>
              <p:cNvSpPr/>
              <p:nvPr/>
            </p:nvSpPr>
            <p:spPr>
              <a:xfrm>
                <a:off x="9461919" y="4130368"/>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93" name="Rectangle 92">
                <a:extLst>
                  <a:ext uri="{FF2B5EF4-FFF2-40B4-BE49-F238E27FC236}">
                    <a16:creationId xmlns:a16="http://schemas.microsoft.com/office/drawing/2014/main" id="{AB88E3B0-F55C-2634-48B2-32BAC7ADF96B}"/>
                  </a:ext>
                </a:extLst>
              </p:cNvPr>
              <p:cNvSpPr/>
              <p:nvPr/>
            </p:nvSpPr>
            <p:spPr>
              <a:xfrm>
                <a:off x="10077738" y="4130365"/>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4" name="Rectangle 93">
                <a:extLst>
                  <a:ext uri="{FF2B5EF4-FFF2-40B4-BE49-F238E27FC236}">
                    <a16:creationId xmlns:a16="http://schemas.microsoft.com/office/drawing/2014/main" id="{0B4883DE-8899-599B-30CF-17CF3D0D1F6E}"/>
                  </a:ext>
                </a:extLst>
              </p:cNvPr>
              <p:cNvSpPr/>
              <p:nvPr/>
            </p:nvSpPr>
            <p:spPr>
              <a:xfrm>
                <a:off x="10077738" y="3654501"/>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cxnSp>
          <p:nvCxnSpPr>
            <p:cNvPr id="95" name="Straight Arrow Connector 94">
              <a:extLst>
                <a:ext uri="{FF2B5EF4-FFF2-40B4-BE49-F238E27FC236}">
                  <a16:creationId xmlns:a16="http://schemas.microsoft.com/office/drawing/2014/main" id="{201A4F9A-AF46-64DB-AE38-8CA197C4503B}"/>
                </a:ext>
              </a:extLst>
            </p:cNvPr>
            <p:cNvCxnSpPr>
              <a:cxnSpLocks/>
              <a:stCxn id="42" idx="2"/>
              <a:endCxn id="94" idx="0"/>
            </p:cNvCxnSpPr>
            <p:nvPr/>
          </p:nvCxnSpPr>
          <p:spPr>
            <a:xfrm>
              <a:off x="6291138" y="2716748"/>
              <a:ext cx="4094511" cy="9377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46" name="Group 145">
            <a:extLst>
              <a:ext uri="{FF2B5EF4-FFF2-40B4-BE49-F238E27FC236}">
                <a16:creationId xmlns:a16="http://schemas.microsoft.com/office/drawing/2014/main" id="{3F979D34-A19A-14D4-C192-0D3AA41F5274}"/>
              </a:ext>
            </a:extLst>
          </p:cNvPr>
          <p:cNvGrpSpPr/>
          <p:nvPr/>
        </p:nvGrpSpPr>
        <p:grpSpPr>
          <a:xfrm>
            <a:off x="6291138" y="2716748"/>
            <a:ext cx="3061921" cy="1889484"/>
            <a:chOff x="6291138" y="2716748"/>
            <a:chExt cx="3061921" cy="1889484"/>
          </a:xfrm>
        </p:grpSpPr>
        <p:sp>
          <p:nvSpPr>
            <p:cNvPr id="89" name="Rectangle 88">
              <a:extLst>
                <a:ext uri="{FF2B5EF4-FFF2-40B4-BE49-F238E27FC236}">
                  <a16:creationId xmlns:a16="http://schemas.microsoft.com/office/drawing/2014/main" id="{EBCC8E94-679A-10EA-E177-FC5C777A7D4E}"/>
                </a:ext>
              </a:extLst>
            </p:cNvPr>
            <p:cNvSpPr/>
            <p:nvPr/>
          </p:nvSpPr>
          <p:spPr>
            <a:xfrm>
              <a:off x="8121419" y="4130371"/>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90" name="Rectangle 89">
              <a:extLst>
                <a:ext uri="{FF2B5EF4-FFF2-40B4-BE49-F238E27FC236}">
                  <a16:creationId xmlns:a16="http://schemas.microsoft.com/office/drawing/2014/main" id="{FBC5DB6C-2E82-19F7-BEAE-E6C0E88D0025}"/>
                </a:ext>
              </a:extLst>
            </p:cNvPr>
            <p:cNvSpPr/>
            <p:nvPr/>
          </p:nvSpPr>
          <p:spPr>
            <a:xfrm>
              <a:off x="8737238" y="4130368"/>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1" name="Rectangle 90">
              <a:extLst>
                <a:ext uri="{FF2B5EF4-FFF2-40B4-BE49-F238E27FC236}">
                  <a16:creationId xmlns:a16="http://schemas.microsoft.com/office/drawing/2014/main" id="{4DEA258E-C46D-2A99-7E6B-0EC3D3946152}"/>
                </a:ext>
              </a:extLst>
            </p:cNvPr>
            <p:cNvSpPr/>
            <p:nvPr/>
          </p:nvSpPr>
          <p:spPr>
            <a:xfrm>
              <a:off x="8121418" y="3654507"/>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96" name="Straight Arrow Connector 95">
              <a:extLst>
                <a:ext uri="{FF2B5EF4-FFF2-40B4-BE49-F238E27FC236}">
                  <a16:creationId xmlns:a16="http://schemas.microsoft.com/office/drawing/2014/main" id="{B931F179-566E-06AC-4C52-9AA5E8BD60A7}"/>
                </a:ext>
              </a:extLst>
            </p:cNvPr>
            <p:cNvCxnSpPr>
              <a:cxnSpLocks/>
              <a:stCxn id="42" idx="2"/>
            </p:cNvCxnSpPr>
            <p:nvPr/>
          </p:nvCxnSpPr>
          <p:spPr>
            <a:xfrm>
              <a:off x="6291138" y="2716748"/>
              <a:ext cx="2009943" cy="9035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8" name="Group 7">
            <a:extLst>
              <a:ext uri="{FF2B5EF4-FFF2-40B4-BE49-F238E27FC236}">
                <a16:creationId xmlns:a16="http://schemas.microsoft.com/office/drawing/2014/main" id="{1DDE2DDD-718A-9EF1-5E67-3DD324A3E6FA}"/>
              </a:ext>
            </a:extLst>
          </p:cNvPr>
          <p:cNvGrpSpPr/>
          <p:nvPr/>
        </p:nvGrpSpPr>
        <p:grpSpPr>
          <a:xfrm>
            <a:off x="2438593" y="5579587"/>
            <a:ext cx="599376" cy="690050"/>
            <a:chOff x="5487248" y="5421501"/>
            <a:chExt cx="1222921" cy="953472"/>
          </a:xfrm>
        </p:grpSpPr>
        <p:sp>
          <p:nvSpPr>
            <p:cNvPr id="99" name="Rectangle 98">
              <a:extLst>
                <a:ext uri="{FF2B5EF4-FFF2-40B4-BE49-F238E27FC236}">
                  <a16:creationId xmlns:a16="http://schemas.microsoft.com/office/drawing/2014/main" id="{4B559307-43D4-4AD9-9C77-406D4912963E}"/>
                </a:ext>
              </a:extLst>
            </p:cNvPr>
            <p:cNvSpPr/>
            <p:nvPr/>
          </p:nvSpPr>
          <p:spPr>
            <a:xfrm>
              <a:off x="6095186" y="5895838"/>
              <a:ext cx="614255"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0" name="Rectangle 99">
              <a:extLst>
                <a:ext uri="{FF2B5EF4-FFF2-40B4-BE49-F238E27FC236}">
                  <a16:creationId xmlns:a16="http://schemas.microsoft.com/office/drawing/2014/main" id="{6A173316-6660-3B03-7B83-0EC20A36A5F2}"/>
                </a:ext>
              </a:extLst>
            </p:cNvPr>
            <p:cNvSpPr/>
            <p:nvPr/>
          </p:nvSpPr>
          <p:spPr>
            <a:xfrm>
              <a:off x="5487248" y="5899112"/>
              <a:ext cx="614255"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1" name="Rectangle 100">
              <a:extLst>
                <a:ext uri="{FF2B5EF4-FFF2-40B4-BE49-F238E27FC236}">
                  <a16:creationId xmlns:a16="http://schemas.microsoft.com/office/drawing/2014/main" id="{1DF69DDD-D8B3-9F8B-6DBC-26C759AF2A6D}"/>
                </a:ext>
              </a:extLst>
            </p:cNvPr>
            <p:cNvSpPr/>
            <p:nvPr/>
          </p:nvSpPr>
          <p:spPr>
            <a:xfrm>
              <a:off x="6095914" y="5421501"/>
              <a:ext cx="614255"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grpSp>
        <p:nvGrpSpPr>
          <p:cNvPr id="14" name="Group 13">
            <a:extLst>
              <a:ext uri="{FF2B5EF4-FFF2-40B4-BE49-F238E27FC236}">
                <a16:creationId xmlns:a16="http://schemas.microsoft.com/office/drawing/2014/main" id="{CBCFE448-1571-5E1D-2E68-A2CBE4F11EB3}"/>
              </a:ext>
            </a:extLst>
          </p:cNvPr>
          <p:cNvGrpSpPr/>
          <p:nvPr/>
        </p:nvGrpSpPr>
        <p:grpSpPr>
          <a:xfrm>
            <a:off x="304200" y="5591971"/>
            <a:ext cx="609488" cy="688786"/>
            <a:chOff x="1392916" y="5421502"/>
            <a:chExt cx="1243552" cy="951725"/>
          </a:xfrm>
        </p:grpSpPr>
        <p:sp>
          <p:nvSpPr>
            <p:cNvPr id="108" name="Rectangle 107">
              <a:extLst>
                <a:ext uri="{FF2B5EF4-FFF2-40B4-BE49-F238E27FC236}">
                  <a16:creationId xmlns:a16="http://schemas.microsoft.com/office/drawing/2014/main" id="{D4B7D0D3-579A-ECE5-447B-54906A16CBF2}"/>
                </a:ext>
              </a:extLst>
            </p:cNvPr>
            <p:cNvSpPr/>
            <p:nvPr/>
          </p:nvSpPr>
          <p:spPr>
            <a:xfrm>
              <a:off x="1392916" y="5421502"/>
              <a:ext cx="614255"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9" name="Rectangle 108">
              <a:extLst>
                <a:ext uri="{FF2B5EF4-FFF2-40B4-BE49-F238E27FC236}">
                  <a16:creationId xmlns:a16="http://schemas.microsoft.com/office/drawing/2014/main" id="{AB83A776-504D-8CD8-A196-596D90D45CBB}"/>
                </a:ext>
              </a:extLst>
            </p:cNvPr>
            <p:cNvSpPr/>
            <p:nvPr/>
          </p:nvSpPr>
          <p:spPr>
            <a:xfrm>
              <a:off x="1392917" y="5897366"/>
              <a:ext cx="614255"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0" name="Rectangle 109">
              <a:extLst>
                <a:ext uri="{FF2B5EF4-FFF2-40B4-BE49-F238E27FC236}">
                  <a16:creationId xmlns:a16="http://schemas.microsoft.com/office/drawing/2014/main" id="{83F96986-4409-9CD0-7CB7-2A72A751956E}"/>
                </a:ext>
              </a:extLst>
            </p:cNvPr>
            <p:cNvSpPr/>
            <p:nvPr/>
          </p:nvSpPr>
          <p:spPr>
            <a:xfrm>
              <a:off x="2022213" y="5897366"/>
              <a:ext cx="614255"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grpSp>
        <p:nvGrpSpPr>
          <p:cNvPr id="12" name="Group 11">
            <a:extLst>
              <a:ext uri="{FF2B5EF4-FFF2-40B4-BE49-F238E27FC236}">
                <a16:creationId xmlns:a16="http://schemas.microsoft.com/office/drawing/2014/main" id="{86CA42CC-3765-1721-53D1-F3514B1715C2}"/>
              </a:ext>
            </a:extLst>
          </p:cNvPr>
          <p:cNvGrpSpPr/>
          <p:nvPr/>
        </p:nvGrpSpPr>
        <p:grpSpPr>
          <a:xfrm>
            <a:off x="975593" y="5618740"/>
            <a:ext cx="614663" cy="656894"/>
            <a:chOff x="2706246" y="5464041"/>
            <a:chExt cx="1254110" cy="907659"/>
          </a:xfrm>
        </p:grpSpPr>
        <p:sp>
          <p:nvSpPr>
            <p:cNvPr id="111" name="Rectangle 110">
              <a:extLst>
                <a:ext uri="{FF2B5EF4-FFF2-40B4-BE49-F238E27FC236}">
                  <a16:creationId xmlns:a16="http://schemas.microsoft.com/office/drawing/2014/main" id="{CA20AFD7-FB35-BCAD-DB8A-01E55EEFC98F}"/>
                </a:ext>
              </a:extLst>
            </p:cNvPr>
            <p:cNvSpPr/>
            <p:nvPr/>
          </p:nvSpPr>
          <p:spPr>
            <a:xfrm>
              <a:off x="3334900" y="5464041"/>
              <a:ext cx="614255" cy="443432"/>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2" name="Rectangle 111">
              <a:extLst>
                <a:ext uri="{FF2B5EF4-FFF2-40B4-BE49-F238E27FC236}">
                  <a16:creationId xmlns:a16="http://schemas.microsoft.com/office/drawing/2014/main" id="{68DDE1E7-311D-9116-6E96-F37D05719847}"/>
                </a:ext>
              </a:extLst>
            </p:cNvPr>
            <p:cNvSpPr/>
            <p:nvPr/>
          </p:nvSpPr>
          <p:spPr>
            <a:xfrm>
              <a:off x="2706246" y="5895839"/>
              <a:ext cx="614255"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Rectangle 112">
              <a:extLst>
                <a:ext uri="{FF2B5EF4-FFF2-40B4-BE49-F238E27FC236}">
                  <a16:creationId xmlns:a16="http://schemas.microsoft.com/office/drawing/2014/main" id="{B3A9E8C2-2E9E-047F-DF76-6FE525BA0DAF}"/>
                </a:ext>
              </a:extLst>
            </p:cNvPr>
            <p:cNvSpPr/>
            <p:nvPr/>
          </p:nvSpPr>
          <p:spPr>
            <a:xfrm>
              <a:off x="3323698" y="5886677"/>
              <a:ext cx="636658"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grpSp>
        <p:nvGrpSpPr>
          <p:cNvPr id="11" name="Group 10">
            <a:extLst>
              <a:ext uri="{FF2B5EF4-FFF2-40B4-BE49-F238E27FC236}">
                <a16:creationId xmlns:a16="http://schemas.microsoft.com/office/drawing/2014/main" id="{16DE4BAF-8F12-239E-CA72-A09567B73540}"/>
              </a:ext>
            </a:extLst>
          </p:cNvPr>
          <p:cNvGrpSpPr/>
          <p:nvPr/>
        </p:nvGrpSpPr>
        <p:grpSpPr>
          <a:xfrm>
            <a:off x="1786694" y="5608066"/>
            <a:ext cx="588105" cy="667568"/>
            <a:chOff x="4111040" y="5449292"/>
            <a:chExt cx="1199924" cy="922408"/>
          </a:xfrm>
        </p:grpSpPr>
        <p:sp>
          <p:nvSpPr>
            <p:cNvPr id="114" name="Rectangle 113">
              <a:extLst>
                <a:ext uri="{FF2B5EF4-FFF2-40B4-BE49-F238E27FC236}">
                  <a16:creationId xmlns:a16="http://schemas.microsoft.com/office/drawing/2014/main" id="{6AD95ED0-5935-AD48-655D-D6B1DEB9C171}"/>
                </a:ext>
              </a:extLst>
            </p:cNvPr>
            <p:cNvSpPr/>
            <p:nvPr/>
          </p:nvSpPr>
          <p:spPr>
            <a:xfrm>
              <a:off x="4713530" y="5925153"/>
              <a:ext cx="597434" cy="443433"/>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5" name="Rectangle 114">
              <a:extLst>
                <a:ext uri="{FF2B5EF4-FFF2-40B4-BE49-F238E27FC236}">
                  <a16:creationId xmlns:a16="http://schemas.microsoft.com/office/drawing/2014/main" id="{9BF9E11E-BA12-9AE5-45DE-B8286DABF766}"/>
                </a:ext>
              </a:extLst>
            </p:cNvPr>
            <p:cNvSpPr/>
            <p:nvPr/>
          </p:nvSpPr>
          <p:spPr>
            <a:xfrm>
              <a:off x="4111040" y="5928268"/>
              <a:ext cx="585669" cy="443432"/>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6" name="Rectangle 115">
              <a:extLst>
                <a:ext uri="{FF2B5EF4-FFF2-40B4-BE49-F238E27FC236}">
                  <a16:creationId xmlns:a16="http://schemas.microsoft.com/office/drawing/2014/main" id="{77FE2707-D445-65BD-7BCC-01F4071A502D}"/>
                </a:ext>
              </a:extLst>
            </p:cNvPr>
            <p:cNvSpPr/>
            <p:nvPr/>
          </p:nvSpPr>
          <p:spPr>
            <a:xfrm>
              <a:off x="4111040" y="5449292"/>
              <a:ext cx="585669" cy="468267"/>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cxnSp>
        <p:nvCxnSpPr>
          <p:cNvPr id="120" name="Straight Arrow Connector 119">
            <a:extLst>
              <a:ext uri="{FF2B5EF4-FFF2-40B4-BE49-F238E27FC236}">
                <a16:creationId xmlns:a16="http://schemas.microsoft.com/office/drawing/2014/main" id="{492FAC7A-3233-82D4-F0C2-A5607449A84E}"/>
              </a:ext>
            </a:extLst>
          </p:cNvPr>
          <p:cNvCxnSpPr>
            <a:cxnSpLocks/>
            <a:stCxn id="62" idx="2"/>
            <a:endCxn id="108" idx="0"/>
          </p:cNvCxnSpPr>
          <p:nvPr/>
        </p:nvCxnSpPr>
        <p:spPr>
          <a:xfrm flipH="1">
            <a:off x="454729" y="4665968"/>
            <a:ext cx="1495374" cy="9260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5" name="Straight Arrow Connector 124">
            <a:extLst>
              <a:ext uri="{FF2B5EF4-FFF2-40B4-BE49-F238E27FC236}">
                <a16:creationId xmlns:a16="http://schemas.microsoft.com/office/drawing/2014/main" id="{FE243D5E-458A-A6AD-5FAA-0D806E7569B5}"/>
              </a:ext>
            </a:extLst>
          </p:cNvPr>
          <p:cNvCxnSpPr>
            <a:cxnSpLocks/>
            <a:stCxn id="62" idx="2"/>
            <a:endCxn id="111" idx="0"/>
          </p:cNvCxnSpPr>
          <p:nvPr/>
        </p:nvCxnSpPr>
        <p:spPr>
          <a:xfrm flipH="1">
            <a:off x="1434237" y="4665968"/>
            <a:ext cx="515866" cy="9527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8" name="Straight Arrow Connector 127">
            <a:extLst>
              <a:ext uri="{FF2B5EF4-FFF2-40B4-BE49-F238E27FC236}">
                <a16:creationId xmlns:a16="http://schemas.microsoft.com/office/drawing/2014/main" id="{D384FD5B-DEAE-0B75-21A5-D89ECDF8BBE1}"/>
              </a:ext>
            </a:extLst>
          </p:cNvPr>
          <p:cNvCxnSpPr>
            <a:cxnSpLocks/>
            <a:stCxn id="62" idx="2"/>
            <a:endCxn id="116" idx="0"/>
          </p:cNvCxnSpPr>
          <p:nvPr/>
        </p:nvCxnSpPr>
        <p:spPr>
          <a:xfrm flipH="1">
            <a:off x="1930218" y="4665968"/>
            <a:ext cx="19885" cy="9420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1" name="Straight Arrow Connector 130">
            <a:extLst>
              <a:ext uri="{FF2B5EF4-FFF2-40B4-BE49-F238E27FC236}">
                <a16:creationId xmlns:a16="http://schemas.microsoft.com/office/drawing/2014/main" id="{9D6E1ABC-0C76-021B-8C67-2D18C0143E3D}"/>
              </a:ext>
            </a:extLst>
          </p:cNvPr>
          <p:cNvCxnSpPr>
            <a:cxnSpLocks/>
            <a:stCxn id="62" idx="2"/>
          </p:cNvCxnSpPr>
          <p:nvPr/>
        </p:nvCxnSpPr>
        <p:spPr>
          <a:xfrm>
            <a:off x="1950103" y="4665968"/>
            <a:ext cx="828979" cy="8465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22" name="Group 21">
            <a:extLst>
              <a:ext uri="{FF2B5EF4-FFF2-40B4-BE49-F238E27FC236}">
                <a16:creationId xmlns:a16="http://schemas.microsoft.com/office/drawing/2014/main" id="{967175FF-16DA-5DDB-358D-5E034058289A}"/>
              </a:ext>
            </a:extLst>
          </p:cNvPr>
          <p:cNvGrpSpPr/>
          <p:nvPr/>
        </p:nvGrpSpPr>
        <p:grpSpPr>
          <a:xfrm>
            <a:off x="4108103" y="5269065"/>
            <a:ext cx="304154" cy="1034442"/>
            <a:chOff x="5480931" y="5421501"/>
            <a:chExt cx="620572" cy="1429333"/>
          </a:xfrm>
        </p:grpSpPr>
        <p:sp>
          <p:nvSpPr>
            <p:cNvPr id="23" name="Rectangle 22">
              <a:extLst>
                <a:ext uri="{FF2B5EF4-FFF2-40B4-BE49-F238E27FC236}">
                  <a16:creationId xmlns:a16="http://schemas.microsoft.com/office/drawing/2014/main" id="{34F17622-C6FD-878E-AE4A-13D6767E9BC5}"/>
                </a:ext>
              </a:extLst>
            </p:cNvPr>
            <p:cNvSpPr/>
            <p:nvPr/>
          </p:nvSpPr>
          <p:spPr>
            <a:xfrm>
              <a:off x="5480931" y="5421501"/>
              <a:ext cx="614256"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40FEC1BA-5ABE-B2DA-F144-F959281066A7}"/>
                </a:ext>
              </a:extLst>
            </p:cNvPr>
            <p:cNvSpPr/>
            <p:nvPr/>
          </p:nvSpPr>
          <p:spPr>
            <a:xfrm>
              <a:off x="5487248" y="5899112"/>
              <a:ext cx="614255"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D533108C-F306-B572-BF55-F90D56497E3A}"/>
                </a:ext>
              </a:extLst>
            </p:cNvPr>
            <p:cNvSpPr/>
            <p:nvPr/>
          </p:nvSpPr>
          <p:spPr>
            <a:xfrm>
              <a:off x="5480931" y="6374973"/>
              <a:ext cx="614256"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cxnSp>
        <p:nvCxnSpPr>
          <p:cNvPr id="26" name="Straight Arrow Connector 25">
            <a:extLst>
              <a:ext uri="{FF2B5EF4-FFF2-40B4-BE49-F238E27FC236}">
                <a16:creationId xmlns:a16="http://schemas.microsoft.com/office/drawing/2014/main" id="{21AFE43B-6240-5639-2B8C-B6F971F62096}"/>
              </a:ext>
            </a:extLst>
          </p:cNvPr>
          <p:cNvCxnSpPr>
            <a:cxnSpLocks/>
            <a:endCxn id="23" idx="0"/>
          </p:cNvCxnSpPr>
          <p:nvPr/>
        </p:nvCxnSpPr>
        <p:spPr>
          <a:xfrm flipH="1">
            <a:off x="4258632" y="4652839"/>
            <a:ext cx="395741" cy="6162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32" name="Group 31">
            <a:extLst>
              <a:ext uri="{FF2B5EF4-FFF2-40B4-BE49-F238E27FC236}">
                <a16:creationId xmlns:a16="http://schemas.microsoft.com/office/drawing/2014/main" id="{335BED2F-BE61-A4F9-6277-1026116A2CF9}"/>
              </a:ext>
            </a:extLst>
          </p:cNvPr>
          <p:cNvGrpSpPr/>
          <p:nvPr/>
        </p:nvGrpSpPr>
        <p:grpSpPr>
          <a:xfrm>
            <a:off x="5206251" y="5560451"/>
            <a:ext cx="614663" cy="656894"/>
            <a:chOff x="2706246" y="5464041"/>
            <a:chExt cx="1254110" cy="907659"/>
          </a:xfrm>
        </p:grpSpPr>
        <p:sp>
          <p:nvSpPr>
            <p:cNvPr id="33" name="Rectangle 32">
              <a:extLst>
                <a:ext uri="{FF2B5EF4-FFF2-40B4-BE49-F238E27FC236}">
                  <a16:creationId xmlns:a16="http://schemas.microsoft.com/office/drawing/2014/main" id="{E59D799B-E9B8-9A27-C7C3-FECECFEEE836}"/>
                </a:ext>
              </a:extLst>
            </p:cNvPr>
            <p:cNvSpPr/>
            <p:nvPr/>
          </p:nvSpPr>
          <p:spPr>
            <a:xfrm>
              <a:off x="3334900" y="5464041"/>
              <a:ext cx="614255" cy="443432"/>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4" name="Rectangle 33">
              <a:extLst>
                <a:ext uri="{FF2B5EF4-FFF2-40B4-BE49-F238E27FC236}">
                  <a16:creationId xmlns:a16="http://schemas.microsoft.com/office/drawing/2014/main" id="{A16EAB12-066B-5BF3-D4B0-2B3E1F773B68}"/>
                </a:ext>
              </a:extLst>
            </p:cNvPr>
            <p:cNvSpPr/>
            <p:nvPr/>
          </p:nvSpPr>
          <p:spPr>
            <a:xfrm>
              <a:off x="2706246" y="5895839"/>
              <a:ext cx="614255"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5" name="Rectangle 34">
              <a:extLst>
                <a:ext uri="{FF2B5EF4-FFF2-40B4-BE49-F238E27FC236}">
                  <a16:creationId xmlns:a16="http://schemas.microsoft.com/office/drawing/2014/main" id="{C7FD2E6C-A09E-44D3-4D0D-9137F38CE2A5}"/>
                </a:ext>
              </a:extLst>
            </p:cNvPr>
            <p:cNvSpPr/>
            <p:nvPr/>
          </p:nvSpPr>
          <p:spPr>
            <a:xfrm>
              <a:off x="3323698" y="5886677"/>
              <a:ext cx="636658"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cxnSp>
        <p:nvCxnSpPr>
          <p:cNvPr id="36" name="Straight Arrow Connector 35">
            <a:extLst>
              <a:ext uri="{FF2B5EF4-FFF2-40B4-BE49-F238E27FC236}">
                <a16:creationId xmlns:a16="http://schemas.microsoft.com/office/drawing/2014/main" id="{91471C1B-4EBC-F8CB-4CC5-6A66712D0FB1}"/>
              </a:ext>
            </a:extLst>
          </p:cNvPr>
          <p:cNvCxnSpPr>
            <a:cxnSpLocks/>
            <a:stCxn id="77" idx="2"/>
            <a:endCxn id="33" idx="0"/>
          </p:cNvCxnSpPr>
          <p:nvPr/>
        </p:nvCxnSpPr>
        <p:spPr>
          <a:xfrm flipH="1">
            <a:off x="5664895" y="4669032"/>
            <a:ext cx="113819" cy="8914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39" name="Group 38">
            <a:extLst>
              <a:ext uri="{FF2B5EF4-FFF2-40B4-BE49-F238E27FC236}">
                <a16:creationId xmlns:a16="http://schemas.microsoft.com/office/drawing/2014/main" id="{EEA495A3-BAF9-82A9-39D6-69B99DBF6FCF}"/>
              </a:ext>
            </a:extLst>
          </p:cNvPr>
          <p:cNvGrpSpPr/>
          <p:nvPr/>
        </p:nvGrpSpPr>
        <p:grpSpPr>
          <a:xfrm>
            <a:off x="6141789" y="5298550"/>
            <a:ext cx="319028" cy="1012640"/>
            <a:chOff x="3323698" y="4984126"/>
            <a:chExt cx="650920" cy="1399208"/>
          </a:xfrm>
        </p:grpSpPr>
        <p:sp>
          <p:nvSpPr>
            <p:cNvPr id="40" name="Rectangle 39">
              <a:extLst>
                <a:ext uri="{FF2B5EF4-FFF2-40B4-BE49-F238E27FC236}">
                  <a16:creationId xmlns:a16="http://schemas.microsoft.com/office/drawing/2014/main" id="{AE07E17C-7F56-3820-AD25-EC1FC672702F}"/>
                </a:ext>
              </a:extLst>
            </p:cNvPr>
            <p:cNvSpPr/>
            <p:nvPr/>
          </p:nvSpPr>
          <p:spPr>
            <a:xfrm>
              <a:off x="3334900" y="5464041"/>
              <a:ext cx="614255" cy="443432"/>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3" name="Rectangle 42">
              <a:extLst>
                <a:ext uri="{FF2B5EF4-FFF2-40B4-BE49-F238E27FC236}">
                  <a16:creationId xmlns:a16="http://schemas.microsoft.com/office/drawing/2014/main" id="{870807C9-0640-8C12-EA98-89D9BC9EBDB3}"/>
                </a:ext>
              </a:extLst>
            </p:cNvPr>
            <p:cNvSpPr/>
            <p:nvPr/>
          </p:nvSpPr>
          <p:spPr>
            <a:xfrm>
              <a:off x="3360363" y="5907473"/>
              <a:ext cx="614255"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4" name="Rectangle 43">
              <a:extLst>
                <a:ext uri="{FF2B5EF4-FFF2-40B4-BE49-F238E27FC236}">
                  <a16:creationId xmlns:a16="http://schemas.microsoft.com/office/drawing/2014/main" id="{6B09AE15-8800-E22F-E1B9-CCA0DABA1299}"/>
                </a:ext>
              </a:extLst>
            </p:cNvPr>
            <p:cNvSpPr/>
            <p:nvPr/>
          </p:nvSpPr>
          <p:spPr>
            <a:xfrm>
              <a:off x="3323698" y="4984126"/>
              <a:ext cx="636658"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cxnSp>
        <p:nvCxnSpPr>
          <p:cNvPr id="45" name="Straight Arrow Connector 44">
            <a:extLst>
              <a:ext uri="{FF2B5EF4-FFF2-40B4-BE49-F238E27FC236}">
                <a16:creationId xmlns:a16="http://schemas.microsoft.com/office/drawing/2014/main" id="{7E1201DC-70A1-3C2E-F2EF-361AF28A01FD}"/>
              </a:ext>
            </a:extLst>
          </p:cNvPr>
          <p:cNvCxnSpPr>
            <a:cxnSpLocks/>
            <a:stCxn id="77" idx="2"/>
            <a:endCxn id="44" idx="0"/>
          </p:cNvCxnSpPr>
          <p:nvPr/>
        </p:nvCxnSpPr>
        <p:spPr>
          <a:xfrm>
            <a:off x="5778714" y="4669032"/>
            <a:ext cx="519094" cy="6295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66" name="Group 65">
            <a:extLst>
              <a:ext uri="{FF2B5EF4-FFF2-40B4-BE49-F238E27FC236}">
                <a16:creationId xmlns:a16="http://schemas.microsoft.com/office/drawing/2014/main" id="{4806D130-811A-BA7A-051B-3A3902382344}"/>
              </a:ext>
            </a:extLst>
          </p:cNvPr>
          <p:cNvGrpSpPr/>
          <p:nvPr/>
        </p:nvGrpSpPr>
        <p:grpSpPr>
          <a:xfrm>
            <a:off x="6988191" y="5277077"/>
            <a:ext cx="335500" cy="995826"/>
            <a:chOff x="4493172" y="4481783"/>
            <a:chExt cx="684528" cy="1375974"/>
          </a:xfrm>
          <a:solidFill>
            <a:srgbClr val="00B050"/>
          </a:solidFill>
        </p:grpSpPr>
        <p:sp>
          <p:nvSpPr>
            <p:cNvPr id="68" name="Rectangle 67">
              <a:extLst>
                <a:ext uri="{FF2B5EF4-FFF2-40B4-BE49-F238E27FC236}">
                  <a16:creationId xmlns:a16="http://schemas.microsoft.com/office/drawing/2014/main" id="{454999E3-D21F-2C28-6E26-74E9E926DD59}"/>
                </a:ext>
              </a:extLst>
            </p:cNvPr>
            <p:cNvSpPr/>
            <p:nvPr/>
          </p:nvSpPr>
          <p:spPr>
            <a:xfrm>
              <a:off x="4515577" y="4934010"/>
              <a:ext cx="653699" cy="443433"/>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9" name="Rectangle 68">
              <a:extLst>
                <a:ext uri="{FF2B5EF4-FFF2-40B4-BE49-F238E27FC236}">
                  <a16:creationId xmlns:a16="http://schemas.microsoft.com/office/drawing/2014/main" id="{7BBA77BE-08AC-B60D-7317-1B238CF5E198}"/>
                </a:ext>
              </a:extLst>
            </p:cNvPr>
            <p:cNvSpPr/>
            <p:nvPr/>
          </p:nvSpPr>
          <p:spPr>
            <a:xfrm>
              <a:off x="4493172" y="4481783"/>
              <a:ext cx="662123" cy="475861"/>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0" name="Rectangle 69">
              <a:extLst>
                <a:ext uri="{FF2B5EF4-FFF2-40B4-BE49-F238E27FC236}">
                  <a16:creationId xmlns:a16="http://schemas.microsoft.com/office/drawing/2014/main" id="{8B0BDF70-16BE-BCFD-0A62-DCF9AE8AFA29}"/>
                </a:ext>
              </a:extLst>
            </p:cNvPr>
            <p:cNvSpPr/>
            <p:nvPr/>
          </p:nvSpPr>
          <p:spPr>
            <a:xfrm>
              <a:off x="4515577" y="5381896"/>
              <a:ext cx="662123" cy="475861"/>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cxnSp>
        <p:nvCxnSpPr>
          <p:cNvPr id="72" name="Straight Arrow Connector 71">
            <a:extLst>
              <a:ext uri="{FF2B5EF4-FFF2-40B4-BE49-F238E27FC236}">
                <a16:creationId xmlns:a16="http://schemas.microsoft.com/office/drawing/2014/main" id="{39764018-1D2D-94E8-51EF-075EDFC3A044}"/>
              </a:ext>
            </a:extLst>
          </p:cNvPr>
          <p:cNvCxnSpPr>
            <a:cxnSpLocks/>
            <a:endCxn id="69" idx="0"/>
          </p:cNvCxnSpPr>
          <p:nvPr/>
        </p:nvCxnSpPr>
        <p:spPr>
          <a:xfrm flipH="1">
            <a:off x="7150451" y="4673576"/>
            <a:ext cx="274283" cy="6035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03" name="Group 102">
            <a:extLst>
              <a:ext uri="{FF2B5EF4-FFF2-40B4-BE49-F238E27FC236}">
                <a16:creationId xmlns:a16="http://schemas.microsoft.com/office/drawing/2014/main" id="{02E88459-6201-932F-0D0D-B13EE2575A54}"/>
              </a:ext>
            </a:extLst>
          </p:cNvPr>
          <p:cNvGrpSpPr/>
          <p:nvPr/>
        </p:nvGrpSpPr>
        <p:grpSpPr>
          <a:xfrm>
            <a:off x="8237952" y="5265545"/>
            <a:ext cx="335902" cy="1007928"/>
            <a:chOff x="4511235" y="4934010"/>
            <a:chExt cx="685348" cy="1392695"/>
          </a:xfrm>
        </p:grpSpPr>
        <p:sp>
          <p:nvSpPr>
            <p:cNvPr id="107" name="Rectangle 106">
              <a:extLst>
                <a:ext uri="{FF2B5EF4-FFF2-40B4-BE49-F238E27FC236}">
                  <a16:creationId xmlns:a16="http://schemas.microsoft.com/office/drawing/2014/main" id="{530C4C15-AAE4-0FF0-93B4-70A0A650F655}"/>
                </a:ext>
              </a:extLst>
            </p:cNvPr>
            <p:cNvSpPr/>
            <p:nvPr/>
          </p:nvSpPr>
          <p:spPr>
            <a:xfrm>
              <a:off x="4515577" y="4934010"/>
              <a:ext cx="653699" cy="443433"/>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7" name="Rectangle 116">
              <a:extLst>
                <a:ext uri="{FF2B5EF4-FFF2-40B4-BE49-F238E27FC236}">
                  <a16:creationId xmlns:a16="http://schemas.microsoft.com/office/drawing/2014/main" id="{C2E3C7E6-88FB-54DC-9EC9-77179BA6796D}"/>
                </a:ext>
              </a:extLst>
            </p:cNvPr>
            <p:cNvSpPr/>
            <p:nvPr/>
          </p:nvSpPr>
          <p:spPr>
            <a:xfrm>
              <a:off x="4511235" y="5850845"/>
              <a:ext cx="685348" cy="475860"/>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8" name="Rectangle 117">
              <a:extLst>
                <a:ext uri="{FF2B5EF4-FFF2-40B4-BE49-F238E27FC236}">
                  <a16:creationId xmlns:a16="http://schemas.microsoft.com/office/drawing/2014/main" id="{96198D42-409C-C290-E5FF-6F6401D19950}"/>
                </a:ext>
              </a:extLst>
            </p:cNvPr>
            <p:cNvSpPr/>
            <p:nvPr/>
          </p:nvSpPr>
          <p:spPr>
            <a:xfrm>
              <a:off x="4515577" y="5381896"/>
              <a:ext cx="662123"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grpSp>
        <p:nvGrpSpPr>
          <p:cNvPr id="121" name="Group 120">
            <a:extLst>
              <a:ext uri="{FF2B5EF4-FFF2-40B4-BE49-F238E27FC236}">
                <a16:creationId xmlns:a16="http://schemas.microsoft.com/office/drawing/2014/main" id="{6D1CDB2D-C559-0D64-1C89-E6C0D0A8B78A}"/>
              </a:ext>
            </a:extLst>
          </p:cNvPr>
          <p:cNvGrpSpPr/>
          <p:nvPr/>
        </p:nvGrpSpPr>
        <p:grpSpPr>
          <a:xfrm>
            <a:off x="8737238" y="5560450"/>
            <a:ext cx="632429" cy="685024"/>
            <a:chOff x="4511235" y="5380180"/>
            <a:chExt cx="1290358" cy="946525"/>
          </a:xfrm>
        </p:grpSpPr>
        <p:sp>
          <p:nvSpPr>
            <p:cNvPr id="123" name="Rectangle 122">
              <a:extLst>
                <a:ext uri="{FF2B5EF4-FFF2-40B4-BE49-F238E27FC236}">
                  <a16:creationId xmlns:a16="http://schemas.microsoft.com/office/drawing/2014/main" id="{F6960352-4FC4-135B-B694-AC09B5FB8A36}"/>
                </a:ext>
              </a:extLst>
            </p:cNvPr>
            <p:cNvSpPr/>
            <p:nvPr/>
          </p:nvSpPr>
          <p:spPr>
            <a:xfrm>
              <a:off x="5139470" y="5879376"/>
              <a:ext cx="653698" cy="443432"/>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24" name="Rectangle 123">
              <a:extLst>
                <a:ext uri="{FF2B5EF4-FFF2-40B4-BE49-F238E27FC236}">
                  <a16:creationId xmlns:a16="http://schemas.microsoft.com/office/drawing/2014/main" id="{133BA00D-0495-D564-1796-07D462D0888C}"/>
                </a:ext>
              </a:extLst>
            </p:cNvPr>
            <p:cNvSpPr/>
            <p:nvPr/>
          </p:nvSpPr>
          <p:spPr>
            <a:xfrm>
              <a:off x="4511235" y="5850845"/>
              <a:ext cx="685348" cy="475860"/>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6" name="Rectangle 125">
              <a:extLst>
                <a:ext uri="{FF2B5EF4-FFF2-40B4-BE49-F238E27FC236}">
                  <a16:creationId xmlns:a16="http://schemas.microsoft.com/office/drawing/2014/main" id="{E2FD045C-999C-9658-4F42-4C76DF907E30}"/>
                </a:ext>
              </a:extLst>
            </p:cNvPr>
            <p:cNvSpPr/>
            <p:nvPr/>
          </p:nvSpPr>
          <p:spPr>
            <a:xfrm>
              <a:off x="5139470" y="5380180"/>
              <a:ext cx="662123" cy="475862"/>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cxnSp>
        <p:nvCxnSpPr>
          <p:cNvPr id="127" name="Straight Arrow Connector 126">
            <a:extLst>
              <a:ext uri="{FF2B5EF4-FFF2-40B4-BE49-F238E27FC236}">
                <a16:creationId xmlns:a16="http://schemas.microsoft.com/office/drawing/2014/main" id="{8EA0D217-321B-0322-C54D-0526962EBE4F}"/>
              </a:ext>
            </a:extLst>
          </p:cNvPr>
          <p:cNvCxnSpPr>
            <a:cxnSpLocks/>
            <a:endCxn id="107" idx="0"/>
          </p:cNvCxnSpPr>
          <p:nvPr/>
        </p:nvCxnSpPr>
        <p:spPr>
          <a:xfrm flipH="1">
            <a:off x="8400275" y="4659044"/>
            <a:ext cx="451045" cy="6065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2" name="Straight Arrow Connector 131">
            <a:extLst>
              <a:ext uri="{FF2B5EF4-FFF2-40B4-BE49-F238E27FC236}">
                <a16:creationId xmlns:a16="http://schemas.microsoft.com/office/drawing/2014/main" id="{DFC22CA9-E48F-3108-9967-6B88E45B669B}"/>
              </a:ext>
            </a:extLst>
          </p:cNvPr>
          <p:cNvCxnSpPr>
            <a:cxnSpLocks/>
            <a:endCxn id="126" idx="0"/>
          </p:cNvCxnSpPr>
          <p:nvPr/>
        </p:nvCxnSpPr>
        <p:spPr>
          <a:xfrm>
            <a:off x="8838253" y="4665968"/>
            <a:ext cx="369155" cy="8944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35" name="Group 134">
            <a:extLst>
              <a:ext uri="{FF2B5EF4-FFF2-40B4-BE49-F238E27FC236}">
                <a16:creationId xmlns:a16="http://schemas.microsoft.com/office/drawing/2014/main" id="{AF6BCBCC-247E-CC58-C1BC-90AF09EE46DB}"/>
              </a:ext>
            </a:extLst>
          </p:cNvPr>
          <p:cNvGrpSpPr/>
          <p:nvPr/>
        </p:nvGrpSpPr>
        <p:grpSpPr>
          <a:xfrm>
            <a:off x="9739365" y="5204130"/>
            <a:ext cx="338371" cy="1030987"/>
            <a:chOff x="4506194" y="4894037"/>
            <a:chExt cx="690386" cy="1424557"/>
          </a:xfrm>
        </p:grpSpPr>
        <p:sp>
          <p:nvSpPr>
            <p:cNvPr id="136" name="Rectangle 135">
              <a:extLst>
                <a:ext uri="{FF2B5EF4-FFF2-40B4-BE49-F238E27FC236}">
                  <a16:creationId xmlns:a16="http://schemas.microsoft.com/office/drawing/2014/main" id="{27033D5E-3E5F-4385-9C68-88107F7B23E0}"/>
                </a:ext>
              </a:extLst>
            </p:cNvPr>
            <p:cNvSpPr/>
            <p:nvPr/>
          </p:nvSpPr>
          <p:spPr>
            <a:xfrm>
              <a:off x="4506194" y="5875161"/>
              <a:ext cx="653699" cy="443433"/>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37" name="Rectangle 136">
              <a:extLst>
                <a:ext uri="{FF2B5EF4-FFF2-40B4-BE49-F238E27FC236}">
                  <a16:creationId xmlns:a16="http://schemas.microsoft.com/office/drawing/2014/main" id="{63AD4244-70C0-95B8-0533-A65FDEB855DF}"/>
                </a:ext>
              </a:extLst>
            </p:cNvPr>
            <p:cNvSpPr/>
            <p:nvPr/>
          </p:nvSpPr>
          <p:spPr>
            <a:xfrm>
              <a:off x="4511232" y="4894037"/>
              <a:ext cx="685348"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38" name="Rectangle 137">
              <a:extLst>
                <a:ext uri="{FF2B5EF4-FFF2-40B4-BE49-F238E27FC236}">
                  <a16:creationId xmlns:a16="http://schemas.microsoft.com/office/drawing/2014/main" id="{69A4FC7E-3FD9-FC82-96A6-6CA6E2B1A7A1}"/>
                </a:ext>
              </a:extLst>
            </p:cNvPr>
            <p:cNvSpPr/>
            <p:nvPr/>
          </p:nvSpPr>
          <p:spPr>
            <a:xfrm>
              <a:off x="4515577" y="5381896"/>
              <a:ext cx="662123"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grpSp>
        <p:nvGrpSpPr>
          <p:cNvPr id="139" name="Group 138">
            <a:extLst>
              <a:ext uri="{FF2B5EF4-FFF2-40B4-BE49-F238E27FC236}">
                <a16:creationId xmlns:a16="http://schemas.microsoft.com/office/drawing/2014/main" id="{06457DD2-1D0A-988E-4413-7115F13D4E83}"/>
              </a:ext>
            </a:extLst>
          </p:cNvPr>
          <p:cNvGrpSpPr/>
          <p:nvPr/>
        </p:nvGrpSpPr>
        <p:grpSpPr>
          <a:xfrm>
            <a:off x="10433244" y="5560450"/>
            <a:ext cx="636604" cy="685024"/>
            <a:chOff x="4494292" y="5380180"/>
            <a:chExt cx="1298876" cy="946525"/>
          </a:xfrm>
        </p:grpSpPr>
        <p:sp>
          <p:nvSpPr>
            <p:cNvPr id="140" name="Rectangle 139">
              <a:extLst>
                <a:ext uri="{FF2B5EF4-FFF2-40B4-BE49-F238E27FC236}">
                  <a16:creationId xmlns:a16="http://schemas.microsoft.com/office/drawing/2014/main" id="{66C2CD7F-B975-1AAE-FE4E-BD03DBCE4F73}"/>
                </a:ext>
              </a:extLst>
            </p:cNvPr>
            <p:cNvSpPr/>
            <p:nvPr/>
          </p:nvSpPr>
          <p:spPr>
            <a:xfrm>
              <a:off x="5139470" y="5879376"/>
              <a:ext cx="653698" cy="443432"/>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41" name="Rectangle 140">
              <a:extLst>
                <a:ext uri="{FF2B5EF4-FFF2-40B4-BE49-F238E27FC236}">
                  <a16:creationId xmlns:a16="http://schemas.microsoft.com/office/drawing/2014/main" id="{50C02D06-0663-FE97-5C8B-0BC85855C923}"/>
                </a:ext>
              </a:extLst>
            </p:cNvPr>
            <p:cNvSpPr/>
            <p:nvPr/>
          </p:nvSpPr>
          <p:spPr>
            <a:xfrm>
              <a:off x="4511235" y="5850845"/>
              <a:ext cx="685348" cy="475860"/>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42" name="Rectangle 141">
              <a:extLst>
                <a:ext uri="{FF2B5EF4-FFF2-40B4-BE49-F238E27FC236}">
                  <a16:creationId xmlns:a16="http://schemas.microsoft.com/office/drawing/2014/main" id="{83F655CE-0602-2500-05DC-F47E6A327E6E}"/>
                </a:ext>
              </a:extLst>
            </p:cNvPr>
            <p:cNvSpPr/>
            <p:nvPr/>
          </p:nvSpPr>
          <p:spPr>
            <a:xfrm>
              <a:off x="4494292" y="5380180"/>
              <a:ext cx="662123" cy="475862"/>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cxnSp>
        <p:nvCxnSpPr>
          <p:cNvPr id="143" name="Straight Arrow Connector 142">
            <a:extLst>
              <a:ext uri="{FF2B5EF4-FFF2-40B4-BE49-F238E27FC236}">
                <a16:creationId xmlns:a16="http://schemas.microsoft.com/office/drawing/2014/main" id="{603DCC34-FF5A-103F-DCC0-FEA336953409}"/>
              </a:ext>
            </a:extLst>
          </p:cNvPr>
          <p:cNvCxnSpPr>
            <a:cxnSpLocks/>
          </p:cNvCxnSpPr>
          <p:nvPr/>
        </p:nvCxnSpPr>
        <p:spPr>
          <a:xfrm flipH="1">
            <a:off x="9810737" y="4635752"/>
            <a:ext cx="451045" cy="6065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4" name="Straight Arrow Connector 143">
            <a:extLst>
              <a:ext uri="{FF2B5EF4-FFF2-40B4-BE49-F238E27FC236}">
                <a16:creationId xmlns:a16="http://schemas.microsoft.com/office/drawing/2014/main" id="{0D163C93-47CF-9925-4792-3A52C6309F70}"/>
              </a:ext>
            </a:extLst>
          </p:cNvPr>
          <p:cNvCxnSpPr>
            <a:cxnSpLocks/>
          </p:cNvCxnSpPr>
          <p:nvPr/>
        </p:nvCxnSpPr>
        <p:spPr>
          <a:xfrm>
            <a:off x="10261782" y="4656489"/>
            <a:ext cx="470170" cy="8868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9" name="TextBox 158">
            <a:extLst>
              <a:ext uri="{FF2B5EF4-FFF2-40B4-BE49-F238E27FC236}">
                <a16:creationId xmlns:a16="http://schemas.microsoft.com/office/drawing/2014/main" id="{9A14FB7D-41C7-EC7E-9BA8-CA2FF0B44142}"/>
              </a:ext>
            </a:extLst>
          </p:cNvPr>
          <p:cNvSpPr txBox="1"/>
          <p:nvPr/>
        </p:nvSpPr>
        <p:spPr>
          <a:xfrm>
            <a:off x="209154" y="259701"/>
            <a:ext cx="1476633" cy="3416320"/>
          </a:xfrm>
          <a:prstGeom prst="rect">
            <a:avLst/>
          </a:prstGeom>
          <a:noFill/>
        </p:spPr>
        <p:txBody>
          <a:bodyPr wrap="square" rtlCol="0">
            <a:spAutoFit/>
          </a:bodyPr>
          <a:lstStyle/>
          <a:p>
            <a:r>
              <a:rPr lang="en-US" dirty="0"/>
              <a:t>operations : </a:t>
            </a:r>
          </a:p>
          <a:p>
            <a:r>
              <a:rPr lang="en-US" dirty="0"/>
              <a:t>m(1,2)</a:t>
            </a:r>
          </a:p>
          <a:p>
            <a:r>
              <a:rPr lang="en-US" dirty="0"/>
              <a:t>m(1,3)</a:t>
            </a:r>
          </a:p>
          <a:p>
            <a:r>
              <a:rPr lang="en-US" dirty="0"/>
              <a:t>m(1,t)</a:t>
            </a:r>
          </a:p>
          <a:p>
            <a:r>
              <a:rPr lang="en-US" dirty="0"/>
              <a:t>m(2,1)</a:t>
            </a:r>
          </a:p>
          <a:p>
            <a:r>
              <a:rPr lang="en-US" dirty="0"/>
              <a:t>m(2,3)</a:t>
            </a:r>
          </a:p>
          <a:p>
            <a:r>
              <a:rPr lang="en-US" dirty="0"/>
              <a:t>m(2,t)</a:t>
            </a:r>
          </a:p>
          <a:p>
            <a:r>
              <a:rPr lang="en-US" dirty="0"/>
              <a:t>m(3,1)</a:t>
            </a:r>
          </a:p>
          <a:p>
            <a:r>
              <a:rPr lang="en-US" dirty="0"/>
              <a:t>m(3,2)</a:t>
            </a:r>
          </a:p>
          <a:p>
            <a:r>
              <a:rPr lang="en-US" dirty="0"/>
              <a:t>m(3,t)</a:t>
            </a:r>
          </a:p>
          <a:p>
            <a:endParaRPr lang="en-US" dirty="0"/>
          </a:p>
          <a:p>
            <a:endParaRPr lang="en-US" dirty="0"/>
          </a:p>
        </p:txBody>
      </p:sp>
      <p:sp>
        <p:nvSpPr>
          <p:cNvPr id="160" name="TextBox 159">
            <a:extLst>
              <a:ext uri="{FF2B5EF4-FFF2-40B4-BE49-F238E27FC236}">
                <a16:creationId xmlns:a16="http://schemas.microsoft.com/office/drawing/2014/main" id="{F64A1E9A-5259-2038-4754-A6C415E0923B}"/>
              </a:ext>
            </a:extLst>
          </p:cNvPr>
          <p:cNvSpPr txBox="1"/>
          <p:nvPr/>
        </p:nvSpPr>
        <p:spPr>
          <a:xfrm>
            <a:off x="2251023" y="1453459"/>
            <a:ext cx="851423" cy="369332"/>
          </a:xfrm>
          <a:prstGeom prst="rect">
            <a:avLst/>
          </a:prstGeom>
          <a:noFill/>
        </p:spPr>
        <p:txBody>
          <a:bodyPr wrap="square">
            <a:spAutoFit/>
          </a:bodyPr>
          <a:lstStyle/>
          <a:p>
            <a:r>
              <a:rPr lang="en-US" dirty="0"/>
              <a:t>m(1,3)</a:t>
            </a:r>
          </a:p>
        </p:txBody>
      </p:sp>
      <p:sp>
        <p:nvSpPr>
          <p:cNvPr id="161" name="TextBox 160">
            <a:extLst>
              <a:ext uri="{FF2B5EF4-FFF2-40B4-BE49-F238E27FC236}">
                <a16:creationId xmlns:a16="http://schemas.microsoft.com/office/drawing/2014/main" id="{82F21065-8695-BC9F-32E8-7D85EE54BC2F}"/>
              </a:ext>
            </a:extLst>
          </p:cNvPr>
          <p:cNvSpPr txBox="1"/>
          <p:nvPr/>
        </p:nvSpPr>
        <p:spPr>
          <a:xfrm>
            <a:off x="7166647" y="3156116"/>
            <a:ext cx="851423" cy="369332"/>
          </a:xfrm>
          <a:prstGeom prst="rect">
            <a:avLst/>
          </a:prstGeom>
          <a:noFill/>
        </p:spPr>
        <p:txBody>
          <a:bodyPr wrap="square">
            <a:spAutoFit/>
          </a:bodyPr>
          <a:lstStyle/>
          <a:p>
            <a:r>
              <a:rPr lang="en-US" dirty="0"/>
              <a:t>m(2,3)</a:t>
            </a:r>
          </a:p>
        </p:txBody>
      </p:sp>
      <p:sp>
        <p:nvSpPr>
          <p:cNvPr id="162" name="TextBox 161">
            <a:extLst>
              <a:ext uri="{FF2B5EF4-FFF2-40B4-BE49-F238E27FC236}">
                <a16:creationId xmlns:a16="http://schemas.microsoft.com/office/drawing/2014/main" id="{D7A47D62-A5FC-03D6-0C5F-CFC10E9DBB3D}"/>
              </a:ext>
            </a:extLst>
          </p:cNvPr>
          <p:cNvSpPr txBox="1"/>
          <p:nvPr/>
        </p:nvSpPr>
        <p:spPr>
          <a:xfrm>
            <a:off x="8247471" y="3187519"/>
            <a:ext cx="851423" cy="369332"/>
          </a:xfrm>
          <a:prstGeom prst="rect">
            <a:avLst/>
          </a:prstGeom>
          <a:noFill/>
        </p:spPr>
        <p:txBody>
          <a:bodyPr wrap="square">
            <a:spAutoFit/>
          </a:bodyPr>
          <a:lstStyle/>
          <a:p>
            <a:r>
              <a:rPr lang="en-US" dirty="0"/>
              <a:t>m(3,1)</a:t>
            </a:r>
          </a:p>
        </p:txBody>
      </p:sp>
      <p:sp>
        <p:nvSpPr>
          <p:cNvPr id="163" name="TextBox 162">
            <a:extLst>
              <a:ext uri="{FF2B5EF4-FFF2-40B4-BE49-F238E27FC236}">
                <a16:creationId xmlns:a16="http://schemas.microsoft.com/office/drawing/2014/main" id="{9A82902A-F783-1629-B28C-14FB9F6AF37F}"/>
              </a:ext>
            </a:extLst>
          </p:cNvPr>
          <p:cNvSpPr txBox="1"/>
          <p:nvPr/>
        </p:nvSpPr>
        <p:spPr>
          <a:xfrm>
            <a:off x="10419078" y="3241237"/>
            <a:ext cx="851423" cy="369332"/>
          </a:xfrm>
          <a:prstGeom prst="rect">
            <a:avLst/>
          </a:prstGeom>
          <a:noFill/>
        </p:spPr>
        <p:txBody>
          <a:bodyPr wrap="square">
            <a:spAutoFit/>
          </a:bodyPr>
          <a:lstStyle/>
          <a:p>
            <a:r>
              <a:rPr lang="en-US" dirty="0"/>
              <a:t>m(3,2)</a:t>
            </a:r>
          </a:p>
        </p:txBody>
      </p:sp>
      <p:sp>
        <p:nvSpPr>
          <p:cNvPr id="164" name="TextBox 163">
            <a:extLst>
              <a:ext uri="{FF2B5EF4-FFF2-40B4-BE49-F238E27FC236}">
                <a16:creationId xmlns:a16="http://schemas.microsoft.com/office/drawing/2014/main" id="{F98A6D92-6BFD-EED1-36BD-2102545C6B35}"/>
              </a:ext>
            </a:extLst>
          </p:cNvPr>
          <p:cNvSpPr txBox="1"/>
          <p:nvPr/>
        </p:nvSpPr>
        <p:spPr>
          <a:xfrm>
            <a:off x="5370211" y="1356835"/>
            <a:ext cx="927597" cy="369332"/>
          </a:xfrm>
          <a:prstGeom prst="rect">
            <a:avLst/>
          </a:prstGeom>
          <a:noFill/>
        </p:spPr>
        <p:txBody>
          <a:bodyPr wrap="square">
            <a:spAutoFit/>
          </a:bodyPr>
          <a:lstStyle/>
          <a:p>
            <a:r>
              <a:rPr lang="en-US" dirty="0"/>
              <a:t>m(1,t)</a:t>
            </a:r>
          </a:p>
        </p:txBody>
      </p:sp>
      <p:sp>
        <p:nvSpPr>
          <p:cNvPr id="165" name="TextBox 164">
            <a:extLst>
              <a:ext uri="{FF2B5EF4-FFF2-40B4-BE49-F238E27FC236}">
                <a16:creationId xmlns:a16="http://schemas.microsoft.com/office/drawing/2014/main" id="{63779BB9-8C69-AB8B-F297-BFDF206A6BD9}"/>
              </a:ext>
            </a:extLst>
          </p:cNvPr>
          <p:cNvSpPr txBox="1"/>
          <p:nvPr/>
        </p:nvSpPr>
        <p:spPr>
          <a:xfrm>
            <a:off x="8618412" y="1363526"/>
            <a:ext cx="851423" cy="369332"/>
          </a:xfrm>
          <a:prstGeom prst="rect">
            <a:avLst/>
          </a:prstGeom>
          <a:noFill/>
        </p:spPr>
        <p:txBody>
          <a:bodyPr wrap="square">
            <a:spAutoFit/>
          </a:bodyPr>
          <a:lstStyle/>
          <a:p>
            <a:r>
              <a:rPr lang="en-US" dirty="0"/>
              <a:t>m(3,1)</a:t>
            </a:r>
          </a:p>
        </p:txBody>
      </p:sp>
      <p:sp>
        <p:nvSpPr>
          <p:cNvPr id="166" name="TextBox 165">
            <a:extLst>
              <a:ext uri="{FF2B5EF4-FFF2-40B4-BE49-F238E27FC236}">
                <a16:creationId xmlns:a16="http://schemas.microsoft.com/office/drawing/2014/main" id="{27DAF3B2-75B7-CFF8-08E8-6818BCE3B6E4}"/>
              </a:ext>
            </a:extLst>
          </p:cNvPr>
          <p:cNvSpPr txBox="1"/>
          <p:nvPr/>
        </p:nvSpPr>
        <p:spPr>
          <a:xfrm>
            <a:off x="1141539" y="3712703"/>
            <a:ext cx="851423" cy="369332"/>
          </a:xfrm>
          <a:prstGeom prst="rect">
            <a:avLst/>
          </a:prstGeom>
          <a:noFill/>
        </p:spPr>
        <p:txBody>
          <a:bodyPr wrap="square">
            <a:spAutoFit/>
          </a:bodyPr>
          <a:lstStyle/>
          <a:p>
            <a:r>
              <a:rPr lang="en-US" dirty="0"/>
              <a:t>m(1,t)</a:t>
            </a:r>
          </a:p>
        </p:txBody>
      </p:sp>
      <p:sp>
        <p:nvSpPr>
          <p:cNvPr id="167" name="TextBox 166">
            <a:extLst>
              <a:ext uri="{FF2B5EF4-FFF2-40B4-BE49-F238E27FC236}">
                <a16:creationId xmlns:a16="http://schemas.microsoft.com/office/drawing/2014/main" id="{14570F7D-D19A-4E27-0F55-E6D4A82FC302}"/>
              </a:ext>
            </a:extLst>
          </p:cNvPr>
          <p:cNvSpPr txBox="1"/>
          <p:nvPr/>
        </p:nvSpPr>
        <p:spPr>
          <a:xfrm>
            <a:off x="3579487" y="2966314"/>
            <a:ext cx="851423" cy="369332"/>
          </a:xfrm>
          <a:prstGeom prst="rect">
            <a:avLst/>
          </a:prstGeom>
          <a:noFill/>
        </p:spPr>
        <p:txBody>
          <a:bodyPr wrap="square">
            <a:spAutoFit/>
          </a:bodyPr>
          <a:lstStyle/>
          <a:p>
            <a:r>
              <a:rPr lang="en-US" dirty="0"/>
              <a:t>m(2,1)</a:t>
            </a:r>
          </a:p>
        </p:txBody>
      </p:sp>
      <p:sp>
        <p:nvSpPr>
          <p:cNvPr id="168" name="TextBox 167">
            <a:extLst>
              <a:ext uri="{FF2B5EF4-FFF2-40B4-BE49-F238E27FC236}">
                <a16:creationId xmlns:a16="http://schemas.microsoft.com/office/drawing/2014/main" id="{8C5F60E5-94A0-87FB-E681-6DD30775D901}"/>
              </a:ext>
            </a:extLst>
          </p:cNvPr>
          <p:cNvSpPr txBox="1"/>
          <p:nvPr/>
        </p:nvSpPr>
        <p:spPr>
          <a:xfrm>
            <a:off x="4635424" y="3192619"/>
            <a:ext cx="851423" cy="369332"/>
          </a:xfrm>
          <a:prstGeom prst="rect">
            <a:avLst/>
          </a:prstGeom>
          <a:noFill/>
        </p:spPr>
        <p:txBody>
          <a:bodyPr wrap="square">
            <a:spAutoFit/>
          </a:bodyPr>
          <a:lstStyle/>
          <a:p>
            <a:r>
              <a:rPr lang="en-US" dirty="0"/>
              <a:t>m(1,3)</a:t>
            </a:r>
          </a:p>
        </p:txBody>
      </p:sp>
      <p:sp>
        <p:nvSpPr>
          <p:cNvPr id="169" name="TextBox 168">
            <a:extLst>
              <a:ext uri="{FF2B5EF4-FFF2-40B4-BE49-F238E27FC236}">
                <a16:creationId xmlns:a16="http://schemas.microsoft.com/office/drawing/2014/main" id="{D15CB04D-F1FB-A8C9-B495-E387ED39E6E1}"/>
              </a:ext>
            </a:extLst>
          </p:cNvPr>
          <p:cNvSpPr txBox="1"/>
          <p:nvPr/>
        </p:nvSpPr>
        <p:spPr>
          <a:xfrm>
            <a:off x="6043521" y="3156116"/>
            <a:ext cx="851423" cy="369332"/>
          </a:xfrm>
          <a:prstGeom prst="rect">
            <a:avLst/>
          </a:prstGeom>
          <a:noFill/>
        </p:spPr>
        <p:txBody>
          <a:bodyPr wrap="square">
            <a:spAutoFit/>
          </a:bodyPr>
          <a:lstStyle/>
          <a:p>
            <a:r>
              <a:rPr lang="en-US" dirty="0"/>
              <a:t>m(2,1)</a:t>
            </a:r>
          </a:p>
        </p:txBody>
      </p:sp>
      <p:sp>
        <p:nvSpPr>
          <p:cNvPr id="179" name="TextBox 178">
            <a:extLst>
              <a:ext uri="{FF2B5EF4-FFF2-40B4-BE49-F238E27FC236}">
                <a16:creationId xmlns:a16="http://schemas.microsoft.com/office/drawing/2014/main" id="{29E5CDB4-761A-3709-11DA-A657B76C3D81}"/>
              </a:ext>
            </a:extLst>
          </p:cNvPr>
          <p:cNvSpPr txBox="1"/>
          <p:nvPr/>
        </p:nvSpPr>
        <p:spPr>
          <a:xfrm>
            <a:off x="53777" y="5043989"/>
            <a:ext cx="851423" cy="369332"/>
          </a:xfrm>
          <a:prstGeom prst="rect">
            <a:avLst/>
          </a:prstGeom>
          <a:noFill/>
        </p:spPr>
        <p:txBody>
          <a:bodyPr wrap="square">
            <a:spAutoFit/>
          </a:bodyPr>
          <a:lstStyle/>
          <a:p>
            <a:r>
              <a:rPr lang="en-US" dirty="0"/>
              <a:t>m(2,1)</a:t>
            </a:r>
          </a:p>
        </p:txBody>
      </p:sp>
      <p:sp>
        <p:nvSpPr>
          <p:cNvPr id="180" name="TextBox 179">
            <a:extLst>
              <a:ext uri="{FF2B5EF4-FFF2-40B4-BE49-F238E27FC236}">
                <a16:creationId xmlns:a16="http://schemas.microsoft.com/office/drawing/2014/main" id="{AD8B0FC7-CBF0-A83E-F1A2-EB4C7B8A3FE0}"/>
              </a:ext>
            </a:extLst>
          </p:cNvPr>
          <p:cNvSpPr txBox="1"/>
          <p:nvPr/>
        </p:nvSpPr>
        <p:spPr>
          <a:xfrm>
            <a:off x="915143" y="5071982"/>
            <a:ext cx="837457" cy="369332"/>
          </a:xfrm>
          <a:prstGeom prst="rect">
            <a:avLst/>
          </a:prstGeom>
          <a:noFill/>
        </p:spPr>
        <p:txBody>
          <a:bodyPr wrap="square">
            <a:spAutoFit/>
          </a:bodyPr>
          <a:lstStyle/>
          <a:p>
            <a:r>
              <a:rPr lang="en-US" dirty="0"/>
              <a:t>m(2,3)</a:t>
            </a:r>
          </a:p>
        </p:txBody>
      </p:sp>
      <p:sp>
        <p:nvSpPr>
          <p:cNvPr id="181" name="TextBox 180">
            <a:extLst>
              <a:ext uri="{FF2B5EF4-FFF2-40B4-BE49-F238E27FC236}">
                <a16:creationId xmlns:a16="http://schemas.microsoft.com/office/drawing/2014/main" id="{DB84B7B8-D3F8-8A10-8024-3ABF396F4644}"/>
              </a:ext>
            </a:extLst>
          </p:cNvPr>
          <p:cNvSpPr txBox="1"/>
          <p:nvPr/>
        </p:nvSpPr>
        <p:spPr>
          <a:xfrm>
            <a:off x="1811436" y="5109644"/>
            <a:ext cx="851423" cy="369332"/>
          </a:xfrm>
          <a:prstGeom prst="rect">
            <a:avLst/>
          </a:prstGeom>
          <a:noFill/>
        </p:spPr>
        <p:txBody>
          <a:bodyPr wrap="square">
            <a:spAutoFit/>
          </a:bodyPr>
          <a:lstStyle/>
          <a:p>
            <a:r>
              <a:rPr lang="en-US" dirty="0"/>
              <a:t>m(3,1)</a:t>
            </a:r>
          </a:p>
        </p:txBody>
      </p:sp>
      <p:sp>
        <p:nvSpPr>
          <p:cNvPr id="182" name="TextBox 181">
            <a:extLst>
              <a:ext uri="{FF2B5EF4-FFF2-40B4-BE49-F238E27FC236}">
                <a16:creationId xmlns:a16="http://schemas.microsoft.com/office/drawing/2014/main" id="{2A64DE3E-6616-434C-1EF0-6CE5D347CD2E}"/>
              </a:ext>
            </a:extLst>
          </p:cNvPr>
          <p:cNvSpPr txBox="1"/>
          <p:nvPr/>
        </p:nvSpPr>
        <p:spPr>
          <a:xfrm>
            <a:off x="2644852" y="5076061"/>
            <a:ext cx="851423" cy="369332"/>
          </a:xfrm>
          <a:prstGeom prst="rect">
            <a:avLst/>
          </a:prstGeom>
          <a:noFill/>
        </p:spPr>
        <p:txBody>
          <a:bodyPr wrap="square">
            <a:spAutoFit/>
          </a:bodyPr>
          <a:lstStyle/>
          <a:p>
            <a:r>
              <a:rPr lang="en-US" dirty="0"/>
              <a:t>m(3,2)</a:t>
            </a:r>
          </a:p>
        </p:txBody>
      </p:sp>
      <p:sp>
        <p:nvSpPr>
          <p:cNvPr id="183" name="TextBox 182">
            <a:extLst>
              <a:ext uri="{FF2B5EF4-FFF2-40B4-BE49-F238E27FC236}">
                <a16:creationId xmlns:a16="http://schemas.microsoft.com/office/drawing/2014/main" id="{388AD0DA-E536-F15A-9F6E-75F168202FF0}"/>
              </a:ext>
            </a:extLst>
          </p:cNvPr>
          <p:cNvSpPr txBox="1"/>
          <p:nvPr/>
        </p:nvSpPr>
        <p:spPr>
          <a:xfrm>
            <a:off x="4291557" y="4919742"/>
            <a:ext cx="851423" cy="369332"/>
          </a:xfrm>
          <a:prstGeom prst="rect">
            <a:avLst/>
          </a:prstGeom>
          <a:noFill/>
        </p:spPr>
        <p:txBody>
          <a:bodyPr wrap="square">
            <a:spAutoFit/>
          </a:bodyPr>
          <a:lstStyle/>
          <a:p>
            <a:r>
              <a:rPr lang="en-US" dirty="0"/>
              <a:t>m(2,1)</a:t>
            </a:r>
          </a:p>
        </p:txBody>
      </p:sp>
      <p:sp>
        <p:nvSpPr>
          <p:cNvPr id="184" name="TextBox 183">
            <a:extLst>
              <a:ext uri="{FF2B5EF4-FFF2-40B4-BE49-F238E27FC236}">
                <a16:creationId xmlns:a16="http://schemas.microsoft.com/office/drawing/2014/main" id="{B0AF0D13-3C6A-8A32-90D7-530A686E2982}"/>
              </a:ext>
            </a:extLst>
          </p:cNvPr>
          <p:cNvSpPr txBox="1"/>
          <p:nvPr/>
        </p:nvSpPr>
        <p:spPr>
          <a:xfrm>
            <a:off x="5133553" y="4924480"/>
            <a:ext cx="851423" cy="369332"/>
          </a:xfrm>
          <a:prstGeom prst="rect">
            <a:avLst/>
          </a:prstGeom>
          <a:noFill/>
        </p:spPr>
        <p:txBody>
          <a:bodyPr wrap="square">
            <a:spAutoFit/>
          </a:bodyPr>
          <a:lstStyle/>
          <a:p>
            <a:r>
              <a:rPr lang="en-US" dirty="0"/>
              <a:t>m(2,3)</a:t>
            </a:r>
          </a:p>
        </p:txBody>
      </p:sp>
      <p:sp>
        <p:nvSpPr>
          <p:cNvPr id="185" name="TextBox 184">
            <a:extLst>
              <a:ext uri="{FF2B5EF4-FFF2-40B4-BE49-F238E27FC236}">
                <a16:creationId xmlns:a16="http://schemas.microsoft.com/office/drawing/2014/main" id="{76526638-22D6-5BE3-22CF-1BA921F41A27}"/>
              </a:ext>
            </a:extLst>
          </p:cNvPr>
          <p:cNvSpPr txBox="1"/>
          <p:nvPr/>
        </p:nvSpPr>
        <p:spPr>
          <a:xfrm>
            <a:off x="5975549" y="4859323"/>
            <a:ext cx="851423" cy="369332"/>
          </a:xfrm>
          <a:prstGeom prst="rect">
            <a:avLst/>
          </a:prstGeom>
          <a:noFill/>
        </p:spPr>
        <p:txBody>
          <a:bodyPr wrap="square">
            <a:spAutoFit/>
          </a:bodyPr>
          <a:lstStyle/>
          <a:p>
            <a:r>
              <a:rPr lang="en-US" dirty="0"/>
              <a:t>m(3,2)</a:t>
            </a:r>
          </a:p>
        </p:txBody>
      </p:sp>
      <p:sp>
        <p:nvSpPr>
          <p:cNvPr id="186" name="TextBox 185">
            <a:extLst>
              <a:ext uri="{FF2B5EF4-FFF2-40B4-BE49-F238E27FC236}">
                <a16:creationId xmlns:a16="http://schemas.microsoft.com/office/drawing/2014/main" id="{3C35857C-3B1F-75FA-D921-3C0E0644F96C}"/>
              </a:ext>
            </a:extLst>
          </p:cNvPr>
          <p:cNvSpPr txBox="1"/>
          <p:nvPr/>
        </p:nvSpPr>
        <p:spPr>
          <a:xfrm>
            <a:off x="6766339" y="4824641"/>
            <a:ext cx="851423" cy="369332"/>
          </a:xfrm>
          <a:prstGeom prst="rect">
            <a:avLst/>
          </a:prstGeom>
          <a:noFill/>
        </p:spPr>
        <p:txBody>
          <a:bodyPr wrap="square">
            <a:spAutoFit/>
          </a:bodyPr>
          <a:lstStyle/>
          <a:p>
            <a:r>
              <a:rPr lang="en-US" dirty="0"/>
              <a:t>m(1,2)</a:t>
            </a:r>
          </a:p>
        </p:txBody>
      </p:sp>
      <p:sp>
        <p:nvSpPr>
          <p:cNvPr id="187" name="TextBox 186">
            <a:extLst>
              <a:ext uri="{FF2B5EF4-FFF2-40B4-BE49-F238E27FC236}">
                <a16:creationId xmlns:a16="http://schemas.microsoft.com/office/drawing/2014/main" id="{38F0777D-28AE-613E-AEE4-7C5489CCEC1C}"/>
              </a:ext>
            </a:extLst>
          </p:cNvPr>
          <p:cNvSpPr txBox="1"/>
          <p:nvPr/>
        </p:nvSpPr>
        <p:spPr>
          <a:xfrm>
            <a:off x="7864993" y="4792059"/>
            <a:ext cx="851423" cy="369332"/>
          </a:xfrm>
          <a:prstGeom prst="rect">
            <a:avLst/>
          </a:prstGeom>
          <a:noFill/>
        </p:spPr>
        <p:txBody>
          <a:bodyPr wrap="square">
            <a:spAutoFit/>
          </a:bodyPr>
          <a:lstStyle/>
          <a:p>
            <a:r>
              <a:rPr lang="en-US" dirty="0"/>
              <a:t>m(2,3)</a:t>
            </a:r>
          </a:p>
        </p:txBody>
      </p:sp>
      <p:sp>
        <p:nvSpPr>
          <p:cNvPr id="188" name="TextBox 187">
            <a:extLst>
              <a:ext uri="{FF2B5EF4-FFF2-40B4-BE49-F238E27FC236}">
                <a16:creationId xmlns:a16="http://schemas.microsoft.com/office/drawing/2014/main" id="{3083D1FF-9195-0F6E-7FEF-61B6732A87B5}"/>
              </a:ext>
            </a:extLst>
          </p:cNvPr>
          <p:cNvSpPr txBox="1"/>
          <p:nvPr/>
        </p:nvSpPr>
        <p:spPr>
          <a:xfrm>
            <a:off x="8687320" y="4859323"/>
            <a:ext cx="851423" cy="369332"/>
          </a:xfrm>
          <a:prstGeom prst="rect">
            <a:avLst/>
          </a:prstGeom>
          <a:noFill/>
        </p:spPr>
        <p:txBody>
          <a:bodyPr wrap="square">
            <a:spAutoFit/>
          </a:bodyPr>
          <a:lstStyle/>
          <a:p>
            <a:r>
              <a:rPr lang="en-US" dirty="0"/>
              <a:t>m(3,2)</a:t>
            </a:r>
          </a:p>
        </p:txBody>
      </p:sp>
      <p:sp>
        <p:nvSpPr>
          <p:cNvPr id="189" name="TextBox 188">
            <a:extLst>
              <a:ext uri="{FF2B5EF4-FFF2-40B4-BE49-F238E27FC236}">
                <a16:creationId xmlns:a16="http://schemas.microsoft.com/office/drawing/2014/main" id="{E817219B-DA1E-F188-EC5F-04EEB353D32A}"/>
              </a:ext>
            </a:extLst>
          </p:cNvPr>
          <p:cNvSpPr txBox="1"/>
          <p:nvPr/>
        </p:nvSpPr>
        <p:spPr>
          <a:xfrm>
            <a:off x="10551877" y="4908143"/>
            <a:ext cx="851423" cy="369332"/>
          </a:xfrm>
          <a:prstGeom prst="rect">
            <a:avLst/>
          </a:prstGeom>
          <a:noFill/>
        </p:spPr>
        <p:txBody>
          <a:bodyPr wrap="square">
            <a:spAutoFit/>
          </a:bodyPr>
          <a:lstStyle/>
          <a:p>
            <a:r>
              <a:rPr lang="en-US" dirty="0"/>
              <a:t>m(3,1)</a:t>
            </a:r>
          </a:p>
        </p:txBody>
      </p:sp>
      <p:sp>
        <p:nvSpPr>
          <p:cNvPr id="196" name="TextBox 195">
            <a:extLst>
              <a:ext uri="{FF2B5EF4-FFF2-40B4-BE49-F238E27FC236}">
                <a16:creationId xmlns:a16="http://schemas.microsoft.com/office/drawing/2014/main" id="{5BE81AE9-56C7-96ED-F72D-B2E37B3D3D9F}"/>
              </a:ext>
            </a:extLst>
          </p:cNvPr>
          <p:cNvSpPr txBox="1"/>
          <p:nvPr/>
        </p:nvSpPr>
        <p:spPr>
          <a:xfrm>
            <a:off x="9446107" y="4863137"/>
            <a:ext cx="851423" cy="369332"/>
          </a:xfrm>
          <a:prstGeom prst="rect">
            <a:avLst/>
          </a:prstGeom>
          <a:noFill/>
        </p:spPr>
        <p:txBody>
          <a:bodyPr wrap="square">
            <a:spAutoFit/>
          </a:bodyPr>
          <a:lstStyle/>
          <a:p>
            <a:r>
              <a:rPr lang="en-US" dirty="0"/>
              <a:t>m(1,3)</a:t>
            </a:r>
          </a:p>
        </p:txBody>
      </p:sp>
      <p:sp>
        <p:nvSpPr>
          <p:cNvPr id="197" name="TextBox 196">
            <a:extLst>
              <a:ext uri="{FF2B5EF4-FFF2-40B4-BE49-F238E27FC236}">
                <a16:creationId xmlns:a16="http://schemas.microsoft.com/office/drawing/2014/main" id="{058F53F0-F501-EC5F-5EBD-AC97600648D2}"/>
              </a:ext>
            </a:extLst>
          </p:cNvPr>
          <p:cNvSpPr txBox="1"/>
          <p:nvPr/>
        </p:nvSpPr>
        <p:spPr>
          <a:xfrm>
            <a:off x="6746570" y="6307388"/>
            <a:ext cx="851423" cy="369332"/>
          </a:xfrm>
          <a:prstGeom prst="rect">
            <a:avLst/>
          </a:prstGeom>
          <a:noFill/>
        </p:spPr>
        <p:txBody>
          <a:bodyPr wrap="square">
            <a:spAutoFit/>
          </a:bodyPr>
          <a:lstStyle/>
          <a:p>
            <a:r>
              <a:rPr lang="en-US" dirty="0"/>
              <a:t>Goal</a:t>
            </a:r>
          </a:p>
        </p:txBody>
      </p:sp>
      <p:grpSp>
        <p:nvGrpSpPr>
          <p:cNvPr id="198" name="Group 197">
            <a:extLst>
              <a:ext uri="{FF2B5EF4-FFF2-40B4-BE49-F238E27FC236}">
                <a16:creationId xmlns:a16="http://schemas.microsoft.com/office/drawing/2014/main" id="{DA19DE46-D588-225E-3DFA-C317436D1294}"/>
              </a:ext>
            </a:extLst>
          </p:cNvPr>
          <p:cNvGrpSpPr/>
          <p:nvPr/>
        </p:nvGrpSpPr>
        <p:grpSpPr>
          <a:xfrm>
            <a:off x="7442680" y="4694110"/>
            <a:ext cx="743941" cy="1557963"/>
            <a:chOff x="5470803" y="2322100"/>
            <a:chExt cx="1231642" cy="2346932"/>
          </a:xfrm>
        </p:grpSpPr>
        <p:sp>
          <p:nvSpPr>
            <p:cNvPr id="199" name="Rectangle 198">
              <a:extLst>
                <a:ext uri="{FF2B5EF4-FFF2-40B4-BE49-F238E27FC236}">
                  <a16:creationId xmlns:a16="http://schemas.microsoft.com/office/drawing/2014/main" id="{2BD1B8F2-4F97-8C9C-5E2F-30C48AECCFAA}"/>
                </a:ext>
              </a:extLst>
            </p:cNvPr>
            <p:cNvSpPr/>
            <p:nvPr/>
          </p:nvSpPr>
          <p:spPr>
            <a:xfrm>
              <a:off x="5470803" y="4193171"/>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00" name="Rectangle 199">
              <a:extLst>
                <a:ext uri="{FF2B5EF4-FFF2-40B4-BE49-F238E27FC236}">
                  <a16:creationId xmlns:a16="http://schemas.microsoft.com/office/drawing/2014/main" id="{A03C3DA8-8C31-E864-6F0E-4A062B064CF4}"/>
                </a:ext>
              </a:extLst>
            </p:cNvPr>
            <p:cNvSpPr/>
            <p:nvPr/>
          </p:nvSpPr>
          <p:spPr>
            <a:xfrm>
              <a:off x="5470803" y="3717310"/>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01" name="Rectangle 200">
              <a:extLst>
                <a:ext uri="{FF2B5EF4-FFF2-40B4-BE49-F238E27FC236}">
                  <a16:creationId xmlns:a16="http://schemas.microsoft.com/office/drawing/2014/main" id="{6CE1109B-4265-F3CD-72DD-27696F94912B}"/>
                </a:ext>
              </a:extLst>
            </p:cNvPr>
            <p:cNvSpPr/>
            <p:nvPr/>
          </p:nvSpPr>
          <p:spPr>
            <a:xfrm>
              <a:off x="6086624" y="4193171"/>
              <a:ext cx="615821" cy="47586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202" name="Straight Arrow Connector 201">
              <a:extLst>
                <a:ext uri="{FF2B5EF4-FFF2-40B4-BE49-F238E27FC236}">
                  <a16:creationId xmlns:a16="http://schemas.microsoft.com/office/drawing/2014/main" id="{02C3DFA2-3F24-613F-E11E-ED180100195B}"/>
                </a:ext>
              </a:extLst>
            </p:cNvPr>
            <p:cNvCxnSpPr>
              <a:cxnSpLocks/>
              <a:endCxn id="200" idx="0"/>
            </p:cNvCxnSpPr>
            <p:nvPr/>
          </p:nvCxnSpPr>
          <p:spPr>
            <a:xfrm>
              <a:off x="5503399" y="2322100"/>
              <a:ext cx="275315" cy="13952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210" name="TextBox 209">
            <a:extLst>
              <a:ext uri="{FF2B5EF4-FFF2-40B4-BE49-F238E27FC236}">
                <a16:creationId xmlns:a16="http://schemas.microsoft.com/office/drawing/2014/main" id="{6462594D-976C-D5BA-0A3A-33BC399F89DE}"/>
              </a:ext>
            </a:extLst>
          </p:cNvPr>
          <p:cNvSpPr txBox="1"/>
          <p:nvPr/>
        </p:nvSpPr>
        <p:spPr>
          <a:xfrm>
            <a:off x="7416071" y="5232469"/>
            <a:ext cx="851423" cy="369332"/>
          </a:xfrm>
          <a:prstGeom prst="rect">
            <a:avLst/>
          </a:prstGeom>
          <a:noFill/>
        </p:spPr>
        <p:txBody>
          <a:bodyPr wrap="square">
            <a:spAutoFit/>
          </a:bodyPr>
          <a:lstStyle/>
          <a:p>
            <a:r>
              <a:rPr lang="en-US" dirty="0"/>
              <a:t>m(2,1)</a:t>
            </a:r>
          </a:p>
        </p:txBody>
      </p:sp>
    </p:spTree>
    <p:extLst>
      <p:ext uri="{BB962C8B-B14F-4D97-AF65-F5344CB8AC3E}">
        <p14:creationId xmlns:p14="http://schemas.microsoft.com/office/powerpoint/2010/main" val="1166139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5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6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5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6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4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4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6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62"/>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4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4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6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7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20"/>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4"/>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180"/>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25"/>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2"/>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81"/>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28"/>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1"/>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182"/>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31"/>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8"/>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183"/>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26"/>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22"/>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184"/>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36"/>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32"/>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nodeType="clickEffect">
                                  <p:stCondLst>
                                    <p:cond delay="0"/>
                                  </p:stCondLst>
                                  <p:childTnLst>
                                    <p:set>
                                      <p:cBhvr>
                                        <p:cTn id="124" dur="1" fill="hold">
                                          <p:stCondLst>
                                            <p:cond delay="0"/>
                                          </p:stCondLst>
                                        </p:cTn>
                                        <p:tgtEl>
                                          <p:spTgt spid="39"/>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85"/>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45"/>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nodeType="clickEffect">
                                  <p:stCondLst>
                                    <p:cond delay="0"/>
                                  </p:stCondLst>
                                  <p:childTnLst>
                                    <p:set>
                                      <p:cBhvr>
                                        <p:cTn id="132" dur="1" fill="hold">
                                          <p:stCondLst>
                                            <p:cond delay="0"/>
                                          </p:stCondLst>
                                        </p:cTn>
                                        <p:tgtEl>
                                          <p:spTgt spid="72"/>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186"/>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66"/>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97"/>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198"/>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210"/>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nodeType="clickEffect">
                                  <p:stCondLst>
                                    <p:cond delay="0"/>
                                  </p:stCondLst>
                                  <p:childTnLst>
                                    <p:set>
                                      <p:cBhvr>
                                        <p:cTn id="148" dur="1" fill="hold">
                                          <p:stCondLst>
                                            <p:cond delay="0"/>
                                          </p:stCondLst>
                                        </p:cTn>
                                        <p:tgtEl>
                                          <p:spTgt spid="127"/>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87"/>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103"/>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188"/>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132"/>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121"/>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nodeType="clickEffect">
                                  <p:stCondLst>
                                    <p:cond delay="0"/>
                                  </p:stCondLst>
                                  <p:childTnLst>
                                    <p:set>
                                      <p:cBhvr>
                                        <p:cTn id="164" dur="1" fill="hold">
                                          <p:stCondLst>
                                            <p:cond delay="0"/>
                                          </p:stCondLst>
                                        </p:cTn>
                                        <p:tgtEl>
                                          <p:spTgt spid="143"/>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96"/>
                                        </p:tgtEl>
                                        <p:attrNameLst>
                                          <p:attrName>style.visibility</p:attrName>
                                        </p:attrNameLst>
                                      </p:cBhvr>
                                      <p:to>
                                        <p:strVal val="visible"/>
                                      </p:to>
                                    </p:set>
                                  </p:childTnLst>
                                </p:cTn>
                              </p:par>
                              <p:par>
                                <p:cTn id="167" presetID="1" presetClass="entr" presetSubtype="0" fill="hold" nodeType="withEffect">
                                  <p:stCondLst>
                                    <p:cond delay="0"/>
                                  </p:stCondLst>
                                  <p:childTnLst>
                                    <p:set>
                                      <p:cBhvr>
                                        <p:cTn id="168" dur="1" fill="hold">
                                          <p:stCondLst>
                                            <p:cond delay="0"/>
                                          </p:stCondLst>
                                        </p:cTn>
                                        <p:tgtEl>
                                          <p:spTgt spid="135"/>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grpId="0" nodeType="clickEffect">
                                  <p:stCondLst>
                                    <p:cond delay="0"/>
                                  </p:stCondLst>
                                  <p:childTnLst>
                                    <p:set>
                                      <p:cBhvr>
                                        <p:cTn id="172" dur="1" fill="hold">
                                          <p:stCondLst>
                                            <p:cond delay="0"/>
                                          </p:stCondLst>
                                        </p:cTn>
                                        <p:tgtEl>
                                          <p:spTgt spid="189"/>
                                        </p:tgtEl>
                                        <p:attrNameLst>
                                          <p:attrName>style.visibility</p:attrName>
                                        </p:attrNameLst>
                                      </p:cBhvr>
                                      <p:to>
                                        <p:strVal val="visible"/>
                                      </p:to>
                                    </p:set>
                                  </p:childTnLst>
                                </p:cTn>
                              </p:par>
                              <p:par>
                                <p:cTn id="173" presetID="1" presetClass="entr" presetSubtype="0" fill="hold" nodeType="withEffect">
                                  <p:stCondLst>
                                    <p:cond delay="0"/>
                                  </p:stCondLst>
                                  <p:childTnLst>
                                    <p:set>
                                      <p:cBhvr>
                                        <p:cTn id="174" dur="1" fill="hold">
                                          <p:stCondLst>
                                            <p:cond delay="0"/>
                                          </p:stCondLst>
                                        </p:cTn>
                                        <p:tgtEl>
                                          <p:spTgt spid="144"/>
                                        </p:tgtEl>
                                        <p:attrNameLst>
                                          <p:attrName>style.visibility</p:attrName>
                                        </p:attrNameLst>
                                      </p:cBhvr>
                                      <p:to>
                                        <p:strVal val="visible"/>
                                      </p:to>
                                    </p:set>
                                  </p:childTnLst>
                                </p:cTn>
                              </p:par>
                              <p:par>
                                <p:cTn id="175" presetID="1" presetClass="entr" presetSubtype="0" fill="hold" nodeType="withEffect">
                                  <p:stCondLst>
                                    <p:cond delay="0"/>
                                  </p:stCondLst>
                                  <p:childTnLst>
                                    <p:set>
                                      <p:cBhvr>
                                        <p:cTn id="176" dur="1" fill="hold">
                                          <p:stCondLst>
                                            <p:cond delay="0"/>
                                          </p:stCondLst>
                                        </p:cTn>
                                        <p:tgtEl>
                                          <p:spTgt spid="1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73" grpId="0" animBg="1"/>
      <p:bldP spid="160" grpId="0"/>
      <p:bldP spid="161" grpId="0"/>
      <p:bldP spid="162" grpId="0"/>
      <p:bldP spid="163" grpId="0"/>
      <p:bldP spid="164" grpId="0"/>
      <p:bldP spid="165" grpId="0"/>
      <p:bldP spid="166" grpId="0"/>
      <p:bldP spid="167" grpId="0"/>
      <p:bldP spid="168" grpId="0"/>
      <p:bldP spid="169" grpId="0"/>
      <p:bldP spid="179" grpId="0"/>
      <p:bldP spid="180" grpId="0"/>
      <p:bldP spid="181" grpId="0"/>
      <p:bldP spid="182" grpId="0"/>
      <p:bldP spid="183" grpId="0"/>
      <p:bldP spid="184" grpId="0"/>
      <p:bldP spid="185" grpId="0"/>
      <p:bldP spid="186" grpId="0"/>
      <p:bldP spid="187" grpId="0"/>
      <p:bldP spid="188" grpId="0"/>
      <p:bldP spid="189" grpId="0"/>
      <p:bldP spid="196" grpId="0"/>
      <p:bldP spid="197" grpId="0"/>
      <p:bldP spid="2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0B4ADA-232C-AD35-9597-777C5FC9E51A}"/>
              </a:ext>
            </a:extLst>
          </p:cNvPr>
          <p:cNvSpPr>
            <a:spLocks noGrp="1"/>
          </p:cNvSpPr>
          <p:nvPr>
            <p:ph idx="1"/>
          </p:nvPr>
        </p:nvSpPr>
        <p:spPr>
          <a:xfrm>
            <a:off x="485192" y="363894"/>
            <a:ext cx="10868608" cy="5813069"/>
          </a:xfrm>
        </p:spPr>
        <p:txBody>
          <a:bodyPr/>
          <a:lstStyle/>
          <a:p>
            <a:r>
              <a:rPr lang="en-US" dirty="0"/>
              <a:t>Given the initial and goal states, draw the state space tree for the following 8 puzzle problem.</a:t>
            </a:r>
          </a:p>
        </p:txBody>
      </p:sp>
      <p:pic>
        <p:nvPicPr>
          <p:cNvPr id="5" name="Picture 4">
            <a:extLst>
              <a:ext uri="{FF2B5EF4-FFF2-40B4-BE49-F238E27FC236}">
                <a16:creationId xmlns:a16="http://schemas.microsoft.com/office/drawing/2014/main" id="{5A12EF95-1FD4-15EF-EF47-30607E5EE9E0}"/>
              </a:ext>
            </a:extLst>
          </p:cNvPr>
          <p:cNvPicPr>
            <a:picLocks noChangeAspect="1"/>
          </p:cNvPicPr>
          <p:nvPr/>
        </p:nvPicPr>
        <p:blipFill>
          <a:blip r:embed="rId2"/>
          <a:srcRect l="21441" t="31216" r="25441" b="40549"/>
          <a:stretch/>
        </p:blipFill>
        <p:spPr>
          <a:xfrm>
            <a:off x="177559" y="2033195"/>
            <a:ext cx="11836882" cy="3539266"/>
          </a:xfrm>
          <a:prstGeom prst="rect">
            <a:avLst/>
          </a:prstGeom>
        </p:spPr>
      </p:pic>
    </p:spTree>
    <p:extLst>
      <p:ext uri="{BB962C8B-B14F-4D97-AF65-F5344CB8AC3E}">
        <p14:creationId xmlns:p14="http://schemas.microsoft.com/office/powerpoint/2010/main" val="12803181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2796EC5-401E-963B-EAE3-9BF18A5860C2}"/>
              </a:ext>
            </a:extLst>
          </p:cNvPr>
          <p:cNvGraphicFramePr>
            <a:graphicFrameLocks noGrp="1"/>
          </p:cNvGraphicFramePr>
          <p:nvPr>
            <p:extLst>
              <p:ext uri="{D42A27DB-BD31-4B8C-83A1-F6EECF244321}">
                <p14:modId xmlns:p14="http://schemas.microsoft.com/office/powerpoint/2010/main" val="1970783807"/>
              </p:ext>
            </p:extLst>
          </p:nvPr>
        </p:nvGraphicFramePr>
        <p:xfrm>
          <a:off x="4562670" y="395616"/>
          <a:ext cx="2584578" cy="1134603"/>
        </p:xfrm>
        <a:graphic>
          <a:graphicData uri="http://schemas.openxmlformats.org/drawingml/2006/table">
            <a:tbl>
              <a:tblPr firstRow="1" bandRow="1">
                <a:tableStyleId>{8A107856-5554-42FB-B03E-39F5DBC370BA}</a:tableStyleId>
              </a:tblPr>
              <a:tblGrid>
                <a:gridCol w="861526">
                  <a:extLst>
                    <a:ext uri="{9D8B030D-6E8A-4147-A177-3AD203B41FA5}">
                      <a16:colId xmlns:a16="http://schemas.microsoft.com/office/drawing/2014/main" val="1318805877"/>
                    </a:ext>
                  </a:extLst>
                </a:gridCol>
                <a:gridCol w="861526">
                  <a:extLst>
                    <a:ext uri="{9D8B030D-6E8A-4147-A177-3AD203B41FA5}">
                      <a16:colId xmlns:a16="http://schemas.microsoft.com/office/drawing/2014/main" val="612152497"/>
                    </a:ext>
                  </a:extLst>
                </a:gridCol>
                <a:gridCol w="861526">
                  <a:extLst>
                    <a:ext uri="{9D8B030D-6E8A-4147-A177-3AD203B41FA5}">
                      <a16:colId xmlns:a16="http://schemas.microsoft.com/office/drawing/2014/main" val="1048457642"/>
                    </a:ext>
                  </a:extLst>
                </a:gridCol>
              </a:tblGrid>
              <a:tr h="378201">
                <a:tc>
                  <a:txBody>
                    <a:bodyPr/>
                    <a:lstStyle/>
                    <a:p>
                      <a:pPr algn="ctr"/>
                      <a:r>
                        <a:rPr lang="en-US" b="0" dirty="0"/>
                        <a:t>2</a:t>
                      </a:r>
                    </a:p>
                  </a:txBody>
                  <a:tcPr>
                    <a:solidFill>
                      <a:schemeClr val="accent2">
                        <a:lumMod val="20000"/>
                        <a:lumOff val="80000"/>
                      </a:schemeClr>
                    </a:solidFill>
                  </a:tcPr>
                </a:tc>
                <a:tc>
                  <a:txBody>
                    <a:bodyPr/>
                    <a:lstStyle/>
                    <a:p>
                      <a:pPr algn="ctr"/>
                      <a:r>
                        <a:rPr lang="en-US" b="0" dirty="0"/>
                        <a:t>1</a:t>
                      </a:r>
                    </a:p>
                  </a:txBody>
                  <a:tcPr>
                    <a:solidFill>
                      <a:schemeClr val="accent2">
                        <a:lumMod val="20000"/>
                        <a:lumOff val="80000"/>
                      </a:schemeClr>
                    </a:solidFill>
                  </a:tcPr>
                </a:tc>
                <a:tc>
                  <a:txBody>
                    <a:bodyPr/>
                    <a:lstStyle/>
                    <a:p>
                      <a:pPr algn="ctr"/>
                      <a:r>
                        <a:rPr lang="en-US" b="0" dirty="0"/>
                        <a:t>4</a:t>
                      </a:r>
                    </a:p>
                  </a:txBody>
                  <a:tcPr>
                    <a:solidFill>
                      <a:schemeClr val="accent2">
                        <a:lumMod val="20000"/>
                        <a:lumOff val="80000"/>
                      </a:schemeClr>
                    </a:solidFill>
                  </a:tcPr>
                </a:tc>
                <a:extLst>
                  <a:ext uri="{0D108BD9-81ED-4DB2-BD59-A6C34878D82A}">
                    <a16:rowId xmlns:a16="http://schemas.microsoft.com/office/drawing/2014/main" val="1582331308"/>
                  </a:ext>
                </a:extLst>
              </a:tr>
              <a:tr h="378201">
                <a:tc>
                  <a:txBody>
                    <a:bodyPr/>
                    <a:lstStyle/>
                    <a:p>
                      <a:pPr algn="ctr"/>
                      <a:r>
                        <a:rPr lang="en-US" b="0" dirty="0"/>
                        <a:t>3</a:t>
                      </a:r>
                    </a:p>
                  </a:txBody>
                  <a:tcPr>
                    <a:solidFill>
                      <a:schemeClr val="accent2">
                        <a:lumMod val="20000"/>
                        <a:lumOff val="80000"/>
                      </a:schemeClr>
                    </a:solidFill>
                  </a:tcPr>
                </a:tc>
                <a:tc>
                  <a:txBody>
                    <a:bodyPr/>
                    <a:lstStyle/>
                    <a:p>
                      <a:pPr algn="ctr"/>
                      <a:r>
                        <a:rPr lang="en-US" b="0" dirty="0"/>
                        <a:t>8</a:t>
                      </a:r>
                    </a:p>
                  </a:txBody>
                  <a:tcPr>
                    <a:solidFill>
                      <a:schemeClr val="accent2">
                        <a:lumMod val="20000"/>
                        <a:lumOff val="80000"/>
                      </a:schemeClr>
                    </a:solidFill>
                  </a:tcPr>
                </a:tc>
                <a:tc>
                  <a:txBody>
                    <a:bodyPr/>
                    <a:lstStyle/>
                    <a:p>
                      <a:pPr algn="ctr"/>
                      <a:r>
                        <a:rPr lang="en-US" b="0" dirty="0"/>
                        <a:t>7</a:t>
                      </a:r>
                    </a:p>
                  </a:txBody>
                  <a:tcPr>
                    <a:solidFill>
                      <a:schemeClr val="accent2">
                        <a:lumMod val="20000"/>
                        <a:lumOff val="80000"/>
                      </a:schemeClr>
                    </a:solidFill>
                  </a:tcPr>
                </a:tc>
                <a:extLst>
                  <a:ext uri="{0D108BD9-81ED-4DB2-BD59-A6C34878D82A}">
                    <a16:rowId xmlns:a16="http://schemas.microsoft.com/office/drawing/2014/main" val="2361065743"/>
                  </a:ext>
                </a:extLst>
              </a:tr>
              <a:tr h="378201">
                <a:tc>
                  <a:txBody>
                    <a:bodyPr/>
                    <a:lstStyle/>
                    <a:p>
                      <a:pPr algn="ctr"/>
                      <a:r>
                        <a:rPr lang="en-US" b="0" dirty="0"/>
                        <a:t>5</a:t>
                      </a:r>
                    </a:p>
                  </a:txBody>
                  <a:tcPr>
                    <a:solidFill>
                      <a:schemeClr val="accent2">
                        <a:lumMod val="20000"/>
                        <a:lumOff val="80000"/>
                      </a:schemeClr>
                    </a:solidFill>
                  </a:tcPr>
                </a:tc>
                <a:tc>
                  <a:txBody>
                    <a:bodyPr/>
                    <a:lstStyle/>
                    <a:p>
                      <a:pPr algn="ctr"/>
                      <a:r>
                        <a:rPr lang="en-US" b="0" dirty="0"/>
                        <a:t>6</a:t>
                      </a:r>
                    </a:p>
                  </a:txBody>
                  <a:tcPr>
                    <a:solidFill>
                      <a:schemeClr val="accent2">
                        <a:lumMod val="20000"/>
                        <a:lumOff val="80000"/>
                      </a:schemeClr>
                    </a:solidFill>
                  </a:tcPr>
                </a:tc>
                <a:tc>
                  <a:txBody>
                    <a:bodyPr/>
                    <a:lstStyle/>
                    <a:p>
                      <a:pPr algn="ctr"/>
                      <a:endParaRPr lang="en-US" b="0" dirty="0"/>
                    </a:p>
                  </a:txBody>
                  <a:tcPr>
                    <a:solidFill>
                      <a:schemeClr val="accent2">
                        <a:lumMod val="20000"/>
                        <a:lumOff val="80000"/>
                      </a:schemeClr>
                    </a:solidFill>
                  </a:tcPr>
                </a:tc>
                <a:extLst>
                  <a:ext uri="{0D108BD9-81ED-4DB2-BD59-A6C34878D82A}">
                    <a16:rowId xmlns:a16="http://schemas.microsoft.com/office/drawing/2014/main" val="650413973"/>
                  </a:ext>
                </a:extLst>
              </a:tr>
            </a:tbl>
          </a:graphicData>
        </a:graphic>
      </p:graphicFrame>
      <p:graphicFrame>
        <p:nvGraphicFramePr>
          <p:cNvPr id="5" name="Table 4">
            <a:extLst>
              <a:ext uri="{FF2B5EF4-FFF2-40B4-BE49-F238E27FC236}">
                <a16:creationId xmlns:a16="http://schemas.microsoft.com/office/drawing/2014/main" id="{173B91DC-8C92-C7E0-3584-C33EA133374F}"/>
              </a:ext>
            </a:extLst>
          </p:cNvPr>
          <p:cNvGraphicFramePr>
            <a:graphicFrameLocks noGrp="1"/>
          </p:cNvGraphicFramePr>
          <p:nvPr>
            <p:extLst>
              <p:ext uri="{D42A27DB-BD31-4B8C-83A1-F6EECF244321}">
                <p14:modId xmlns:p14="http://schemas.microsoft.com/office/powerpoint/2010/main" val="3913941596"/>
              </p:ext>
            </p:extLst>
          </p:nvPr>
        </p:nvGraphicFramePr>
        <p:xfrm>
          <a:off x="7019732" y="2081345"/>
          <a:ext cx="2584578" cy="1134603"/>
        </p:xfrm>
        <a:graphic>
          <a:graphicData uri="http://schemas.openxmlformats.org/drawingml/2006/table">
            <a:tbl>
              <a:tblPr firstRow="1" bandRow="1">
                <a:tableStyleId>{8A107856-5554-42FB-B03E-39F5DBC370BA}</a:tableStyleId>
              </a:tblPr>
              <a:tblGrid>
                <a:gridCol w="861526">
                  <a:extLst>
                    <a:ext uri="{9D8B030D-6E8A-4147-A177-3AD203B41FA5}">
                      <a16:colId xmlns:a16="http://schemas.microsoft.com/office/drawing/2014/main" val="1318805877"/>
                    </a:ext>
                  </a:extLst>
                </a:gridCol>
                <a:gridCol w="861526">
                  <a:extLst>
                    <a:ext uri="{9D8B030D-6E8A-4147-A177-3AD203B41FA5}">
                      <a16:colId xmlns:a16="http://schemas.microsoft.com/office/drawing/2014/main" val="612152497"/>
                    </a:ext>
                  </a:extLst>
                </a:gridCol>
                <a:gridCol w="861526">
                  <a:extLst>
                    <a:ext uri="{9D8B030D-6E8A-4147-A177-3AD203B41FA5}">
                      <a16:colId xmlns:a16="http://schemas.microsoft.com/office/drawing/2014/main" val="1048457642"/>
                    </a:ext>
                  </a:extLst>
                </a:gridCol>
              </a:tblGrid>
              <a:tr h="378201">
                <a:tc>
                  <a:txBody>
                    <a:bodyPr/>
                    <a:lstStyle/>
                    <a:p>
                      <a:pPr algn="ctr"/>
                      <a:r>
                        <a:rPr lang="en-US" b="0" dirty="0"/>
                        <a:t>2</a:t>
                      </a:r>
                    </a:p>
                  </a:txBody>
                  <a:tcPr>
                    <a:solidFill>
                      <a:schemeClr val="accent2">
                        <a:lumMod val="20000"/>
                        <a:lumOff val="80000"/>
                      </a:schemeClr>
                    </a:solidFill>
                  </a:tcPr>
                </a:tc>
                <a:tc>
                  <a:txBody>
                    <a:bodyPr/>
                    <a:lstStyle/>
                    <a:p>
                      <a:pPr algn="ctr"/>
                      <a:r>
                        <a:rPr lang="en-US" b="0" dirty="0"/>
                        <a:t>1</a:t>
                      </a:r>
                    </a:p>
                  </a:txBody>
                  <a:tcPr>
                    <a:solidFill>
                      <a:schemeClr val="accent2">
                        <a:lumMod val="20000"/>
                        <a:lumOff val="80000"/>
                      </a:schemeClr>
                    </a:solidFill>
                  </a:tcPr>
                </a:tc>
                <a:tc>
                  <a:txBody>
                    <a:bodyPr/>
                    <a:lstStyle/>
                    <a:p>
                      <a:pPr algn="ctr"/>
                      <a:r>
                        <a:rPr lang="en-US" b="0" dirty="0"/>
                        <a:t>4</a:t>
                      </a:r>
                    </a:p>
                  </a:txBody>
                  <a:tcPr>
                    <a:solidFill>
                      <a:schemeClr val="accent2">
                        <a:lumMod val="20000"/>
                        <a:lumOff val="80000"/>
                      </a:schemeClr>
                    </a:solidFill>
                  </a:tcPr>
                </a:tc>
                <a:extLst>
                  <a:ext uri="{0D108BD9-81ED-4DB2-BD59-A6C34878D82A}">
                    <a16:rowId xmlns:a16="http://schemas.microsoft.com/office/drawing/2014/main" val="1582331308"/>
                  </a:ext>
                </a:extLst>
              </a:tr>
              <a:tr h="378201">
                <a:tc>
                  <a:txBody>
                    <a:bodyPr/>
                    <a:lstStyle/>
                    <a:p>
                      <a:pPr algn="ctr"/>
                      <a:r>
                        <a:rPr lang="en-US" b="0" dirty="0"/>
                        <a:t>3</a:t>
                      </a:r>
                    </a:p>
                  </a:txBody>
                  <a:tcPr>
                    <a:solidFill>
                      <a:schemeClr val="accent2">
                        <a:lumMod val="20000"/>
                        <a:lumOff val="80000"/>
                      </a:schemeClr>
                    </a:solidFill>
                  </a:tcPr>
                </a:tc>
                <a:tc>
                  <a:txBody>
                    <a:bodyPr/>
                    <a:lstStyle/>
                    <a:p>
                      <a:pPr algn="ctr"/>
                      <a:r>
                        <a:rPr lang="en-US" b="0" dirty="0"/>
                        <a:t>8</a:t>
                      </a:r>
                    </a:p>
                  </a:txBody>
                  <a:tcPr>
                    <a:solidFill>
                      <a:schemeClr val="accent2">
                        <a:lumMod val="20000"/>
                        <a:lumOff val="80000"/>
                      </a:schemeClr>
                    </a:solidFill>
                  </a:tcPr>
                </a:tc>
                <a:tc>
                  <a:txBody>
                    <a:bodyPr/>
                    <a:lstStyle/>
                    <a:p>
                      <a:pPr algn="ctr"/>
                      <a:endParaRPr lang="en-US" b="0" dirty="0"/>
                    </a:p>
                  </a:txBody>
                  <a:tcPr>
                    <a:solidFill>
                      <a:schemeClr val="accent2">
                        <a:lumMod val="20000"/>
                        <a:lumOff val="80000"/>
                      </a:schemeClr>
                    </a:solidFill>
                  </a:tcPr>
                </a:tc>
                <a:extLst>
                  <a:ext uri="{0D108BD9-81ED-4DB2-BD59-A6C34878D82A}">
                    <a16:rowId xmlns:a16="http://schemas.microsoft.com/office/drawing/2014/main" val="2361065743"/>
                  </a:ext>
                </a:extLst>
              </a:tr>
              <a:tr h="378201">
                <a:tc>
                  <a:txBody>
                    <a:bodyPr/>
                    <a:lstStyle/>
                    <a:p>
                      <a:pPr algn="ctr"/>
                      <a:r>
                        <a:rPr lang="en-US" b="0" dirty="0"/>
                        <a:t>5</a:t>
                      </a:r>
                    </a:p>
                  </a:txBody>
                  <a:tcPr>
                    <a:solidFill>
                      <a:schemeClr val="accent2">
                        <a:lumMod val="20000"/>
                        <a:lumOff val="80000"/>
                      </a:schemeClr>
                    </a:solidFill>
                  </a:tcPr>
                </a:tc>
                <a:tc>
                  <a:txBody>
                    <a:bodyPr/>
                    <a:lstStyle/>
                    <a:p>
                      <a:pPr algn="ctr"/>
                      <a:r>
                        <a:rPr lang="en-US" b="0" dirty="0"/>
                        <a:t>6</a:t>
                      </a:r>
                    </a:p>
                  </a:txBody>
                  <a:tcPr>
                    <a:solidFill>
                      <a:schemeClr val="accent2">
                        <a:lumMod val="20000"/>
                        <a:lumOff val="80000"/>
                      </a:schemeClr>
                    </a:solidFill>
                  </a:tcPr>
                </a:tc>
                <a:tc>
                  <a:txBody>
                    <a:bodyPr/>
                    <a:lstStyle/>
                    <a:p>
                      <a:pPr algn="ctr"/>
                      <a:r>
                        <a:rPr lang="en-US" b="0" dirty="0"/>
                        <a:t>7</a:t>
                      </a:r>
                    </a:p>
                  </a:txBody>
                  <a:tcPr>
                    <a:solidFill>
                      <a:schemeClr val="accent2">
                        <a:lumMod val="20000"/>
                        <a:lumOff val="80000"/>
                      </a:schemeClr>
                    </a:solidFill>
                  </a:tcPr>
                </a:tc>
                <a:extLst>
                  <a:ext uri="{0D108BD9-81ED-4DB2-BD59-A6C34878D82A}">
                    <a16:rowId xmlns:a16="http://schemas.microsoft.com/office/drawing/2014/main" val="650413973"/>
                  </a:ext>
                </a:extLst>
              </a:tr>
            </a:tbl>
          </a:graphicData>
        </a:graphic>
      </p:graphicFrame>
      <p:graphicFrame>
        <p:nvGraphicFramePr>
          <p:cNvPr id="6" name="Table 5">
            <a:extLst>
              <a:ext uri="{FF2B5EF4-FFF2-40B4-BE49-F238E27FC236}">
                <a16:creationId xmlns:a16="http://schemas.microsoft.com/office/drawing/2014/main" id="{3C8353AB-71C4-DC46-D35F-9EFCC107D043}"/>
              </a:ext>
            </a:extLst>
          </p:cNvPr>
          <p:cNvGraphicFramePr>
            <a:graphicFrameLocks noGrp="1"/>
          </p:cNvGraphicFramePr>
          <p:nvPr>
            <p:extLst>
              <p:ext uri="{D42A27DB-BD31-4B8C-83A1-F6EECF244321}">
                <p14:modId xmlns:p14="http://schemas.microsoft.com/office/powerpoint/2010/main" val="279704077"/>
              </p:ext>
            </p:extLst>
          </p:nvPr>
        </p:nvGraphicFramePr>
        <p:xfrm>
          <a:off x="1601756" y="2081346"/>
          <a:ext cx="2584578" cy="1134603"/>
        </p:xfrm>
        <a:graphic>
          <a:graphicData uri="http://schemas.openxmlformats.org/drawingml/2006/table">
            <a:tbl>
              <a:tblPr firstRow="1" bandRow="1">
                <a:tableStyleId>{8A107856-5554-42FB-B03E-39F5DBC370BA}</a:tableStyleId>
              </a:tblPr>
              <a:tblGrid>
                <a:gridCol w="861526">
                  <a:extLst>
                    <a:ext uri="{9D8B030D-6E8A-4147-A177-3AD203B41FA5}">
                      <a16:colId xmlns:a16="http://schemas.microsoft.com/office/drawing/2014/main" val="1318805877"/>
                    </a:ext>
                  </a:extLst>
                </a:gridCol>
                <a:gridCol w="861526">
                  <a:extLst>
                    <a:ext uri="{9D8B030D-6E8A-4147-A177-3AD203B41FA5}">
                      <a16:colId xmlns:a16="http://schemas.microsoft.com/office/drawing/2014/main" val="612152497"/>
                    </a:ext>
                  </a:extLst>
                </a:gridCol>
                <a:gridCol w="861526">
                  <a:extLst>
                    <a:ext uri="{9D8B030D-6E8A-4147-A177-3AD203B41FA5}">
                      <a16:colId xmlns:a16="http://schemas.microsoft.com/office/drawing/2014/main" val="1048457642"/>
                    </a:ext>
                  </a:extLst>
                </a:gridCol>
              </a:tblGrid>
              <a:tr h="378201">
                <a:tc>
                  <a:txBody>
                    <a:bodyPr/>
                    <a:lstStyle/>
                    <a:p>
                      <a:pPr algn="ctr"/>
                      <a:r>
                        <a:rPr lang="en-US" b="0" dirty="0"/>
                        <a:t>2</a:t>
                      </a:r>
                    </a:p>
                  </a:txBody>
                  <a:tcPr>
                    <a:solidFill>
                      <a:schemeClr val="accent2">
                        <a:lumMod val="20000"/>
                        <a:lumOff val="80000"/>
                      </a:schemeClr>
                    </a:solidFill>
                  </a:tcPr>
                </a:tc>
                <a:tc>
                  <a:txBody>
                    <a:bodyPr/>
                    <a:lstStyle/>
                    <a:p>
                      <a:pPr algn="ctr"/>
                      <a:r>
                        <a:rPr lang="en-US" b="0" dirty="0"/>
                        <a:t>1</a:t>
                      </a:r>
                    </a:p>
                  </a:txBody>
                  <a:tcPr>
                    <a:solidFill>
                      <a:schemeClr val="accent2">
                        <a:lumMod val="20000"/>
                        <a:lumOff val="80000"/>
                      </a:schemeClr>
                    </a:solidFill>
                  </a:tcPr>
                </a:tc>
                <a:tc>
                  <a:txBody>
                    <a:bodyPr/>
                    <a:lstStyle/>
                    <a:p>
                      <a:pPr algn="ctr"/>
                      <a:r>
                        <a:rPr lang="en-US" b="0" dirty="0"/>
                        <a:t>4</a:t>
                      </a:r>
                    </a:p>
                  </a:txBody>
                  <a:tcPr>
                    <a:solidFill>
                      <a:schemeClr val="accent2">
                        <a:lumMod val="20000"/>
                        <a:lumOff val="80000"/>
                      </a:schemeClr>
                    </a:solidFill>
                  </a:tcPr>
                </a:tc>
                <a:extLst>
                  <a:ext uri="{0D108BD9-81ED-4DB2-BD59-A6C34878D82A}">
                    <a16:rowId xmlns:a16="http://schemas.microsoft.com/office/drawing/2014/main" val="1582331308"/>
                  </a:ext>
                </a:extLst>
              </a:tr>
              <a:tr h="378201">
                <a:tc>
                  <a:txBody>
                    <a:bodyPr/>
                    <a:lstStyle/>
                    <a:p>
                      <a:pPr algn="ctr"/>
                      <a:r>
                        <a:rPr lang="en-US" b="0" dirty="0"/>
                        <a:t>3</a:t>
                      </a:r>
                    </a:p>
                  </a:txBody>
                  <a:tcPr>
                    <a:solidFill>
                      <a:schemeClr val="accent2">
                        <a:lumMod val="20000"/>
                        <a:lumOff val="80000"/>
                      </a:schemeClr>
                    </a:solidFill>
                  </a:tcPr>
                </a:tc>
                <a:tc>
                  <a:txBody>
                    <a:bodyPr/>
                    <a:lstStyle/>
                    <a:p>
                      <a:pPr algn="ctr"/>
                      <a:r>
                        <a:rPr lang="en-US" b="0" dirty="0"/>
                        <a:t>8</a:t>
                      </a:r>
                    </a:p>
                  </a:txBody>
                  <a:tcPr>
                    <a:solidFill>
                      <a:schemeClr val="accent2">
                        <a:lumMod val="20000"/>
                        <a:lumOff val="80000"/>
                      </a:schemeClr>
                    </a:solidFill>
                  </a:tcPr>
                </a:tc>
                <a:tc>
                  <a:txBody>
                    <a:bodyPr/>
                    <a:lstStyle/>
                    <a:p>
                      <a:pPr algn="ctr"/>
                      <a:r>
                        <a:rPr lang="en-US" b="0" dirty="0"/>
                        <a:t>7</a:t>
                      </a:r>
                    </a:p>
                  </a:txBody>
                  <a:tcPr>
                    <a:solidFill>
                      <a:schemeClr val="accent2">
                        <a:lumMod val="20000"/>
                        <a:lumOff val="80000"/>
                      </a:schemeClr>
                    </a:solidFill>
                  </a:tcPr>
                </a:tc>
                <a:extLst>
                  <a:ext uri="{0D108BD9-81ED-4DB2-BD59-A6C34878D82A}">
                    <a16:rowId xmlns:a16="http://schemas.microsoft.com/office/drawing/2014/main" val="2361065743"/>
                  </a:ext>
                </a:extLst>
              </a:tr>
              <a:tr h="378201">
                <a:tc>
                  <a:txBody>
                    <a:bodyPr/>
                    <a:lstStyle/>
                    <a:p>
                      <a:pPr algn="ctr"/>
                      <a:r>
                        <a:rPr lang="en-US" b="0" dirty="0"/>
                        <a:t>5</a:t>
                      </a:r>
                    </a:p>
                  </a:txBody>
                  <a:tcPr>
                    <a:solidFill>
                      <a:schemeClr val="accent2">
                        <a:lumMod val="20000"/>
                        <a:lumOff val="80000"/>
                      </a:schemeClr>
                    </a:solidFill>
                  </a:tcPr>
                </a:tc>
                <a:tc>
                  <a:txBody>
                    <a:bodyPr/>
                    <a:lstStyle/>
                    <a:p>
                      <a:pPr algn="ctr"/>
                      <a:endParaRPr lang="en-US" b="0" dirty="0"/>
                    </a:p>
                  </a:txBody>
                  <a:tcPr>
                    <a:solidFill>
                      <a:schemeClr val="accent2">
                        <a:lumMod val="20000"/>
                        <a:lumOff val="80000"/>
                      </a:schemeClr>
                    </a:solidFill>
                  </a:tcPr>
                </a:tc>
                <a:tc>
                  <a:txBody>
                    <a:bodyPr/>
                    <a:lstStyle/>
                    <a:p>
                      <a:pPr algn="ctr"/>
                      <a:r>
                        <a:rPr lang="en-US" b="0" dirty="0"/>
                        <a:t>6</a:t>
                      </a:r>
                    </a:p>
                  </a:txBody>
                  <a:tcPr>
                    <a:solidFill>
                      <a:schemeClr val="accent2">
                        <a:lumMod val="20000"/>
                        <a:lumOff val="80000"/>
                      </a:schemeClr>
                    </a:solidFill>
                  </a:tcPr>
                </a:tc>
                <a:extLst>
                  <a:ext uri="{0D108BD9-81ED-4DB2-BD59-A6C34878D82A}">
                    <a16:rowId xmlns:a16="http://schemas.microsoft.com/office/drawing/2014/main" val="650413973"/>
                  </a:ext>
                </a:extLst>
              </a:tr>
            </a:tbl>
          </a:graphicData>
        </a:graphic>
      </p:graphicFrame>
      <p:graphicFrame>
        <p:nvGraphicFramePr>
          <p:cNvPr id="7" name="Table 6">
            <a:extLst>
              <a:ext uri="{FF2B5EF4-FFF2-40B4-BE49-F238E27FC236}">
                <a16:creationId xmlns:a16="http://schemas.microsoft.com/office/drawing/2014/main" id="{29D7D40E-A354-D0F6-8304-62BD76D627C9}"/>
              </a:ext>
            </a:extLst>
          </p:cNvPr>
          <p:cNvGraphicFramePr>
            <a:graphicFrameLocks noGrp="1"/>
          </p:cNvGraphicFramePr>
          <p:nvPr>
            <p:extLst>
              <p:ext uri="{D42A27DB-BD31-4B8C-83A1-F6EECF244321}">
                <p14:modId xmlns:p14="http://schemas.microsoft.com/office/powerpoint/2010/main" val="1206454264"/>
              </p:ext>
            </p:extLst>
          </p:nvPr>
        </p:nvGraphicFramePr>
        <p:xfrm>
          <a:off x="227045" y="3907036"/>
          <a:ext cx="2584578" cy="1134603"/>
        </p:xfrm>
        <a:graphic>
          <a:graphicData uri="http://schemas.openxmlformats.org/drawingml/2006/table">
            <a:tbl>
              <a:tblPr firstRow="1" bandRow="1">
                <a:tableStyleId>{8A107856-5554-42FB-B03E-39F5DBC370BA}</a:tableStyleId>
              </a:tblPr>
              <a:tblGrid>
                <a:gridCol w="861526">
                  <a:extLst>
                    <a:ext uri="{9D8B030D-6E8A-4147-A177-3AD203B41FA5}">
                      <a16:colId xmlns:a16="http://schemas.microsoft.com/office/drawing/2014/main" val="1318805877"/>
                    </a:ext>
                  </a:extLst>
                </a:gridCol>
                <a:gridCol w="861526">
                  <a:extLst>
                    <a:ext uri="{9D8B030D-6E8A-4147-A177-3AD203B41FA5}">
                      <a16:colId xmlns:a16="http://schemas.microsoft.com/office/drawing/2014/main" val="612152497"/>
                    </a:ext>
                  </a:extLst>
                </a:gridCol>
                <a:gridCol w="861526">
                  <a:extLst>
                    <a:ext uri="{9D8B030D-6E8A-4147-A177-3AD203B41FA5}">
                      <a16:colId xmlns:a16="http://schemas.microsoft.com/office/drawing/2014/main" val="1048457642"/>
                    </a:ext>
                  </a:extLst>
                </a:gridCol>
              </a:tblGrid>
              <a:tr h="378201">
                <a:tc>
                  <a:txBody>
                    <a:bodyPr/>
                    <a:lstStyle/>
                    <a:p>
                      <a:pPr algn="ctr"/>
                      <a:r>
                        <a:rPr lang="en-US" b="0" dirty="0"/>
                        <a:t>2</a:t>
                      </a:r>
                    </a:p>
                  </a:txBody>
                  <a:tcPr>
                    <a:solidFill>
                      <a:schemeClr val="accent2">
                        <a:lumMod val="20000"/>
                        <a:lumOff val="80000"/>
                      </a:schemeClr>
                    </a:solidFill>
                  </a:tcPr>
                </a:tc>
                <a:tc>
                  <a:txBody>
                    <a:bodyPr/>
                    <a:lstStyle/>
                    <a:p>
                      <a:pPr algn="ctr"/>
                      <a:r>
                        <a:rPr lang="en-US" b="0" dirty="0"/>
                        <a:t>1</a:t>
                      </a:r>
                    </a:p>
                  </a:txBody>
                  <a:tcPr>
                    <a:solidFill>
                      <a:schemeClr val="accent2">
                        <a:lumMod val="20000"/>
                        <a:lumOff val="80000"/>
                      </a:schemeClr>
                    </a:solidFill>
                  </a:tcPr>
                </a:tc>
                <a:tc>
                  <a:txBody>
                    <a:bodyPr/>
                    <a:lstStyle/>
                    <a:p>
                      <a:pPr algn="ctr"/>
                      <a:r>
                        <a:rPr lang="en-US" b="0" dirty="0"/>
                        <a:t>4</a:t>
                      </a:r>
                    </a:p>
                  </a:txBody>
                  <a:tcPr>
                    <a:solidFill>
                      <a:schemeClr val="accent2">
                        <a:lumMod val="20000"/>
                        <a:lumOff val="80000"/>
                      </a:schemeClr>
                    </a:solidFill>
                  </a:tcPr>
                </a:tc>
                <a:extLst>
                  <a:ext uri="{0D108BD9-81ED-4DB2-BD59-A6C34878D82A}">
                    <a16:rowId xmlns:a16="http://schemas.microsoft.com/office/drawing/2014/main" val="1582331308"/>
                  </a:ext>
                </a:extLst>
              </a:tr>
              <a:tr h="378201">
                <a:tc>
                  <a:txBody>
                    <a:bodyPr/>
                    <a:lstStyle/>
                    <a:p>
                      <a:pPr algn="ctr"/>
                      <a:r>
                        <a:rPr lang="en-US" b="0" dirty="0"/>
                        <a:t>3</a:t>
                      </a:r>
                    </a:p>
                  </a:txBody>
                  <a:tcPr>
                    <a:solidFill>
                      <a:schemeClr val="accent2">
                        <a:lumMod val="20000"/>
                        <a:lumOff val="80000"/>
                      </a:schemeClr>
                    </a:solidFill>
                  </a:tcPr>
                </a:tc>
                <a:tc>
                  <a:txBody>
                    <a:bodyPr/>
                    <a:lstStyle/>
                    <a:p>
                      <a:pPr algn="ctr"/>
                      <a:r>
                        <a:rPr lang="en-US" b="0" dirty="0"/>
                        <a:t>8</a:t>
                      </a:r>
                    </a:p>
                  </a:txBody>
                  <a:tcPr>
                    <a:solidFill>
                      <a:schemeClr val="accent2">
                        <a:lumMod val="20000"/>
                        <a:lumOff val="80000"/>
                      </a:schemeClr>
                    </a:solidFill>
                  </a:tcPr>
                </a:tc>
                <a:tc>
                  <a:txBody>
                    <a:bodyPr/>
                    <a:lstStyle/>
                    <a:p>
                      <a:pPr algn="ctr"/>
                      <a:r>
                        <a:rPr lang="en-US" b="0" dirty="0"/>
                        <a:t>7</a:t>
                      </a:r>
                    </a:p>
                  </a:txBody>
                  <a:tcPr>
                    <a:solidFill>
                      <a:schemeClr val="accent2">
                        <a:lumMod val="20000"/>
                        <a:lumOff val="80000"/>
                      </a:schemeClr>
                    </a:solidFill>
                  </a:tcPr>
                </a:tc>
                <a:extLst>
                  <a:ext uri="{0D108BD9-81ED-4DB2-BD59-A6C34878D82A}">
                    <a16:rowId xmlns:a16="http://schemas.microsoft.com/office/drawing/2014/main" val="2361065743"/>
                  </a:ext>
                </a:extLst>
              </a:tr>
              <a:tr h="378201">
                <a:tc>
                  <a:txBody>
                    <a:bodyPr/>
                    <a:lstStyle/>
                    <a:p>
                      <a:pPr algn="ctr"/>
                      <a:endParaRPr lang="en-US" b="0" dirty="0"/>
                    </a:p>
                  </a:txBody>
                  <a:tcPr>
                    <a:solidFill>
                      <a:schemeClr val="accent2">
                        <a:lumMod val="20000"/>
                        <a:lumOff val="80000"/>
                      </a:schemeClr>
                    </a:solidFill>
                  </a:tcPr>
                </a:tc>
                <a:tc>
                  <a:txBody>
                    <a:bodyPr/>
                    <a:lstStyle/>
                    <a:p>
                      <a:pPr algn="ctr"/>
                      <a:r>
                        <a:rPr lang="en-US" b="0" dirty="0"/>
                        <a:t>5</a:t>
                      </a:r>
                    </a:p>
                  </a:txBody>
                  <a:tcPr>
                    <a:solidFill>
                      <a:schemeClr val="accent2">
                        <a:lumMod val="20000"/>
                        <a:lumOff val="80000"/>
                      </a:schemeClr>
                    </a:solidFill>
                  </a:tcPr>
                </a:tc>
                <a:tc>
                  <a:txBody>
                    <a:bodyPr/>
                    <a:lstStyle/>
                    <a:p>
                      <a:pPr algn="ctr"/>
                      <a:r>
                        <a:rPr lang="en-US" b="0" dirty="0"/>
                        <a:t>6</a:t>
                      </a:r>
                    </a:p>
                  </a:txBody>
                  <a:tcPr>
                    <a:solidFill>
                      <a:schemeClr val="accent2">
                        <a:lumMod val="20000"/>
                        <a:lumOff val="80000"/>
                      </a:schemeClr>
                    </a:solidFill>
                  </a:tcPr>
                </a:tc>
                <a:extLst>
                  <a:ext uri="{0D108BD9-81ED-4DB2-BD59-A6C34878D82A}">
                    <a16:rowId xmlns:a16="http://schemas.microsoft.com/office/drawing/2014/main" val="650413973"/>
                  </a:ext>
                </a:extLst>
              </a:tr>
            </a:tbl>
          </a:graphicData>
        </a:graphic>
      </p:graphicFrame>
      <p:graphicFrame>
        <p:nvGraphicFramePr>
          <p:cNvPr id="8" name="Table 7">
            <a:extLst>
              <a:ext uri="{FF2B5EF4-FFF2-40B4-BE49-F238E27FC236}">
                <a16:creationId xmlns:a16="http://schemas.microsoft.com/office/drawing/2014/main" id="{E2DDE563-F0B6-062D-1F1F-AFF215CAB340}"/>
              </a:ext>
            </a:extLst>
          </p:cNvPr>
          <p:cNvGraphicFramePr>
            <a:graphicFrameLocks noGrp="1"/>
          </p:cNvGraphicFramePr>
          <p:nvPr>
            <p:extLst>
              <p:ext uri="{D42A27DB-BD31-4B8C-83A1-F6EECF244321}">
                <p14:modId xmlns:p14="http://schemas.microsoft.com/office/powerpoint/2010/main" val="3215447507"/>
              </p:ext>
            </p:extLst>
          </p:nvPr>
        </p:nvGraphicFramePr>
        <p:xfrm>
          <a:off x="3044891" y="3907036"/>
          <a:ext cx="2584578" cy="1134603"/>
        </p:xfrm>
        <a:graphic>
          <a:graphicData uri="http://schemas.openxmlformats.org/drawingml/2006/table">
            <a:tbl>
              <a:tblPr firstRow="1" bandRow="1">
                <a:tableStyleId>{8A107856-5554-42FB-B03E-39F5DBC370BA}</a:tableStyleId>
              </a:tblPr>
              <a:tblGrid>
                <a:gridCol w="861526">
                  <a:extLst>
                    <a:ext uri="{9D8B030D-6E8A-4147-A177-3AD203B41FA5}">
                      <a16:colId xmlns:a16="http://schemas.microsoft.com/office/drawing/2014/main" val="1318805877"/>
                    </a:ext>
                  </a:extLst>
                </a:gridCol>
                <a:gridCol w="861526">
                  <a:extLst>
                    <a:ext uri="{9D8B030D-6E8A-4147-A177-3AD203B41FA5}">
                      <a16:colId xmlns:a16="http://schemas.microsoft.com/office/drawing/2014/main" val="612152497"/>
                    </a:ext>
                  </a:extLst>
                </a:gridCol>
                <a:gridCol w="861526">
                  <a:extLst>
                    <a:ext uri="{9D8B030D-6E8A-4147-A177-3AD203B41FA5}">
                      <a16:colId xmlns:a16="http://schemas.microsoft.com/office/drawing/2014/main" val="1048457642"/>
                    </a:ext>
                  </a:extLst>
                </a:gridCol>
              </a:tblGrid>
              <a:tr h="378201">
                <a:tc>
                  <a:txBody>
                    <a:bodyPr/>
                    <a:lstStyle/>
                    <a:p>
                      <a:pPr algn="ctr"/>
                      <a:r>
                        <a:rPr lang="en-US" b="0" dirty="0"/>
                        <a:t>2</a:t>
                      </a:r>
                    </a:p>
                  </a:txBody>
                  <a:tcPr>
                    <a:solidFill>
                      <a:schemeClr val="accent2">
                        <a:lumMod val="20000"/>
                        <a:lumOff val="80000"/>
                      </a:schemeClr>
                    </a:solidFill>
                  </a:tcPr>
                </a:tc>
                <a:tc>
                  <a:txBody>
                    <a:bodyPr/>
                    <a:lstStyle/>
                    <a:p>
                      <a:pPr algn="ctr"/>
                      <a:r>
                        <a:rPr lang="en-US" b="0" dirty="0"/>
                        <a:t>1</a:t>
                      </a:r>
                    </a:p>
                  </a:txBody>
                  <a:tcPr>
                    <a:solidFill>
                      <a:schemeClr val="accent2">
                        <a:lumMod val="20000"/>
                        <a:lumOff val="80000"/>
                      </a:schemeClr>
                    </a:solidFill>
                  </a:tcPr>
                </a:tc>
                <a:tc>
                  <a:txBody>
                    <a:bodyPr/>
                    <a:lstStyle/>
                    <a:p>
                      <a:pPr algn="ctr"/>
                      <a:r>
                        <a:rPr lang="en-US" b="0" dirty="0"/>
                        <a:t>4</a:t>
                      </a:r>
                    </a:p>
                  </a:txBody>
                  <a:tcPr>
                    <a:solidFill>
                      <a:schemeClr val="accent2">
                        <a:lumMod val="20000"/>
                        <a:lumOff val="80000"/>
                      </a:schemeClr>
                    </a:solidFill>
                  </a:tcPr>
                </a:tc>
                <a:extLst>
                  <a:ext uri="{0D108BD9-81ED-4DB2-BD59-A6C34878D82A}">
                    <a16:rowId xmlns:a16="http://schemas.microsoft.com/office/drawing/2014/main" val="1582331308"/>
                  </a:ext>
                </a:extLst>
              </a:tr>
              <a:tr h="378201">
                <a:tc>
                  <a:txBody>
                    <a:bodyPr/>
                    <a:lstStyle/>
                    <a:p>
                      <a:pPr algn="ctr"/>
                      <a:r>
                        <a:rPr lang="en-US" b="0" dirty="0"/>
                        <a:t>3</a:t>
                      </a:r>
                    </a:p>
                  </a:txBody>
                  <a:tcPr>
                    <a:solidFill>
                      <a:schemeClr val="accent2">
                        <a:lumMod val="20000"/>
                        <a:lumOff val="80000"/>
                      </a:schemeClr>
                    </a:solidFill>
                  </a:tcPr>
                </a:tc>
                <a:tc>
                  <a:txBody>
                    <a:bodyPr/>
                    <a:lstStyle/>
                    <a:p>
                      <a:pPr algn="ctr"/>
                      <a:endParaRPr lang="en-US" b="0" dirty="0"/>
                    </a:p>
                  </a:txBody>
                  <a:tcPr>
                    <a:solidFill>
                      <a:schemeClr val="accent2">
                        <a:lumMod val="20000"/>
                        <a:lumOff val="80000"/>
                      </a:schemeClr>
                    </a:solidFill>
                  </a:tcPr>
                </a:tc>
                <a:tc>
                  <a:txBody>
                    <a:bodyPr/>
                    <a:lstStyle/>
                    <a:p>
                      <a:pPr algn="ctr"/>
                      <a:r>
                        <a:rPr lang="en-US" b="0" dirty="0"/>
                        <a:t>7</a:t>
                      </a:r>
                    </a:p>
                  </a:txBody>
                  <a:tcPr>
                    <a:solidFill>
                      <a:schemeClr val="accent2">
                        <a:lumMod val="20000"/>
                        <a:lumOff val="80000"/>
                      </a:schemeClr>
                    </a:solidFill>
                  </a:tcPr>
                </a:tc>
                <a:extLst>
                  <a:ext uri="{0D108BD9-81ED-4DB2-BD59-A6C34878D82A}">
                    <a16:rowId xmlns:a16="http://schemas.microsoft.com/office/drawing/2014/main" val="2361065743"/>
                  </a:ext>
                </a:extLst>
              </a:tr>
              <a:tr h="378201">
                <a:tc>
                  <a:txBody>
                    <a:bodyPr/>
                    <a:lstStyle/>
                    <a:p>
                      <a:pPr algn="ctr"/>
                      <a:r>
                        <a:rPr lang="en-US" b="0" dirty="0"/>
                        <a:t>5</a:t>
                      </a:r>
                    </a:p>
                  </a:txBody>
                  <a:tcPr>
                    <a:solidFill>
                      <a:schemeClr val="accent2">
                        <a:lumMod val="20000"/>
                        <a:lumOff val="80000"/>
                      </a:schemeClr>
                    </a:solidFill>
                  </a:tcPr>
                </a:tc>
                <a:tc>
                  <a:txBody>
                    <a:bodyPr/>
                    <a:lstStyle/>
                    <a:p>
                      <a:pPr algn="ctr"/>
                      <a:r>
                        <a:rPr lang="en-US" b="0" dirty="0"/>
                        <a:t>8</a:t>
                      </a:r>
                    </a:p>
                  </a:txBody>
                  <a:tcPr>
                    <a:solidFill>
                      <a:schemeClr val="accent2">
                        <a:lumMod val="20000"/>
                        <a:lumOff val="80000"/>
                      </a:schemeClr>
                    </a:solidFill>
                  </a:tcPr>
                </a:tc>
                <a:tc>
                  <a:txBody>
                    <a:bodyPr/>
                    <a:lstStyle/>
                    <a:p>
                      <a:pPr algn="ctr"/>
                      <a:r>
                        <a:rPr lang="en-US" b="0" dirty="0"/>
                        <a:t>6</a:t>
                      </a:r>
                    </a:p>
                  </a:txBody>
                  <a:tcPr>
                    <a:solidFill>
                      <a:schemeClr val="accent2">
                        <a:lumMod val="20000"/>
                        <a:lumOff val="80000"/>
                      </a:schemeClr>
                    </a:solidFill>
                  </a:tcPr>
                </a:tc>
                <a:extLst>
                  <a:ext uri="{0D108BD9-81ED-4DB2-BD59-A6C34878D82A}">
                    <a16:rowId xmlns:a16="http://schemas.microsoft.com/office/drawing/2014/main" val="650413973"/>
                  </a:ext>
                </a:extLst>
              </a:tr>
            </a:tbl>
          </a:graphicData>
        </a:graphic>
      </p:graphicFrame>
      <p:graphicFrame>
        <p:nvGraphicFramePr>
          <p:cNvPr id="9" name="Table 8">
            <a:extLst>
              <a:ext uri="{FF2B5EF4-FFF2-40B4-BE49-F238E27FC236}">
                <a16:creationId xmlns:a16="http://schemas.microsoft.com/office/drawing/2014/main" id="{F224FDCF-A09C-357E-39AF-E49D83ADD457}"/>
              </a:ext>
            </a:extLst>
          </p:cNvPr>
          <p:cNvGraphicFramePr>
            <a:graphicFrameLocks noGrp="1"/>
          </p:cNvGraphicFramePr>
          <p:nvPr>
            <p:extLst>
              <p:ext uri="{D42A27DB-BD31-4B8C-83A1-F6EECF244321}">
                <p14:modId xmlns:p14="http://schemas.microsoft.com/office/powerpoint/2010/main" val="1027529017"/>
              </p:ext>
            </p:extLst>
          </p:nvPr>
        </p:nvGraphicFramePr>
        <p:xfrm>
          <a:off x="9056915" y="3907034"/>
          <a:ext cx="2584578" cy="1134603"/>
        </p:xfrm>
        <a:graphic>
          <a:graphicData uri="http://schemas.openxmlformats.org/drawingml/2006/table">
            <a:tbl>
              <a:tblPr firstRow="1" bandRow="1">
                <a:tableStyleId>{8A107856-5554-42FB-B03E-39F5DBC370BA}</a:tableStyleId>
              </a:tblPr>
              <a:tblGrid>
                <a:gridCol w="861526">
                  <a:extLst>
                    <a:ext uri="{9D8B030D-6E8A-4147-A177-3AD203B41FA5}">
                      <a16:colId xmlns:a16="http://schemas.microsoft.com/office/drawing/2014/main" val="1318805877"/>
                    </a:ext>
                  </a:extLst>
                </a:gridCol>
                <a:gridCol w="861526">
                  <a:extLst>
                    <a:ext uri="{9D8B030D-6E8A-4147-A177-3AD203B41FA5}">
                      <a16:colId xmlns:a16="http://schemas.microsoft.com/office/drawing/2014/main" val="612152497"/>
                    </a:ext>
                  </a:extLst>
                </a:gridCol>
                <a:gridCol w="861526">
                  <a:extLst>
                    <a:ext uri="{9D8B030D-6E8A-4147-A177-3AD203B41FA5}">
                      <a16:colId xmlns:a16="http://schemas.microsoft.com/office/drawing/2014/main" val="1048457642"/>
                    </a:ext>
                  </a:extLst>
                </a:gridCol>
              </a:tblGrid>
              <a:tr h="378201">
                <a:tc>
                  <a:txBody>
                    <a:bodyPr/>
                    <a:lstStyle/>
                    <a:p>
                      <a:pPr algn="ctr"/>
                      <a:r>
                        <a:rPr lang="en-US" b="0" dirty="0"/>
                        <a:t>2</a:t>
                      </a:r>
                    </a:p>
                  </a:txBody>
                  <a:tcPr>
                    <a:solidFill>
                      <a:schemeClr val="accent2">
                        <a:lumMod val="20000"/>
                        <a:lumOff val="80000"/>
                      </a:schemeClr>
                    </a:solidFill>
                  </a:tcPr>
                </a:tc>
                <a:tc>
                  <a:txBody>
                    <a:bodyPr/>
                    <a:lstStyle/>
                    <a:p>
                      <a:pPr algn="ctr"/>
                      <a:r>
                        <a:rPr lang="en-US" b="0" dirty="0"/>
                        <a:t>1</a:t>
                      </a:r>
                    </a:p>
                  </a:txBody>
                  <a:tcPr>
                    <a:solidFill>
                      <a:schemeClr val="accent2">
                        <a:lumMod val="20000"/>
                        <a:lumOff val="80000"/>
                      </a:schemeClr>
                    </a:solidFill>
                  </a:tcPr>
                </a:tc>
                <a:tc>
                  <a:txBody>
                    <a:bodyPr/>
                    <a:lstStyle/>
                    <a:p>
                      <a:pPr algn="ctr"/>
                      <a:endParaRPr lang="en-US" b="0" dirty="0"/>
                    </a:p>
                  </a:txBody>
                  <a:tcPr>
                    <a:solidFill>
                      <a:schemeClr val="accent2">
                        <a:lumMod val="20000"/>
                        <a:lumOff val="80000"/>
                      </a:schemeClr>
                    </a:solidFill>
                  </a:tcPr>
                </a:tc>
                <a:extLst>
                  <a:ext uri="{0D108BD9-81ED-4DB2-BD59-A6C34878D82A}">
                    <a16:rowId xmlns:a16="http://schemas.microsoft.com/office/drawing/2014/main" val="1582331308"/>
                  </a:ext>
                </a:extLst>
              </a:tr>
              <a:tr h="378201">
                <a:tc>
                  <a:txBody>
                    <a:bodyPr/>
                    <a:lstStyle/>
                    <a:p>
                      <a:pPr algn="ctr"/>
                      <a:r>
                        <a:rPr lang="en-US" b="0" dirty="0"/>
                        <a:t>3</a:t>
                      </a:r>
                    </a:p>
                  </a:txBody>
                  <a:tcPr>
                    <a:solidFill>
                      <a:schemeClr val="accent2">
                        <a:lumMod val="20000"/>
                        <a:lumOff val="80000"/>
                      </a:schemeClr>
                    </a:solidFill>
                  </a:tcPr>
                </a:tc>
                <a:tc>
                  <a:txBody>
                    <a:bodyPr/>
                    <a:lstStyle/>
                    <a:p>
                      <a:pPr algn="ctr"/>
                      <a:r>
                        <a:rPr lang="en-US" b="0" dirty="0"/>
                        <a:t>8</a:t>
                      </a:r>
                    </a:p>
                  </a:txBody>
                  <a:tcPr>
                    <a:solidFill>
                      <a:schemeClr val="accent2">
                        <a:lumMod val="20000"/>
                        <a:lumOff val="80000"/>
                      </a:schemeClr>
                    </a:solidFill>
                  </a:tcPr>
                </a:tc>
                <a:tc>
                  <a:txBody>
                    <a:bodyPr/>
                    <a:lstStyle/>
                    <a:p>
                      <a:pPr algn="ctr"/>
                      <a:r>
                        <a:rPr lang="en-US" b="0" dirty="0"/>
                        <a:t>4</a:t>
                      </a:r>
                    </a:p>
                  </a:txBody>
                  <a:tcPr>
                    <a:solidFill>
                      <a:schemeClr val="accent2">
                        <a:lumMod val="20000"/>
                        <a:lumOff val="80000"/>
                      </a:schemeClr>
                    </a:solidFill>
                  </a:tcPr>
                </a:tc>
                <a:extLst>
                  <a:ext uri="{0D108BD9-81ED-4DB2-BD59-A6C34878D82A}">
                    <a16:rowId xmlns:a16="http://schemas.microsoft.com/office/drawing/2014/main" val="2361065743"/>
                  </a:ext>
                </a:extLst>
              </a:tr>
              <a:tr h="378201">
                <a:tc>
                  <a:txBody>
                    <a:bodyPr/>
                    <a:lstStyle/>
                    <a:p>
                      <a:pPr algn="ctr"/>
                      <a:r>
                        <a:rPr lang="en-US" b="0" dirty="0"/>
                        <a:t>5</a:t>
                      </a:r>
                    </a:p>
                  </a:txBody>
                  <a:tcPr>
                    <a:solidFill>
                      <a:schemeClr val="accent2">
                        <a:lumMod val="20000"/>
                        <a:lumOff val="80000"/>
                      </a:schemeClr>
                    </a:solidFill>
                  </a:tcPr>
                </a:tc>
                <a:tc>
                  <a:txBody>
                    <a:bodyPr/>
                    <a:lstStyle/>
                    <a:p>
                      <a:pPr algn="ctr"/>
                      <a:r>
                        <a:rPr lang="en-US" b="0" dirty="0"/>
                        <a:t>6</a:t>
                      </a:r>
                    </a:p>
                  </a:txBody>
                  <a:tcPr>
                    <a:solidFill>
                      <a:schemeClr val="accent2">
                        <a:lumMod val="20000"/>
                        <a:lumOff val="80000"/>
                      </a:schemeClr>
                    </a:solidFill>
                  </a:tcPr>
                </a:tc>
                <a:tc>
                  <a:txBody>
                    <a:bodyPr/>
                    <a:lstStyle/>
                    <a:p>
                      <a:pPr algn="ctr"/>
                      <a:r>
                        <a:rPr lang="en-US" b="0" dirty="0"/>
                        <a:t>7</a:t>
                      </a:r>
                    </a:p>
                  </a:txBody>
                  <a:tcPr>
                    <a:solidFill>
                      <a:schemeClr val="accent2">
                        <a:lumMod val="20000"/>
                        <a:lumOff val="80000"/>
                      </a:schemeClr>
                    </a:solidFill>
                  </a:tcPr>
                </a:tc>
                <a:extLst>
                  <a:ext uri="{0D108BD9-81ED-4DB2-BD59-A6C34878D82A}">
                    <a16:rowId xmlns:a16="http://schemas.microsoft.com/office/drawing/2014/main" val="650413973"/>
                  </a:ext>
                </a:extLst>
              </a:tr>
            </a:tbl>
          </a:graphicData>
        </a:graphic>
      </p:graphicFrame>
      <p:graphicFrame>
        <p:nvGraphicFramePr>
          <p:cNvPr id="10" name="Table 9">
            <a:extLst>
              <a:ext uri="{FF2B5EF4-FFF2-40B4-BE49-F238E27FC236}">
                <a16:creationId xmlns:a16="http://schemas.microsoft.com/office/drawing/2014/main" id="{A84860DA-248C-DC8D-6A01-F5EC71B33B89}"/>
              </a:ext>
            </a:extLst>
          </p:cNvPr>
          <p:cNvGraphicFramePr>
            <a:graphicFrameLocks noGrp="1"/>
          </p:cNvGraphicFramePr>
          <p:nvPr>
            <p:extLst>
              <p:ext uri="{D42A27DB-BD31-4B8C-83A1-F6EECF244321}">
                <p14:modId xmlns:p14="http://schemas.microsoft.com/office/powerpoint/2010/main" val="2571357277"/>
              </p:ext>
            </p:extLst>
          </p:nvPr>
        </p:nvGraphicFramePr>
        <p:xfrm>
          <a:off x="6096000" y="3907035"/>
          <a:ext cx="2584578" cy="1134603"/>
        </p:xfrm>
        <a:graphic>
          <a:graphicData uri="http://schemas.openxmlformats.org/drawingml/2006/table">
            <a:tbl>
              <a:tblPr firstRow="1" bandRow="1">
                <a:tableStyleId>{8A107856-5554-42FB-B03E-39F5DBC370BA}</a:tableStyleId>
              </a:tblPr>
              <a:tblGrid>
                <a:gridCol w="861526">
                  <a:extLst>
                    <a:ext uri="{9D8B030D-6E8A-4147-A177-3AD203B41FA5}">
                      <a16:colId xmlns:a16="http://schemas.microsoft.com/office/drawing/2014/main" val="1318805877"/>
                    </a:ext>
                  </a:extLst>
                </a:gridCol>
                <a:gridCol w="861526">
                  <a:extLst>
                    <a:ext uri="{9D8B030D-6E8A-4147-A177-3AD203B41FA5}">
                      <a16:colId xmlns:a16="http://schemas.microsoft.com/office/drawing/2014/main" val="612152497"/>
                    </a:ext>
                  </a:extLst>
                </a:gridCol>
                <a:gridCol w="861526">
                  <a:extLst>
                    <a:ext uri="{9D8B030D-6E8A-4147-A177-3AD203B41FA5}">
                      <a16:colId xmlns:a16="http://schemas.microsoft.com/office/drawing/2014/main" val="1048457642"/>
                    </a:ext>
                  </a:extLst>
                </a:gridCol>
              </a:tblGrid>
              <a:tr h="378201">
                <a:tc>
                  <a:txBody>
                    <a:bodyPr/>
                    <a:lstStyle/>
                    <a:p>
                      <a:pPr algn="ctr"/>
                      <a:r>
                        <a:rPr lang="en-US" b="0" dirty="0"/>
                        <a:t>2</a:t>
                      </a:r>
                    </a:p>
                  </a:txBody>
                  <a:tcPr>
                    <a:solidFill>
                      <a:schemeClr val="accent2">
                        <a:lumMod val="20000"/>
                        <a:lumOff val="80000"/>
                      </a:schemeClr>
                    </a:solidFill>
                  </a:tcPr>
                </a:tc>
                <a:tc>
                  <a:txBody>
                    <a:bodyPr/>
                    <a:lstStyle/>
                    <a:p>
                      <a:pPr algn="ctr"/>
                      <a:r>
                        <a:rPr lang="en-US" b="0" dirty="0"/>
                        <a:t>1</a:t>
                      </a:r>
                    </a:p>
                  </a:txBody>
                  <a:tcPr>
                    <a:solidFill>
                      <a:schemeClr val="accent2">
                        <a:lumMod val="20000"/>
                        <a:lumOff val="80000"/>
                      </a:schemeClr>
                    </a:solidFill>
                  </a:tcPr>
                </a:tc>
                <a:tc>
                  <a:txBody>
                    <a:bodyPr/>
                    <a:lstStyle/>
                    <a:p>
                      <a:pPr algn="ctr"/>
                      <a:r>
                        <a:rPr lang="en-US" b="0" dirty="0"/>
                        <a:t>4</a:t>
                      </a:r>
                    </a:p>
                  </a:txBody>
                  <a:tcPr>
                    <a:solidFill>
                      <a:schemeClr val="accent2">
                        <a:lumMod val="20000"/>
                        <a:lumOff val="80000"/>
                      </a:schemeClr>
                    </a:solidFill>
                  </a:tcPr>
                </a:tc>
                <a:extLst>
                  <a:ext uri="{0D108BD9-81ED-4DB2-BD59-A6C34878D82A}">
                    <a16:rowId xmlns:a16="http://schemas.microsoft.com/office/drawing/2014/main" val="1582331308"/>
                  </a:ext>
                </a:extLst>
              </a:tr>
              <a:tr h="378201">
                <a:tc>
                  <a:txBody>
                    <a:bodyPr/>
                    <a:lstStyle/>
                    <a:p>
                      <a:pPr algn="ctr"/>
                      <a:r>
                        <a:rPr lang="en-US" b="0" dirty="0"/>
                        <a:t>3</a:t>
                      </a:r>
                    </a:p>
                  </a:txBody>
                  <a:tcPr>
                    <a:solidFill>
                      <a:schemeClr val="accent2">
                        <a:lumMod val="20000"/>
                        <a:lumOff val="80000"/>
                      </a:schemeClr>
                    </a:solidFill>
                  </a:tcPr>
                </a:tc>
                <a:tc>
                  <a:txBody>
                    <a:bodyPr/>
                    <a:lstStyle/>
                    <a:p>
                      <a:pPr algn="ctr"/>
                      <a:endParaRPr lang="en-US" b="0" dirty="0"/>
                    </a:p>
                  </a:txBody>
                  <a:tcPr>
                    <a:solidFill>
                      <a:schemeClr val="accent2">
                        <a:lumMod val="20000"/>
                        <a:lumOff val="80000"/>
                      </a:schemeClr>
                    </a:solidFill>
                  </a:tcPr>
                </a:tc>
                <a:tc>
                  <a:txBody>
                    <a:bodyPr/>
                    <a:lstStyle/>
                    <a:p>
                      <a:pPr algn="ctr"/>
                      <a:r>
                        <a:rPr lang="en-US" b="0" dirty="0"/>
                        <a:t>8</a:t>
                      </a:r>
                    </a:p>
                  </a:txBody>
                  <a:tcPr>
                    <a:solidFill>
                      <a:schemeClr val="accent2">
                        <a:lumMod val="20000"/>
                        <a:lumOff val="80000"/>
                      </a:schemeClr>
                    </a:solidFill>
                  </a:tcPr>
                </a:tc>
                <a:extLst>
                  <a:ext uri="{0D108BD9-81ED-4DB2-BD59-A6C34878D82A}">
                    <a16:rowId xmlns:a16="http://schemas.microsoft.com/office/drawing/2014/main" val="2361065743"/>
                  </a:ext>
                </a:extLst>
              </a:tr>
              <a:tr h="378201">
                <a:tc>
                  <a:txBody>
                    <a:bodyPr/>
                    <a:lstStyle/>
                    <a:p>
                      <a:pPr algn="ctr"/>
                      <a:r>
                        <a:rPr lang="en-US" b="0" dirty="0"/>
                        <a:t>5</a:t>
                      </a:r>
                    </a:p>
                  </a:txBody>
                  <a:tcPr>
                    <a:solidFill>
                      <a:schemeClr val="accent2">
                        <a:lumMod val="20000"/>
                        <a:lumOff val="80000"/>
                      </a:schemeClr>
                    </a:solidFill>
                  </a:tcPr>
                </a:tc>
                <a:tc>
                  <a:txBody>
                    <a:bodyPr/>
                    <a:lstStyle/>
                    <a:p>
                      <a:pPr algn="ctr"/>
                      <a:r>
                        <a:rPr lang="en-US" b="0" dirty="0"/>
                        <a:t>6</a:t>
                      </a:r>
                    </a:p>
                  </a:txBody>
                  <a:tcPr>
                    <a:solidFill>
                      <a:schemeClr val="accent2">
                        <a:lumMod val="20000"/>
                        <a:lumOff val="80000"/>
                      </a:schemeClr>
                    </a:solidFill>
                  </a:tcPr>
                </a:tc>
                <a:tc>
                  <a:txBody>
                    <a:bodyPr/>
                    <a:lstStyle/>
                    <a:p>
                      <a:pPr algn="ctr"/>
                      <a:r>
                        <a:rPr lang="en-US" b="0" dirty="0"/>
                        <a:t>7</a:t>
                      </a:r>
                    </a:p>
                  </a:txBody>
                  <a:tcPr>
                    <a:solidFill>
                      <a:schemeClr val="accent2">
                        <a:lumMod val="20000"/>
                        <a:lumOff val="80000"/>
                      </a:schemeClr>
                    </a:solidFill>
                  </a:tcPr>
                </a:tc>
                <a:extLst>
                  <a:ext uri="{0D108BD9-81ED-4DB2-BD59-A6C34878D82A}">
                    <a16:rowId xmlns:a16="http://schemas.microsoft.com/office/drawing/2014/main" val="650413973"/>
                  </a:ext>
                </a:extLst>
              </a:tr>
            </a:tbl>
          </a:graphicData>
        </a:graphic>
      </p:graphicFrame>
      <p:cxnSp>
        <p:nvCxnSpPr>
          <p:cNvPr id="12" name="Straight Arrow Connector 11">
            <a:extLst>
              <a:ext uri="{FF2B5EF4-FFF2-40B4-BE49-F238E27FC236}">
                <a16:creationId xmlns:a16="http://schemas.microsoft.com/office/drawing/2014/main" id="{F87BC08B-9A6B-257C-A9C4-73073573CA38}"/>
              </a:ext>
            </a:extLst>
          </p:cNvPr>
          <p:cNvCxnSpPr>
            <a:cxnSpLocks/>
            <a:stCxn id="4" idx="2"/>
            <a:endCxn id="6" idx="0"/>
          </p:cNvCxnSpPr>
          <p:nvPr/>
        </p:nvCxnSpPr>
        <p:spPr>
          <a:xfrm flipH="1">
            <a:off x="2894045" y="1530219"/>
            <a:ext cx="2960914" cy="5511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66DD717D-811F-BA8E-1CFB-F73CE3D372E3}"/>
              </a:ext>
            </a:extLst>
          </p:cNvPr>
          <p:cNvCxnSpPr>
            <a:cxnSpLocks/>
            <a:stCxn id="4" idx="2"/>
            <a:endCxn id="5" idx="0"/>
          </p:cNvCxnSpPr>
          <p:nvPr/>
        </p:nvCxnSpPr>
        <p:spPr>
          <a:xfrm>
            <a:off x="5854959" y="1530219"/>
            <a:ext cx="2457062" cy="5511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BA810587-0E9D-7637-D4E9-9A4CE4FF52FB}"/>
              </a:ext>
            </a:extLst>
          </p:cNvPr>
          <p:cNvCxnSpPr>
            <a:cxnSpLocks/>
            <a:stCxn id="6" idx="2"/>
            <a:endCxn id="7" idx="0"/>
          </p:cNvCxnSpPr>
          <p:nvPr/>
        </p:nvCxnSpPr>
        <p:spPr>
          <a:xfrm flipH="1">
            <a:off x="1519334" y="3215949"/>
            <a:ext cx="1374711" cy="6910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8AC33E50-7AC9-4AB5-0913-F93A0A3E4466}"/>
              </a:ext>
            </a:extLst>
          </p:cNvPr>
          <p:cNvCxnSpPr>
            <a:cxnSpLocks/>
            <a:stCxn id="6" idx="2"/>
            <a:endCxn id="8" idx="0"/>
          </p:cNvCxnSpPr>
          <p:nvPr/>
        </p:nvCxnSpPr>
        <p:spPr>
          <a:xfrm>
            <a:off x="2894045" y="3215949"/>
            <a:ext cx="1443135" cy="6910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57FBBC49-CAF7-0360-C2D2-8E7D471E5641}"/>
              </a:ext>
            </a:extLst>
          </p:cNvPr>
          <p:cNvCxnSpPr>
            <a:cxnSpLocks/>
          </p:cNvCxnSpPr>
          <p:nvPr/>
        </p:nvCxnSpPr>
        <p:spPr>
          <a:xfrm flipH="1">
            <a:off x="6982410" y="3215947"/>
            <a:ext cx="1374711" cy="6910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4262A65F-8896-7FDD-FBCF-F89C710B7342}"/>
              </a:ext>
            </a:extLst>
          </p:cNvPr>
          <p:cNvCxnSpPr>
            <a:cxnSpLocks/>
          </p:cNvCxnSpPr>
          <p:nvPr/>
        </p:nvCxnSpPr>
        <p:spPr>
          <a:xfrm>
            <a:off x="8357121" y="3215947"/>
            <a:ext cx="1443135" cy="6910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6" name="Picture 25">
            <a:extLst>
              <a:ext uri="{FF2B5EF4-FFF2-40B4-BE49-F238E27FC236}">
                <a16:creationId xmlns:a16="http://schemas.microsoft.com/office/drawing/2014/main" id="{C268C50F-E954-D26E-2D55-D250084862F2}"/>
              </a:ext>
            </a:extLst>
          </p:cNvPr>
          <p:cNvPicPr>
            <a:picLocks noChangeAspect="1"/>
          </p:cNvPicPr>
          <p:nvPr/>
        </p:nvPicPr>
        <p:blipFill>
          <a:blip r:embed="rId2"/>
          <a:srcRect l="51133" t="31216" r="36829" b="43288"/>
          <a:stretch/>
        </p:blipFill>
        <p:spPr>
          <a:xfrm>
            <a:off x="9854684" y="136860"/>
            <a:ext cx="1796142" cy="2139948"/>
          </a:xfrm>
          <a:prstGeom prst="rect">
            <a:avLst/>
          </a:prstGeom>
        </p:spPr>
      </p:pic>
      <p:sp>
        <p:nvSpPr>
          <p:cNvPr id="27" name="TextBox 26">
            <a:extLst>
              <a:ext uri="{FF2B5EF4-FFF2-40B4-BE49-F238E27FC236}">
                <a16:creationId xmlns:a16="http://schemas.microsoft.com/office/drawing/2014/main" id="{1CDA38E4-2E01-91D7-627C-63EFB1BBAC36}"/>
              </a:ext>
            </a:extLst>
          </p:cNvPr>
          <p:cNvSpPr txBox="1"/>
          <p:nvPr/>
        </p:nvSpPr>
        <p:spPr>
          <a:xfrm>
            <a:off x="3808334" y="6093052"/>
            <a:ext cx="5205143" cy="369332"/>
          </a:xfrm>
          <a:prstGeom prst="rect">
            <a:avLst/>
          </a:prstGeom>
          <a:noFill/>
        </p:spPr>
        <p:txBody>
          <a:bodyPr wrap="none" rtlCol="0">
            <a:spAutoFit/>
          </a:bodyPr>
          <a:lstStyle/>
          <a:p>
            <a:r>
              <a:rPr lang="en-US" dirty="0">
                <a:solidFill>
                  <a:srgbClr val="FF0000"/>
                </a:solidFill>
              </a:rPr>
              <a:t>Allowed moves in order are (left , up , right , down )</a:t>
            </a:r>
          </a:p>
        </p:txBody>
      </p:sp>
      <p:sp>
        <p:nvSpPr>
          <p:cNvPr id="2" name="TextBox 1">
            <a:extLst>
              <a:ext uri="{FF2B5EF4-FFF2-40B4-BE49-F238E27FC236}">
                <a16:creationId xmlns:a16="http://schemas.microsoft.com/office/drawing/2014/main" id="{0F0531B6-C5B4-8453-1A2E-2649BACE8DA9}"/>
              </a:ext>
            </a:extLst>
          </p:cNvPr>
          <p:cNvSpPr txBox="1"/>
          <p:nvPr/>
        </p:nvSpPr>
        <p:spPr>
          <a:xfrm>
            <a:off x="382554" y="366230"/>
            <a:ext cx="1472679" cy="2585323"/>
          </a:xfrm>
          <a:prstGeom prst="rect">
            <a:avLst/>
          </a:prstGeom>
          <a:noFill/>
        </p:spPr>
        <p:txBody>
          <a:bodyPr wrap="square" rtlCol="0">
            <a:spAutoFit/>
          </a:bodyPr>
          <a:lstStyle/>
          <a:p>
            <a:r>
              <a:rPr lang="en-US" dirty="0"/>
              <a:t>operations : </a:t>
            </a:r>
          </a:p>
          <a:p>
            <a:r>
              <a:rPr lang="en-US" dirty="0"/>
              <a:t>  </a:t>
            </a:r>
          </a:p>
          <a:p>
            <a:r>
              <a:rPr lang="en-US" dirty="0"/>
              <a:t>mL</a:t>
            </a:r>
          </a:p>
          <a:p>
            <a:r>
              <a:rPr lang="en-US" dirty="0"/>
              <a:t>mU</a:t>
            </a:r>
          </a:p>
          <a:p>
            <a:r>
              <a:rPr lang="en-US" dirty="0"/>
              <a:t>mR</a:t>
            </a:r>
          </a:p>
          <a:p>
            <a:r>
              <a:rPr lang="en-US" dirty="0"/>
              <a:t>mD</a:t>
            </a:r>
          </a:p>
          <a:p>
            <a:r>
              <a:rPr lang="en-US" dirty="0"/>
              <a:t> </a:t>
            </a:r>
          </a:p>
          <a:p>
            <a:endParaRPr lang="en-US" dirty="0"/>
          </a:p>
          <a:p>
            <a:endParaRPr lang="en-US" dirty="0"/>
          </a:p>
        </p:txBody>
      </p:sp>
      <p:sp>
        <p:nvSpPr>
          <p:cNvPr id="11" name="TextBox 10">
            <a:extLst>
              <a:ext uri="{FF2B5EF4-FFF2-40B4-BE49-F238E27FC236}">
                <a16:creationId xmlns:a16="http://schemas.microsoft.com/office/drawing/2014/main" id="{484581B2-3B84-FB96-C826-2EE772DBDD87}"/>
              </a:ext>
            </a:extLst>
          </p:cNvPr>
          <p:cNvSpPr txBox="1"/>
          <p:nvPr/>
        </p:nvSpPr>
        <p:spPr>
          <a:xfrm>
            <a:off x="1932997" y="1712013"/>
            <a:ext cx="590161" cy="369332"/>
          </a:xfrm>
          <a:prstGeom prst="rect">
            <a:avLst/>
          </a:prstGeom>
          <a:noFill/>
        </p:spPr>
        <p:txBody>
          <a:bodyPr wrap="square">
            <a:spAutoFit/>
          </a:bodyPr>
          <a:lstStyle/>
          <a:p>
            <a:r>
              <a:rPr lang="en-US" dirty="0"/>
              <a:t>mL</a:t>
            </a:r>
          </a:p>
        </p:txBody>
      </p:sp>
      <p:sp>
        <p:nvSpPr>
          <p:cNvPr id="13" name="TextBox 12">
            <a:extLst>
              <a:ext uri="{FF2B5EF4-FFF2-40B4-BE49-F238E27FC236}">
                <a16:creationId xmlns:a16="http://schemas.microsoft.com/office/drawing/2014/main" id="{EA6F577C-630A-B8AD-BBA4-8DD344CD8628}"/>
              </a:ext>
            </a:extLst>
          </p:cNvPr>
          <p:cNvSpPr txBox="1"/>
          <p:nvPr/>
        </p:nvSpPr>
        <p:spPr>
          <a:xfrm>
            <a:off x="8312021" y="1712012"/>
            <a:ext cx="590161" cy="369332"/>
          </a:xfrm>
          <a:prstGeom prst="rect">
            <a:avLst/>
          </a:prstGeom>
          <a:noFill/>
        </p:spPr>
        <p:txBody>
          <a:bodyPr wrap="square">
            <a:spAutoFit/>
          </a:bodyPr>
          <a:lstStyle/>
          <a:p>
            <a:r>
              <a:rPr lang="en-US" dirty="0"/>
              <a:t>mU</a:t>
            </a:r>
          </a:p>
        </p:txBody>
      </p:sp>
      <p:sp>
        <p:nvSpPr>
          <p:cNvPr id="15" name="TextBox 14">
            <a:extLst>
              <a:ext uri="{FF2B5EF4-FFF2-40B4-BE49-F238E27FC236}">
                <a16:creationId xmlns:a16="http://schemas.microsoft.com/office/drawing/2014/main" id="{CB82A659-CD0F-9B06-E612-EA8877C92A84}"/>
              </a:ext>
            </a:extLst>
          </p:cNvPr>
          <p:cNvSpPr txBox="1"/>
          <p:nvPr/>
        </p:nvSpPr>
        <p:spPr>
          <a:xfrm>
            <a:off x="757727" y="3496023"/>
            <a:ext cx="590161" cy="369332"/>
          </a:xfrm>
          <a:prstGeom prst="rect">
            <a:avLst/>
          </a:prstGeom>
          <a:noFill/>
        </p:spPr>
        <p:txBody>
          <a:bodyPr wrap="square">
            <a:spAutoFit/>
          </a:bodyPr>
          <a:lstStyle/>
          <a:p>
            <a:r>
              <a:rPr lang="en-US" dirty="0"/>
              <a:t>mL</a:t>
            </a:r>
          </a:p>
        </p:txBody>
      </p:sp>
      <p:sp>
        <p:nvSpPr>
          <p:cNvPr id="16" name="TextBox 15">
            <a:extLst>
              <a:ext uri="{FF2B5EF4-FFF2-40B4-BE49-F238E27FC236}">
                <a16:creationId xmlns:a16="http://schemas.microsoft.com/office/drawing/2014/main" id="{22B67791-9AFA-C347-2199-2C75C571AD5A}"/>
              </a:ext>
            </a:extLst>
          </p:cNvPr>
          <p:cNvSpPr txBox="1"/>
          <p:nvPr/>
        </p:nvSpPr>
        <p:spPr>
          <a:xfrm>
            <a:off x="4368671" y="3496023"/>
            <a:ext cx="590161" cy="369332"/>
          </a:xfrm>
          <a:prstGeom prst="rect">
            <a:avLst/>
          </a:prstGeom>
          <a:noFill/>
        </p:spPr>
        <p:txBody>
          <a:bodyPr wrap="square">
            <a:spAutoFit/>
          </a:bodyPr>
          <a:lstStyle/>
          <a:p>
            <a:r>
              <a:rPr lang="en-US" dirty="0"/>
              <a:t>mU</a:t>
            </a:r>
          </a:p>
        </p:txBody>
      </p:sp>
      <p:sp>
        <p:nvSpPr>
          <p:cNvPr id="17" name="TextBox 16">
            <a:extLst>
              <a:ext uri="{FF2B5EF4-FFF2-40B4-BE49-F238E27FC236}">
                <a16:creationId xmlns:a16="http://schemas.microsoft.com/office/drawing/2014/main" id="{5628CCFA-CE44-3340-85F8-4B08FADDB67E}"/>
              </a:ext>
            </a:extLst>
          </p:cNvPr>
          <p:cNvSpPr txBox="1"/>
          <p:nvPr/>
        </p:nvSpPr>
        <p:spPr>
          <a:xfrm>
            <a:off x="6501104" y="3519112"/>
            <a:ext cx="590161" cy="369332"/>
          </a:xfrm>
          <a:prstGeom prst="rect">
            <a:avLst/>
          </a:prstGeom>
          <a:noFill/>
        </p:spPr>
        <p:txBody>
          <a:bodyPr wrap="square">
            <a:spAutoFit/>
          </a:bodyPr>
          <a:lstStyle/>
          <a:p>
            <a:r>
              <a:rPr lang="en-US" dirty="0"/>
              <a:t>mL</a:t>
            </a:r>
          </a:p>
        </p:txBody>
      </p:sp>
      <p:sp>
        <p:nvSpPr>
          <p:cNvPr id="19" name="TextBox 18">
            <a:extLst>
              <a:ext uri="{FF2B5EF4-FFF2-40B4-BE49-F238E27FC236}">
                <a16:creationId xmlns:a16="http://schemas.microsoft.com/office/drawing/2014/main" id="{F016C0AC-85F3-4502-2601-9A6EBC302998}"/>
              </a:ext>
            </a:extLst>
          </p:cNvPr>
          <p:cNvSpPr txBox="1"/>
          <p:nvPr/>
        </p:nvSpPr>
        <p:spPr>
          <a:xfrm>
            <a:off x="9984533" y="3429000"/>
            <a:ext cx="590161" cy="369332"/>
          </a:xfrm>
          <a:prstGeom prst="rect">
            <a:avLst/>
          </a:prstGeom>
          <a:noFill/>
        </p:spPr>
        <p:txBody>
          <a:bodyPr wrap="square">
            <a:spAutoFit/>
          </a:bodyPr>
          <a:lstStyle/>
          <a:p>
            <a:r>
              <a:rPr lang="en-US" dirty="0"/>
              <a:t>mU</a:t>
            </a:r>
          </a:p>
        </p:txBody>
      </p:sp>
    </p:spTree>
    <p:extLst>
      <p:ext uri="{BB962C8B-B14F-4D97-AF65-F5344CB8AC3E}">
        <p14:creationId xmlns:p14="http://schemas.microsoft.com/office/powerpoint/2010/main" val="1013988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6" grpId="0"/>
      <p:bldP spid="17" grpId="0"/>
      <p:bldP spid="1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0D452612-B3FA-5FC3-A2A9-A24C8CBADF16}"/>
              </a:ext>
            </a:extLst>
          </p:cNvPr>
          <p:cNvSpPr>
            <a:spLocks noGrp="1"/>
          </p:cNvSpPr>
          <p:nvPr>
            <p:ph idx="1"/>
          </p:nvPr>
        </p:nvSpPr>
        <p:spPr>
          <a:xfrm>
            <a:off x="290456" y="494852"/>
            <a:ext cx="11063344" cy="5682111"/>
          </a:xfrm>
        </p:spPr>
        <p:txBody>
          <a:bodyPr>
            <a:normAutofit/>
          </a:bodyPr>
          <a:lstStyle/>
          <a:p>
            <a:r>
              <a:rPr lang="en-US" sz="2400" dirty="0"/>
              <a:t>You have 3 water jugs whose capacities are 10, 7 and 3 liters respectively. The first jug is full and the other 2 jugs are empty. It is required to put 5 liters in the first and 5 liters in the second. (Note: no additional source of water is available and no tool for measuring). Define the initial and goal states, state variables, operators, and draw the state space tree for the given problem. </a:t>
            </a:r>
          </a:p>
        </p:txBody>
      </p:sp>
      <p:pic>
        <p:nvPicPr>
          <p:cNvPr id="5" name="Picture 2" descr="Jar Bottle Store Vessel Pickle Comments - Pickling Svg Icon Transparent PNG  - 546x980 - Free Download on NicePNG">
            <a:extLst>
              <a:ext uri="{FF2B5EF4-FFF2-40B4-BE49-F238E27FC236}">
                <a16:creationId xmlns:a16="http://schemas.microsoft.com/office/drawing/2014/main" id="{5E080AA6-9206-C1A9-8958-B487078E2C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7515" y="3623712"/>
            <a:ext cx="945384" cy="1222096"/>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6" name="Picture 2" descr="Jar Bottle Store Vessel Pickle Comments - Pickling Svg Icon Transparent PNG  - 546x980 - Free Download on NicePNG">
            <a:extLst>
              <a:ext uri="{FF2B5EF4-FFF2-40B4-BE49-F238E27FC236}">
                <a16:creationId xmlns:a16="http://schemas.microsoft.com/office/drawing/2014/main" id="{5FC41205-6678-5C7F-6E57-A1438CBD5C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3938" y="3623712"/>
            <a:ext cx="945384" cy="1222096"/>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7" name="Picture 2" descr="Jar Bottle Store Vessel Pickle Comments - Pickling Svg Icon Transparent PNG  - 546x980 - Free Download on NicePNG">
            <a:extLst>
              <a:ext uri="{FF2B5EF4-FFF2-40B4-BE49-F238E27FC236}">
                <a16:creationId xmlns:a16="http://schemas.microsoft.com/office/drawing/2014/main" id="{F882A036-EADB-C195-898E-FCFF2A6491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0361" y="3623712"/>
            <a:ext cx="945384" cy="1222096"/>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8" name="Picture 2" descr="Jar Bottle Store Vessel Pickle Comments - Pickling Svg Icon Transparent PNG  - 546x980 - Free Download on NicePNG">
            <a:extLst>
              <a:ext uri="{FF2B5EF4-FFF2-40B4-BE49-F238E27FC236}">
                <a16:creationId xmlns:a16="http://schemas.microsoft.com/office/drawing/2014/main" id="{CB8AD2FD-9224-0753-7EB0-5BF0C35D4B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1197" y="3518846"/>
            <a:ext cx="945384" cy="1222096"/>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9" name="Picture 2" descr="Jar Bottle Store Vessel Pickle Comments - Pickling Svg Icon Transparent PNG  - 546x980 - Free Download on NicePNG">
            <a:extLst>
              <a:ext uri="{FF2B5EF4-FFF2-40B4-BE49-F238E27FC236}">
                <a16:creationId xmlns:a16="http://schemas.microsoft.com/office/drawing/2014/main" id="{44B897F1-3F6F-358D-039F-01BB3B571F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87620" y="3518846"/>
            <a:ext cx="945384" cy="1222096"/>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1C6076D-CC26-901D-2135-A3C6E619AE73}"/>
              </a:ext>
            </a:extLst>
          </p:cNvPr>
          <p:cNvSpPr txBox="1"/>
          <p:nvPr/>
        </p:nvSpPr>
        <p:spPr>
          <a:xfrm>
            <a:off x="2281164" y="6006350"/>
            <a:ext cx="1681294" cy="461665"/>
          </a:xfrm>
          <a:prstGeom prst="rect">
            <a:avLst/>
          </a:prstGeom>
          <a:noFill/>
        </p:spPr>
        <p:txBody>
          <a:bodyPr wrap="none" rtlCol="0">
            <a:spAutoFit/>
          </a:bodyPr>
          <a:lstStyle/>
          <a:p>
            <a:r>
              <a:rPr lang="en-EG" sz="2400" dirty="0"/>
              <a:t>Initial State</a:t>
            </a:r>
          </a:p>
        </p:txBody>
      </p:sp>
      <p:sp>
        <p:nvSpPr>
          <p:cNvPr id="11" name="TextBox 10">
            <a:extLst>
              <a:ext uri="{FF2B5EF4-FFF2-40B4-BE49-F238E27FC236}">
                <a16:creationId xmlns:a16="http://schemas.microsoft.com/office/drawing/2014/main" id="{19A53AFD-6F25-1D30-FAAA-F1025F406971}"/>
              </a:ext>
            </a:extLst>
          </p:cNvPr>
          <p:cNvSpPr txBox="1"/>
          <p:nvPr/>
        </p:nvSpPr>
        <p:spPr>
          <a:xfrm>
            <a:off x="7652486" y="5901483"/>
            <a:ext cx="1572290" cy="461665"/>
          </a:xfrm>
          <a:prstGeom prst="rect">
            <a:avLst/>
          </a:prstGeom>
          <a:noFill/>
        </p:spPr>
        <p:txBody>
          <a:bodyPr wrap="none" rtlCol="0">
            <a:spAutoFit/>
          </a:bodyPr>
          <a:lstStyle/>
          <a:p>
            <a:r>
              <a:rPr lang="en-EG" sz="2400" dirty="0"/>
              <a:t>Goal State</a:t>
            </a:r>
          </a:p>
        </p:txBody>
      </p:sp>
      <p:sp>
        <p:nvSpPr>
          <p:cNvPr id="12" name="TextBox 11">
            <a:extLst>
              <a:ext uri="{FF2B5EF4-FFF2-40B4-BE49-F238E27FC236}">
                <a16:creationId xmlns:a16="http://schemas.microsoft.com/office/drawing/2014/main" id="{A01E7CAA-A9EF-B40A-D9A2-F17481A61A42}"/>
              </a:ext>
            </a:extLst>
          </p:cNvPr>
          <p:cNvSpPr txBox="1"/>
          <p:nvPr/>
        </p:nvSpPr>
        <p:spPr>
          <a:xfrm>
            <a:off x="1344243" y="4845808"/>
            <a:ext cx="585417" cy="400110"/>
          </a:xfrm>
          <a:prstGeom prst="rect">
            <a:avLst/>
          </a:prstGeom>
          <a:noFill/>
        </p:spPr>
        <p:txBody>
          <a:bodyPr wrap="none" rtlCol="0">
            <a:spAutoFit/>
          </a:bodyPr>
          <a:lstStyle/>
          <a:p>
            <a:r>
              <a:rPr lang="en-EG" sz="2000" dirty="0"/>
              <a:t>10L</a:t>
            </a:r>
          </a:p>
        </p:txBody>
      </p:sp>
      <p:sp>
        <p:nvSpPr>
          <p:cNvPr id="13" name="TextBox 12">
            <a:extLst>
              <a:ext uri="{FF2B5EF4-FFF2-40B4-BE49-F238E27FC236}">
                <a16:creationId xmlns:a16="http://schemas.microsoft.com/office/drawing/2014/main" id="{AAB306A0-F888-0418-552D-456C053A68BD}"/>
              </a:ext>
            </a:extLst>
          </p:cNvPr>
          <p:cNvSpPr txBox="1"/>
          <p:nvPr/>
        </p:nvSpPr>
        <p:spPr>
          <a:xfrm>
            <a:off x="2809586" y="4845808"/>
            <a:ext cx="449162" cy="400110"/>
          </a:xfrm>
          <a:prstGeom prst="rect">
            <a:avLst/>
          </a:prstGeom>
          <a:noFill/>
        </p:spPr>
        <p:txBody>
          <a:bodyPr wrap="none" rtlCol="0">
            <a:spAutoFit/>
          </a:bodyPr>
          <a:lstStyle/>
          <a:p>
            <a:r>
              <a:rPr lang="en-EG" sz="2000" dirty="0"/>
              <a:t>7L</a:t>
            </a:r>
          </a:p>
        </p:txBody>
      </p:sp>
      <p:sp>
        <p:nvSpPr>
          <p:cNvPr id="14" name="TextBox 13">
            <a:extLst>
              <a:ext uri="{FF2B5EF4-FFF2-40B4-BE49-F238E27FC236}">
                <a16:creationId xmlns:a16="http://schemas.microsoft.com/office/drawing/2014/main" id="{79A81750-D723-8D9A-BAFF-DCE694EC2DE4}"/>
              </a:ext>
            </a:extLst>
          </p:cNvPr>
          <p:cNvSpPr txBox="1"/>
          <p:nvPr/>
        </p:nvSpPr>
        <p:spPr>
          <a:xfrm>
            <a:off x="4226009" y="4845808"/>
            <a:ext cx="449162" cy="400110"/>
          </a:xfrm>
          <a:prstGeom prst="rect">
            <a:avLst/>
          </a:prstGeom>
          <a:noFill/>
        </p:spPr>
        <p:txBody>
          <a:bodyPr wrap="none" rtlCol="0">
            <a:spAutoFit/>
          </a:bodyPr>
          <a:lstStyle/>
          <a:p>
            <a:r>
              <a:rPr lang="en-EG" sz="2000" dirty="0"/>
              <a:t>3L</a:t>
            </a:r>
          </a:p>
        </p:txBody>
      </p:sp>
      <p:sp>
        <p:nvSpPr>
          <p:cNvPr id="15" name="TextBox 14">
            <a:extLst>
              <a:ext uri="{FF2B5EF4-FFF2-40B4-BE49-F238E27FC236}">
                <a16:creationId xmlns:a16="http://schemas.microsoft.com/office/drawing/2014/main" id="{B77B4AC3-677A-8369-175A-6101FFBF8ABA}"/>
              </a:ext>
            </a:extLst>
          </p:cNvPr>
          <p:cNvSpPr txBox="1"/>
          <p:nvPr/>
        </p:nvSpPr>
        <p:spPr>
          <a:xfrm>
            <a:off x="1371050" y="4034705"/>
            <a:ext cx="457176" cy="400110"/>
          </a:xfrm>
          <a:prstGeom prst="rect">
            <a:avLst/>
          </a:prstGeom>
          <a:noFill/>
        </p:spPr>
        <p:txBody>
          <a:bodyPr wrap="none" rtlCol="0">
            <a:spAutoFit/>
          </a:bodyPr>
          <a:lstStyle/>
          <a:p>
            <a:r>
              <a:rPr lang="en-EG" sz="2000" b="1" dirty="0"/>
              <a:t>10</a:t>
            </a:r>
          </a:p>
        </p:txBody>
      </p:sp>
      <p:sp>
        <p:nvSpPr>
          <p:cNvPr id="16" name="TextBox 15">
            <a:extLst>
              <a:ext uri="{FF2B5EF4-FFF2-40B4-BE49-F238E27FC236}">
                <a16:creationId xmlns:a16="http://schemas.microsoft.com/office/drawing/2014/main" id="{5C5FD1CD-663F-6FF8-4056-D2EFA40B46B7}"/>
              </a:ext>
            </a:extLst>
          </p:cNvPr>
          <p:cNvSpPr txBox="1"/>
          <p:nvPr/>
        </p:nvSpPr>
        <p:spPr>
          <a:xfrm>
            <a:off x="7378169" y="3926228"/>
            <a:ext cx="320922" cy="400110"/>
          </a:xfrm>
          <a:prstGeom prst="rect">
            <a:avLst/>
          </a:prstGeom>
          <a:noFill/>
        </p:spPr>
        <p:txBody>
          <a:bodyPr wrap="none" rtlCol="0">
            <a:spAutoFit/>
          </a:bodyPr>
          <a:lstStyle/>
          <a:p>
            <a:r>
              <a:rPr lang="en-EG" sz="2000" b="1" dirty="0"/>
              <a:t>5</a:t>
            </a:r>
          </a:p>
        </p:txBody>
      </p:sp>
      <p:sp>
        <p:nvSpPr>
          <p:cNvPr id="17" name="TextBox 16">
            <a:extLst>
              <a:ext uri="{FF2B5EF4-FFF2-40B4-BE49-F238E27FC236}">
                <a16:creationId xmlns:a16="http://schemas.microsoft.com/office/drawing/2014/main" id="{1A2E7C47-8520-432E-7BFC-F7CFC4B29B41}"/>
              </a:ext>
            </a:extLst>
          </p:cNvPr>
          <p:cNvSpPr txBox="1"/>
          <p:nvPr/>
        </p:nvSpPr>
        <p:spPr>
          <a:xfrm>
            <a:off x="8803057" y="3925894"/>
            <a:ext cx="320922" cy="400110"/>
          </a:xfrm>
          <a:prstGeom prst="rect">
            <a:avLst/>
          </a:prstGeom>
          <a:noFill/>
        </p:spPr>
        <p:txBody>
          <a:bodyPr wrap="none" rtlCol="0">
            <a:spAutoFit/>
          </a:bodyPr>
          <a:lstStyle/>
          <a:p>
            <a:r>
              <a:rPr lang="en-EG" sz="2000" b="1" dirty="0"/>
              <a:t>5</a:t>
            </a:r>
          </a:p>
        </p:txBody>
      </p:sp>
      <p:sp>
        <p:nvSpPr>
          <p:cNvPr id="18" name="TextBox 17">
            <a:extLst>
              <a:ext uri="{FF2B5EF4-FFF2-40B4-BE49-F238E27FC236}">
                <a16:creationId xmlns:a16="http://schemas.microsoft.com/office/drawing/2014/main" id="{5C40A6BD-4B2D-4255-25B8-E07ACE865C14}"/>
              </a:ext>
            </a:extLst>
          </p:cNvPr>
          <p:cNvSpPr txBox="1"/>
          <p:nvPr/>
        </p:nvSpPr>
        <p:spPr>
          <a:xfrm>
            <a:off x="1407919" y="5245918"/>
            <a:ext cx="375424" cy="461665"/>
          </a:xfrm>
          <a:prstGeom prst="rect">
            <a:avLst/>
          </a:prstGeom>
          <a:noFill/>
        </p:spPr>
        <p:txBody>
          <a:bodyPr wrap="none" rtlCol="0">
            <a:spAutoFit/>
          </a:bodyPr>
          <a:lstStyle/>
          <a:p>
            <a:r>
              <a:rPr lang="en-EG" sz="2400" b="1" dirty="0"/>
              <a:t>A</a:t>
            </a:r>
          </a:p>
        </p:txBody>
      </p:sp>
      <p:sp>
        <p:nvSpPr>
          <p:cNvPr id="19" name="TextBox 18">
            <a:extLst>
              <a:ext uri="{FF2B5EF4-FFF2-40B4-BE49-F238E27FC236}">
                <a16:creationId xmlns:a16="http://schemas.microsoft.com/office/drawing/2014/main" id="{00C1312A-3DA4-ED23-E3F8-F81ADBC9AC03}"/>
              </a:ext>
            </a:extLst>
          </p:cNvPr>
          <p:cNvSpPr txBox="1"/>
          <p:nvPr/>
        </p:nvSpPr>
        <p:spPr>
          <a:xfrm>
            <a:off x="2809586" y="5245917"/>
            <a:ext cx="375424" cy="461665"/>
          </a:xfrm>
          <a:prstGeom prst="rect">
            <a:avLst/>
          </a:prstGeom>
          <a:noFill/>
        </p:spPr>
        <p:txBody>
          <a:bodyPr wrap="none" rtlCol="0">
            <a:spAutoFit/>
          </a:bodyPr>
          <a:lstStyle/>
          <a:p>
            <a:r>
              <a:rPr lang="en-EG" sz="2400" b="1" dirty="0"/>
              <a:t>B</a:t>
            </a:r>
          </a:p>
        </p:txBody>
      </p:sp>
      <p:sp>
        <p:nvSpPr>
          <p:cNvPr id="20" name="TextBox 19">
            <a:extLst>
              <a:ext uri="{FF2B5EF4-FFF2-40B4-BE49-F238E27FC236}">
                <a16:creationId xmlns:a16="http://schemas.microsoft.com/office/drawing/2014/main" id="{65763B6E-5C75-AD92-4C56-F5D64735FB0D}"/>
              </a:ext>
            </a:extLst>
          </p:cNvPr>
          <p:cNvSpPr txBox="1"/>
          <p:nvPr/>
        </p:nvSpPr>
        <p:spPr>
          <a:xfrm>
            <a:off x="4251657" y="5245916"/>
            <a:ext cx="402674" cy="461665"/>
          </a:xfrm>
          <a:prstGeom prst="rect">
            <a:avLst/>
          </a:prstGeom>
          <a:noFill/>
        </p:spPr>
        <p:txBody>
          <a:bodyPr wrap="none" rtlCol="0">
            <a:spAutoFit/>
          </a:bodyPr>
          <a:lstStyle/>
          <a:p>
            <a:r>
              <a:rPr lang="en-EG" sz="2400" b="1" dirty="0"/>
              <a:t>C</a:t>
            </a:r>
          </a:p>
        </p:txBody>
      </p:sp>
      <p:sp>
        <p:nvSpPr>
          <p:cNvPr id="21" name="TextBox 20">
            <a:extLst>
              <a:ext uri="{FF2B5EF4-FFF2-40B4-BE49-F238E27FC236}">
                <a16:creationId xmlns:a16="http://schemas.microsoft.com/office/drawing/2014/main" id="{9A375F7A-34D5-D9E1-9FD6-E39939188A7F}"/>
              </a:ext>
            </a:extLst>
          </p:cNvPr>
          <p:cNvSpPr txBox="1"/>
          <p:nvPr/>
        </p:nvSpPr>
        <p:spPr>
          <a:xfrm>
            <a:off x="7354787" y="5141051"/>
            <a:ext cx="375424" cy="461665"/>
          </a:xfrm>
          <a:prstGeom prst="rect">
            <a:avLst/>
          </a:prstGeom>
          <a:noFill/>
        </p:spPr>
        <p:txBody>
          <a:bodyPr wrap="none" rtlCol="0">
            <a:spAutoFit/>
          </a:bodyPr>
          <a:lstStyle/>
          <a:p>
            <a:r>
              <a:rPr lang="en-EG" sz="2400" b="1" dirty="0"/>
              <a:t>A</a:t>
            </a:r>
          </a:p>
        </p:txBody>
      </p:sp>
      <p:sp>
        <p:nvSpPr>
          <p:cNvPr id="22" name="TextBox 21">
            <a:extLst>
              <a:ext uri="{FF2B5EF4-FFF2-40B4-BE49-F238E27FC236}">
                <a16:creationId xmlns:a16="http://schemas.microsoft.com/office/drawing/2014/main" id="{04753415-D21C-DB1F-4538-4B4D65571B38}"/>
              </a:ext>
            </a:extLst>
          </p:cNvPr>
          <p:cNvSpPr txBox="1"/>
          <p:nvPr/>
        </p:nvSpPr>
        <p:spPr>
          <a:xfrm>
            <a:off x="8756454" y="5141050"/>
            <a:ext cx="375424" cy="461665"/>
          </a:xfrm>
          <a:prstGeom prst="rect">
            <a:avLst/>
          </a:prstGeom>
          <a:noFill/>
        </p:spPr>
        <p:txBody>
          <a:bodyPr wrap="none" rtlCol="0">
            <a:spAutoFit/>
          </a:bodyPr>
          <a:lstStyle/>
          <a:p>
            <a:r>
              <a:rPr lang="en-EG" sz="2400" b="1" dirty="0"/>
              <a:t>B</a:t>
            </a:r>
          </a:p>
        </p:txBody>
      </p:sp>
      <p:sp>
        <p:nvSpPr>
          <p:cNvPr id="23" name="TextBox 22">
            <a:extLst>
              <a:ext uri="{FF2B5EF4-FFF2-40B4-BE49-F238E27FC236}">
                <a16:creationId xmlns:a16="http://schemas.microsoft.com/office/drawing/2014/main" id="{C1724BE3-B9BB-621E-3505-7B9176DCB31E}"/>
              </a:ext>
            </a:extLst>
          </p:cNvPr>
          <p:cNvSpPr txBox="1"/>
          <p:nvPr/>
        </p:nvSpPr>
        <p:spPr>
          <a:xfrm>
            <a:off x="7261231" y="4751825"/>
            <a:ext cx="809632" cy="400110"/>
          </a:xfrm>
          <a:prstGeom prst="rect">
            <a:avLst/>
          </a:prstGeom>
          <a:noFill/>
        </p:spPr>
        <p:txBody>
          <a:bodyPr wrap="square" rtlCol="0">
            <a:spAutoFit/>
          </a:bodyPr>
          <a:lstStyle/>
          <a:p>
            <a:r>
              <a:rPr lang="en-EG" sz="2000" dirty="0"/>
              <a:t>10L</a:t>
            </a:r>
          </a:p>
        </p:txBody>
      </p:sp>
      <p:sp>
        <p:nvSpPr>
          <p:cNvPr id="24" name="TextBox 23">
            <a:extLst>
              <a:ext uri="{FF2B5EF4-FFF2-40B4-BE49-F238E27FC236}">
                <a16:creationId xmlns:a16="http://schemas.microsoft.com/office/drawing/2014/main" id="{C71111F1-B761-0E78-CB3C-386F03BAAF67}"/>
              </a:ext>
            </a:extLst>
          </p:cNvPr>
          <p:cNvSpPr txBox="1"/>
          <p:nvPr/>
        </p:nvSpPr>
        <p:spPr>
          <a:xfrm>
            <a:off x="8726574" y="4751825"/>
            <a:ext cx="537478" cy="400110"/>
          </a:xfrm>
          <a:prstGeom prst="rect">
            <a:avLst/>
          </a:prstGeom>
          <a:noFill/>
        </p:spPr>
        <p:txBody>
          <a:bodyPr wrap="square" rtlCol="0">
            <a:spAutoFit/>
          </a:bodyPr>
          <a:lstStyle/>
          <a:p>
            <a:r>
              <a:rPr lang="en-EG" sz="2000" dirty="0"/>
              <a:t>7L</a:t>
            </a:r>
          </a:p>
        </p:txBody>
      </p:sp>
      <p:pic>
        <p:nvPicPr>
          <p:cNvPr id="25" name="Picture 2" descr="Jar Bottle Store Vessel Pickle Comments - Pickling Svg Icon Transparent PNG  - 546x980 - Free Download on NicePNG">
            <a:extLst>
              <a:ext uri="{FF2B5EF4-FFF2-40B4-BE49-F238E27FC236}">
                <a16:creationId xmlns:a16="http://schemas.microsoft.com/office/drawing/2014/main" id="{948878DB-DD83-EBE6-99DF-CA5DF10D47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38697" y="3540769"/>
            <a:ext cx="945384" cy="1222096"/>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718DAFA0-2B19-591B-4B45-4BAB02EAA89F}"/>
              </a:ext>
            </a:extLst>
          </p:cNvPr>
          <p:cNvSpPr txBox="1"/>
          <p:nvPr/>
        </p:nvSpPr>
        <p:spPr>
          <a:xfrm>
            <a:off x="10084345" y="4762865"/>
            <a:ext cx="449162" cy="400110"/>
          </a:xfrm>
          <a:prstGeom prst="rect">
            <a:avLst/>
          </a:prstGeom>
          <a:noFill/>
        </p:spPr>
        <p:txBody>
          <a:bodyPr wrap="none" rtlCol="0">
            <a:spAutoFit/>
          </a:bodyPr>
          <a:lstStyle/>
          <a:p>
            <a:r>
              <a:rPr lang="en-EG" sz="2000" dirty="0"/>
              <a:t>3L</a:t>
            </a:r>
          </a:p>
        </p:txBody>
      </p:sp>
      <p:sp>
        <p:nvSpPr>
          <p:cNvPr id="27" name="TextBox 26">
            <a:extLst>
              <a:ext uri="{FF2B5EF4-FFF2-40B4-BE49-F238E27FC236}">
                <a16:creationId xmlns:a16="http://schemas.microsoft.com/office/drawing/2014/main" id="{AF91E45B-FABE-EA76-132F-FB73B86402DF}"/>
              </a:ext>
            </a:extLst>
          </p:cNvPr>
          <p:cNvSpPr txBox="1"/>
          <p:nvPr/>
        </p:nvSpPr>
        <p:spPr>
          <a:xfrm>
            <a:off x="10109993" y="5162973"/>
            <a:ext cx="402674" cy="461665"/>
          </a:xfrm>
          <a:prstGeom prst="rect">
            <a:avLst/>
          </a:prstGeom>
          <a:noFill/>
        </p:spPr>
        <p:txBody>
          <a:bodyPr wrap="none" rtlCol="0">
            <a:spAutoFit/>
          </a:bodyPr>
          <a:lstStyle/>
          <a:p>
            <a:r>
              <a:rPr lang="en-EG" sz="2400" b="1" dirty="0"/>
              <a:t>C</a:t>
            </a:r>
          </a:p>
        </p:txBody>
      </p:sp>
      <p:sp>
        <p:nvSpPr>
          <p:cNvPr id="2" name="TextBox 1">
            <a:extLst>
              <a:ext uri="{FF2B5EF4-FFF2-40B4-BE49-F238E27FC236}">
                <a16:creationId xmlns:a16="http://schemas.microsoft.com/office/drawing/2014/main" id="{1DBD69E1-D2C9-FAF4-64CA-8BBFD4C8725E}"/>
              </a:ext>
            </a:extLst>
          </p:cNvPr>
          <p:cNvSpPr txBox="1"/>
          <p:nvPr/>
        </p:nvSpPr>
        <p:spPr>
          <a:xfrm>
            <a:off x="39760" y="2786559"/>
            <a:ext cx="6688642" cy="2585323"/>
          </a:xfrm>
          <a:prstGeom prst="rect">
            <a:avLst/>
          </a:prstGeom>
          <a:noFill/>
        </p:spPr>
        <p:txBody>
          <a:bodyPr wrap="square" rtlCol="0">
            <a:spAutoFit/>
          </a:bodyPr>
          <a:lstStyle/>
          <a:p>
            <a:r>
              <a:rPr lang="en-US" dirty="0"/>
              <a:t>operations : </a:t>
            </a:r>
          </a:p>
          <a:p>
            <a:r>
              <a:rPr lang="en-US" dirty="0"/>
              <a:t>A -&gt; B</a:t>
            </a:r>
          </a:p>
          <a:p>
            <a:r>
              <a:rPr lang="en-US" dirty="0"/>
              <a:t>A -&gt; C</a:t>
            </a:r>
          </a:p>
          <a:p>
            <a:r>
              <a:rPr lang="en-US" dirty="0"/>
              <a:t>B -&gt; A</a:t>
            </a:r>
          </a:p>
          <a:p>
            <a:r>
              <a:rPr lang="en-US" dirty="0"/>
              <a:t>B -&gt; C</a:t>
            </a:r>
          </a:p>
          <a:p>
            <a:r>
              <a:rPr lang="en-US" dirty="0"/>
              <a:t>C -&gt; A</a:t>
            </a:r>
          </a:p>
          <a:p>
            <a:r>
              <a:rPr lang="en-US" dirty="0"/>
              <a:t>C -&gt; B</a:t>
            </a:r>
          </a:p>
          <a:p>
            <a:endParaRPr lang="en-US" dirty="0"/>
          </a:p>
          <a:p>
            <a:endParaRPr lang="en-US" dirty="0"/>
          </a:p>
        </p:txBody>
      </p:sp>
    </p:spTree>
    <p:extLst>
      <p:ext uri="{BB962C8B-B14F-4D97-AF65-F5344CB8AC3E}">
        <p14:creationId xmlns:p14="http://schemas.microsoft.com/office/powerpoint/2010/main" val="32687908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906</TotalTime>
  <Words>937</Words>
  <Application>Microsoft Office PowerPoint</Application>
  <PresentationFormat>Widescreen</PresentationFormat>
  <Paragraphs>458</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Calibri</vt:lpstr>
      <vt:lpstr>Office Theme</vt:lpstr>
      <vt:lpstr>State Space Tree</vt:lpstr>
      <vt:lpstr>State Space Tree</vt:lpstr>
      <vt:lpstr>State Space Tree </vt:lpstr>
      <vt:lpstr>Example X-O Game :</vt:lpstr>
      <vt:lpstr>Example  X-O Game : </vt:lpstr>
      <vt:lpstr>PowerPoint Presentation</vt:lpstr>
      <vt:lpstr>Sheet 1 :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Basnat Aboshanb</dc:creator>
  <cp:lastModifiedBy>Abdulrahman Elmadkhoum</cp:lastModifiedBy>
  <cp:revision>64</cp:revision>
  <dcterms:created xsi:type="dcterms:W3CDTF">2025-02-27T14:14:30Z</dcterms:created>
  <dcterms:modified xsi:type="dcterms:W3CDTF">2026-07-12T17:12:51Z</dcterms:modified>
</cp:coreProperties>
</file>