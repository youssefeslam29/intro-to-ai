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5" r:id="rId1"/>
    <p:sldMasterId id="2147483757" r:id="rId2"/>
  </p:sldMasterIdLst>
  <p:notesMasterIdLst>
    <p:notesMasterId r:id="rId4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67" r:id="rId15"/>
    <p:sldId id="269" r:id="rId16"/>
    <p:sldId id="270" r:id="rId17"/>
    <p:sldId id="271" r:id="rId18"/>
    <p:sldId id="273" r:id="rId19"/>
    <p:sldId id="317" r:id="rId20"/>
    <p:sldId id="316" r:id="rId21"/>
    <p:sldId id="319" r:id="rId22"/>
    <p:sldId id="320" r:id="rId23"/>
    <p:sldId id="321" r:id="rId24"/>
    <p:sldId id="322" r:id="rId25"/>
    <p:sldId id="323" r:id="rId26"/>
    <p:sldId id="324" r:id="rId27"/>
    <p:sldId id="274" r:id="rId28"/>
    <p:sldId id="326" r:id="rId29"/>
    <p:sldId id="327" r:id="rId30"/>
    <p:sldId id="328" r:id="rId31"/>
    <p:sldId id="329" r:id="rId32"/>
    <p:sldId id="330" r:id="rId33"/>
    <p:sldId id="331" r:id="rId34"/>
    <p:sldId id="332" r:id="rId35"/>
    <p:sldId id="333" r:id="rId36"/>
    <p:sldId id="334" r:id="rId37"/>
    <p:sldId id="335" r:id="rId38"/>
    <p:sldId id="336" r:id="rId39"/>
    <p:sldId id="436" r:id="rId40"/>
    <p:sldId id="439" r:id="rId41"/>
    <p:sldId id="438" r:id="rId42"/>
    <p:sldId id="441" r:id="rId43"/>
    <p:sldId id="440" r:id="rId44"/>
    <p:sldId id="442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AAE21E-A54C-4EEC-88F2-52EDE2AD14D2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0B7C2E-F087-46FC-B0FC-7482D1B8B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696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B7C2E-F087-46FC-B0FC-7482D1B8B5D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0031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B7C2E-F087-46FC-B0FC-7482D1B8B5D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1996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2F586-95A7-AA0D-DDB8-F6C0694F3C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4EC18B-D56C-AE76-007B-171A5A3AEF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D1C355-6C87-3CB8-B044-9D15C0EFD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1449AA12-8195-4182-A7AC-2E7E59DFBDAF}" type="datetimeFigureOut">
              <a:rPr lang="en-US" smtClean="0"/>
              <a:pPr algn="r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90282F-04DC-F775-DCB5-0B381B48D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CAB0B9-FFAA-2BB4-CDA4-053599D7F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570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0FB35-8891-7E91-D236-A5ECA9783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53CB6-9D7A-1086-FEBB-4B704761AF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8B060-CB18-6135-C0DE-FE6C39CE9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F79F3-A1B7-21A0-B45B-BD7D9BD35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A3C81C-1FFB-A8C1-873B-89CDAE69C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085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3658F-98F6-684E-6F80-D48283CE0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CADBAA-B11A-E648-B6D3-2BF67EDC74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4AF47C-145E-883D-5FAE-A0850FAB9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2464EE-0BF3-85BB-9335-864C4A7EE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637AA6-32FE-C670-8975-1F7CF3CDB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894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ADFA8-CF98-A4CD-56BD-FFA77284D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7353E-304F-17DF-B996-805D7CE2FC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3E2C1F-0615-DF71-0FCE-9BDF648BEC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CBF00A-6F98-1372-D624-14C74CF10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42D0B5-59B5-D1F5-1C05-7CB9F9C47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3EBE8F-08A8-23CE-FE6B-D713DE5AA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345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A0F7C-EDC3-42F1-7636-BAEFD27D5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DD3876-FF05-0A70-FC85-44D7301B5F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6A9C7E-4E55-B5DD-F43E-DBA2173ADD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8CDF99-4E8F-7B68-8901-7C0AD079CB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A63D99-CBA2-09D0-94BA-6AED5C09A0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8AADD0-3C3C-BD47-CDB1-5BCCD03F0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E38033-D37A-4252-5554-A903D1962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38B3B1-5708-AB47-6BFD-4D067B1F5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104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F6B3A-F008-314C-79EF-392D2B548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E3383C-EF68-0755-C055-7D4CA9DDA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083217-5F39-AE7E-A10D-216031C4E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151D95-DDED-8ED2-5AC6-376D1E5E9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779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5EA19B-FD55-A2B8-133D-84962D074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7555E6-0D49-0792-5B5A-18DBF9D8B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DD468-2F59-7E19-1FB7-448B478E1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236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27CB7-142D-C91B-7624-D9D734D30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4BBEC-7A8E-77B9-8895-62887A2523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9160B6-CB80-8DCE-019E-8A5BEA3440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2EAD3E-CC16-50D4-D11C-C414B38C6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F47796-E712-7F30-F9AD-641991D3B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757BAF-6087-9318-9138-F4A85CEB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074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F0279-CFFB-3380-4F84-D7AFEA4C3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D1037A-86E9-7A31-5685-AFAF7DEB13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D26044-EB10-6D07-BBC7-FDDFA6A68A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8B98B8-205D-74CF-819F-118EBD149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4DCE0D-77F4-2CF6-7983-5BE5EF256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77899A-3E64-C964-DC40-BD783CA0D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75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667C2-E2D6-54E8-C9FA-5A63EA2A0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F85A7D-45E3-9FE4-FD98-845981E708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1F7ED4-A4AB-6826-6690-049A4EE36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05FEEC-4501-EBCA-DEC2-896428B0E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0B2753-4660-E2D3-785C-2B2A7E5AE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904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03F15A-C2D9-0A98-1D9A-D8405B2721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B90E1F-2CA1-FEDA-57C8-C0B8A32F56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A21461-1772-E738-7B6F-BA137CF3A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DE4F22-9473-1F28-9965-A904FD232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A0CAE-74AF-6FAC-9B33-D331459C2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7348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8053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3192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0109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9217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9258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3791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1634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98418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0683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5096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85521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5C098-CFEC-45C5-85FF-1C57E4FE5B0B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EAF54-47B1-499F-BF9F-CFE99DE8F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0450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ex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015067" y="2493893"/>
            <a:ext cx="8161867" cy="822019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en-US" altLang="ja-JP"/>
              <a:t>The Power of PowerPoint - thepopp.com</a:t>
            </a:r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4AD89C-DF1E-4948-B597-5DD47B34A9CA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2015067" y="3428471"/>
            <a:ext cx="8161867" cy="2161450"/>
          </a:xfrm>
        </p:spPr>
        <p:txBody>
          <a:bodyPr anchor="t"/>
          <a:lstStyle>
            <a:lvl1pPr marL="0" indent="0" algn="ctr">
              <a:spcBef>
                <a:spcPts val="0"/>
              </a:spcBef>
              <a:buFontTx/>
              <a:buNone/>
              <a:defRPr/>
            </a:lvl1pPr>
            <a:lvl2pPr marL="457162" indent="0">
              <a:buNone/>
              <a:defRPr sz="1200"/>
            </a:lvl2pPr>
            <a:lvl3pPr marL="914324" indent="0">
              <a:buNone/>
              <a:defRPr sz="1200"/>
            </a:lvl3pPr>
            <a:lvl4pPr marL="1371486" indent="0">
              <a:buNone/>
              <a:defRPr sz="1200"/>
            </a:lvl4pPr>
            <a:lvl5pPr marL="1828648" indent="0">
              <a:buNone/>
              <a:defRPr sz="1200"/>
            </a:lvl5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02850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7D8FEF-061C-8BAF-56DD-1E0EF3334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2A0CEA-D7D0-A0BD-65F7-0AA6F181E8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9C8AB-11A9-80C5-0ED9-A80FDFA08B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49AA12-8195-4182-A7AC-2E7E59DFBDAF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E15487-11FB-E484-4272-0FA1D31442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3CD6CF-A3D1-D628-03DE-4A0077D196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DFC975-2FD7-44A5-9E78-ECBA4615607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256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093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  <p:sldLayoutId id="2147483770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7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088A7-D0AC-C6E8-9454-7DA8DB596D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18633" y="1247140"/>
            <a:ext cx="3608208" cy="3450844"/>
          </a:xfrm>
        </p:spPr>
        <p:txBody>
          <a:bodyPr>
            <a:normAutofit/>
          </a:bodyPr>
          <a:lstStyle/>
          <a:p>
            <a:r>
              <a:rPr lang="en-US" sz="4800"/>
              <a:t>Sheet2 : Search</a:t>
            </a:r>
            <a:br>
              <a:rPr lang="en-US" sz="4800"/>
            </a:br>
            <a:r>
              <a:rPr lang="en-US" sz="4800"/>
              <a:t>A*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8F0133-C8E3-2425-8FA2-4294460862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18633" y="4818126"/>
            <a:ext cx="3608208" cy="1268984"/>
          </a:xfrm>
        </p:spPr>
        <p:txBody>
          <a:bodyPr>
            <a:normAutofit/>
          </a:bodyPr>
          <a:lstStyle/>
          <a:p>
            <a:r>
              <a:rPr lang="en-US" dirty="0"/>
              <a:t>Eng. Abdulrahman </a:t>
            </a:r>
            <a:r>
              <a:rPr lang="en-US" dirty="0" err="1"/>
              <a:t>ElMadkhoum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 descr="A colorful splattered paint&#10;&#10;Description automatically generated">
            <a:extLst>
              <a:ext uri="{FF2B5EF4-FFF2-40B4-BE49-F238E27FC236}">
                <a16:creationId xmlns:a16="http://schemas.microsoft.com/office/drawing/2014/main" id="{A89F9ED2-5BD4-95CD-D0E6-5C3FC6B37B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565" r="7190" b="1"/>
          <a:stretch/>
        </p:blipFill>
        <p:spPr>
          <a:xfrm>
            <a:off x="-9729" y="9738"/>
            <a:ext cx="7456513" cy="6857990"/>
          </a:xfrm>
          <a:custGeom>
            <a:avLst/>
            <a:gdLst/>
            <a:ahLst/>
            <a:cxnLst/>
            <a:rect l="l" t="t" r="r" b="b"/>
            <a:pathLst>
              <a:path w="7456513" h="6858000">
                <a:moveTo>
                  <a:pt x="0" y="0"/>
                </a:moveTo>
                <a:lnTo>
                  <a:pt x="6059386" y="0"/>
                </a:lnTo>
                <a:lnTo>
                  <a:pt x="6059386" y="1375489"/>
                </a:lnTo>
                <a:lnTo>
                  <a:pt x="7456513" y="1375489"/>
                </a:lnTo>
                <a:lnTo>
                  <a:pt x="7456513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77474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84EE12-A3B3-3195-3EB6-53EA3FD0B0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750" y="0"/>
            <a:ext cx="9501188" cy="25288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3A2F0F2-F2E9-6CD2-3024-63A47CDE3E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750" y="2528888"/>
            <a:ext cx="9501188" cy="4329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407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657BE28-D86A-3FF1-DA40-3981842B9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1844" y="1749790"/>
            <a:ext cx="2082907" cy="22543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4184B5B-0390-6956-2750-AB37AD333179}"/>
              </a:ext>
            </a:extLst>
          </p:cNvPr>
          <p:cNvSpPr txBox="1"/>
          <p:nvPr/>
        </p:nvSpPr>
        <p:spPr>
          <a:xfrm>
            <a:off x="2985678" y="4196252"/>
            <a:ext cx="13352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Initial State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1F2BA5-8E6B-CD3B-F281-501ACDC306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1606" y="1693624"/>
            <a:ext cx="1917732" cy="21525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E685728-B17E-913E-F175-CAE055C13D73}"/>
              </a:ext>
            </a:extLst>
          </p:cNvPr>
          <p:cNvSpPr txBox="1"/>
          <p:nvPr/>
        </p:nvSpPr>
        <p:spPr>
          <a:xfrm>
            <a:off x="8500149" y="4129853"/>
            <a:ext cx="1272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Goal State</a:t>
            </a:r>
          </a:p>
        </p:txBody>
      </p:sp>
    </p:spTree>
    <p:extLst>
      <p:ext uri="{BB962C8B-B14F-4D97-AF65-F5344CB8AC3E}">
        <p14:creationId xmlns:p14="http://schemas.microsoft.com/office/powerpoint/2010/main" val="800190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99F2931-70EC-414E-8957-39CC893D90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8FFBE11-4B3E-48D7-94D4-2EC8CC9FE8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479720"/>
            <a:ext cx="12192000" cy="3378280"/>
          </a:xfrm>
          <a:custGeom>
            <a:avLst/>
            <a:gdLst>
              <a:gd name="connsiteX0" fmla="*/ 0 w 12192000"/>
              <a:gd name="connsiteY0" fmla="*/ 0 h 3378280"/>
              <a:gd name="connsiteX1" fmla="*/ 13973 w 12192000"/>
              <a:gd name="connsiteY1" fmla="*/ 3431 h 3378280"/>
              <a:gd name="connsiteX2" fmla="*/ 86774 w 12192000"/>
              <a:gd name="connsiteY2" fmla="*/ 43536 h 3378280"/>
              <a:gd name="connsiteX3" fmla="*/ 229780 w 12192000"/>
              <a:gd name="connsiteY3" fmla="*/ 145557 h 3378280"/>
              <a:gd name="connsiteX4" fmla="*/ 302639 w 12192000"/>
              <a:gd name="connsiteY4" fmla="*/ 203425 h 3378280"/>
              <a:gd name="connsiteX5" fmla="*/ 348081 w 12192000"/>
              <a:gd name="connsiteY5" fmla="*/ 187174 h 3378280"/>
              <a:gd name="connsiteX6" fmla="*/ 436950 w 12192000"/>
              <a:gd name="connsiteY6" fmla="*/ 184066 h 3378280"/>
              <a:gd name="connsiteX7" fmla="*/ 501693 w 12192000"/>
              <a:gd name="connsiteY7" fmla="*/ 233225 h 3378280"/>
              <a:gd name="connsiteX8" fmla="*/ 557201 w 12192000"/>
              <a:gd name="connsiteY8" fmla="*/ 312390 h 3378280"/>
              <a:gd name="connsiteX9" fmla="*/ 617648 w 12192000"/>
              <a:gd name="connsiteY9" fmla="*/ 333897 h 3378280"/>
              <a:gd name="connsiteX10" fmla="*/ 692332 w 12192000"/>
              <a:gd name="connsiteY10" fmla="*/ 386327 h 3378280"/>
              <a:gd name="connsiteX11" fmla="*/ 802009 w 12192000"/>
              <a:gd name="connsiteY11" fmla="*/ 419027 h 3378280"/>
              <a:gd name="connsiteX12" fmla="*/ 914003 w 12192000"/>
              <a:gd name="connsiteY12" fmla="*/ 475419 h 3378280"/>
              <a:gd name="connsiteX13" fmla="*/ 938561 w 12192000"/>
              <a:gd name="connsiteY13" fmla="*/ 472887 h 3378280"/>
              <a:gd name="connsiteX14" fmla="*/ 1035683 w 12192000"/>
              <a:gd name="connsiteY14" fmla="*/ 486697 h 3378280"/>
              <a:gd name="connsiteX15" fmla="*/ 1035757 w 12192000"/>
              <a:gd name="connsiteY15" fmla="*/ 486731 h 3378280"/>
              <a:gd name="connsiteX16" fmla="*/ 1074336 w 12192000"/>
              <a:gd name="connsiteY16" fmla="*/ 494465 h 3378280"/>
              <a:gd name="connsiteX17" fmla="*/ 1285084 w 12192000"/>
              <a:gd name="connsiteY17" fmla="*/ 589112 h 3378280"/>
              <a:gd name="connsiteX18" fmla="*/ 1409116 w 12192000"/>
              <a:gd name="connsiteY18" fmla="*/ 656332 h 3378280"/>
              <a:gd name="connsiteX19" fmla="*/ 1533725 w 12192000"/>
              <a:gd name="connsiteY19" fmla="*/ 699179 h 3378280"/>
              <a:gd name="connsiteX20" fmla="*/ 1636242 w 12192000"/>
              <a:gd name="connsiteY20" fmla="*/ 741533 h 3378280"/>
              <a:gd name="connsiteX21" fmla="*/ 1704848 w 12192000"/>
              <a:gd name="connsiteY21" fmla="*/ 770749 h 3378280"/>
              <a:gd name="connsiteX22" fmla="*/ 1718292 w 12192000"/>
              <a:gd name="connsiteY22" fmla="*/ 781051 h 3378280"/>
              <a:gd name="connsiteX23" fmla="*/ 1720835 w 12192000"/>
              <a:gd name="connsiteY23" fmla="*/ 781117 h 3378280"/>
              <a:gd name="connsiteX24" fmla="*/ 1753341 w 12192000"/>
              <a:gd name="connsiteY24" fmla="*/ 800301 h 3378280"/>
              <a:gd name="connsiteX25" fmla="*/ 1775454 w 12192000"/>
              <a:gd name="connsiteY25" fmla="*/ 815182 h 3378280"/>
              <a:gd name="connsiteX26" fmla="*/ 1781011 w 12192000"/>
              <a:gd name="connsiteY26" fmla="*/ 816068 h 3378280"/>
              <a:gd name="connsiteX27" fmla="*/ 1817738 w 12192000"/>
              <a:gd name="connsiteY27" fmla="*/ 834926 h 3378280"/>
              <a:gd name="connsiteX28" fmla="*/ 1830702 w 12192000"/>
              <a:gd name="connsiteY28" fmla="*/ 836485 h 3378280"/>
              <a:gd name="connsiteX29" fmla="*/ 1853950 w 12192000"/>
              <a:gd name="connsiteY29" fmla="*/ 841519 h 3378280"/>
              <a:gd name="connsiteX30" fmla="*/ 1915890 w 12192000"/>
              <a:gd name="connsiteY30" fmla="*/ 841983 h 3378280"/>
              <a:gd name="connsiteX31" fmla="*/ 1960900 w 12192000"/>
              <a:gd name="connsiteY31" fmla="*/ 865789 h 3378280"/>
              <a:gd name="connsiteX32" fmla="*/ 1961217 w 12192000"/>
              <a:gd name="connsiteY32" fmla="*/ 865662 h 3378280"/>
              <a:gd name="connsiteX33" fmla="*/ 1969825 w 12192000"/>
              <a:gd name="connsiteY33" fmla="*/ 869049 h 3378280"/>
              <a:gd name="connsiteX34" fmla="*/ 1975234 w 12192000"/>
              <a:gd name="connsiteY34" fmla="*/ 872329 h 3378280"/>
              <a:gd name="connsiteX35" fmla="*/ 1990485 w 12192000"/>
              <a:gd name="connsiteY35" fmla="*/ 879288 h 3378280"/>
              <a:gd name="connsiteX36" fmla="*/ 1996793 w 12192000"/>
              <a:gd name="connsiteY36" fmla="*/ 880361 h 3378280"/>
              <a:gd name="connsiteX37" fmla="*/ 2055091 w 12192000"/>
              <a:gd name="connsiteY37" fmla="*/ 872818 h 3378280"/>
              <a:gd name="connsiteX38" fmla="*/ 2165143 w 12192000"/>
              <a:gd name="connsiteY38" fmla="*/ 892293 h 3378280"/>
              <a:gd name="connsiteX39" fmla="*/ 2274196 w 12192000"/>
              <a:gd name="connsiteY39" fmla="*/ 914768 h 3378280"/>
              <a:gd name="connsiteX40" fmla="*/ 2383986 w 12192000"/>
              <a:gd name="connsiteY40" fmla="*/ 934891 h 3378280"/>
              <a:gd name="connsiteX41" fmla="*/ 2420278 w 12192000"/>
              <a:gd name="connsiteY41" fmla="*/ 933890 h 3378280"/>
              <a:gd name="connsiteX42" fmla="*/ 2426203 w 12192000"/>
              <a:gd name="connsiteY42" fmla="*/ 933891 h 3378280"/>
              <a:gd name="connsiteX43" fmla="*/ 2448674 w 12192000"/>
              <a:gd name="connsiteY43" fmla="*/ 941056 h 3378280"/>
              <a:gd name="connsiteX44" fmla="*/ 2457640 w 12192000"/>
              <a:gd name="connsiteY44" fmla="*/ 943105 h 3378280"/>
              <a:gd name="connsiteX45" fmla="*/ 2457852 w 12192000"/>
              <a:gd name="connsiteY45" fmla="*/ 942912 h 3378280"/>
              <a:gd name="connsiteX46" fmla="*/ 2466265 w 12192000"/>
              <a:gd name="connsiteY46" fmla="*/ 945310 h 3378280"/>
              <a:gd name="connsiteX47" fmla="*/ 2507496 w 12192000"/>
              <a:gd name="connsiteY47" fmla="*/ 960111 h 3378280"/>
              <a:gd name="connsiteX48" fmla="*/ 2561127 w 12192000"/>
              <a:gd name="connsiteY48" fmla="*/ 949411 h 3378280"/>
              <a:gd name="connsiteX49" fmla="*/ 2583467 w 12192000"/>
              <a:gd name="connsiteY49" fmla="*/ 950570 h 3378280"/>
              <a:gd name="connsiteX50" fmla="*/ 2595361 w 12192000"/>
              <a:gd name="connsiteY50" fmla="*/ 949884 h 3378280"/>
              <a:gd name="connsiteX51" fmla="*/ 2596075 w 12192000"/>
              <a:gd name="connsiteY51" fmla="*/ 949000 h 3378280"/>
              <a:gd name="connsiteX52" fmla="*/ 2666638 w 12192000"/>
              <a:gd name="connsiteY52" fmla="*/ 975095 h 3378280"/>
              <a:gd name="connsiteX53" fmla="*/ 2703393 w 12192000"/>
              <a:gd name="connsiteY53" fmla="*/ 989635 h 3378280"/>
              <a:gd name="connsiteX54" fmla="*/ 2705616 w 12192000"/>
              <a:gd name="connsiteY54" fmla="*/ 989244 h 3378280"/>
              <a:gd name="connsiteX55" fmla="*/ 2721898 w 12192000"/>
              <a:gd name="connsiteY55" fmla="*/ 997777 h 3378280"/>
              <a:gd name="connsiteX56" fmla="*/ 2735669 w 12192000"/>
              <a:gd name="connsiteY56" fmla="*/ 1009612 h 3378280"/>
              <a:gd name="connsiteX57" fmla="*/ 2857526 w 12192000"/>
              <a:gd name="connsiteY57" fmla="*/ 1030627 h 3378280"/>
              <a:gd name="connsiteX58" fmla="*/ 3021918 w 12192000"/>
              <a:gd name="connsiteY58" fmla="*/ 1088093 h 3378280"/>
              <a:gd name="connsiteX59" fmla="*/ 3155458 w 12192000"/>
              <a:gd name="connsiteY59" fmla="*/ 1121618 h 3378280"/>
              <a:gd name="connsiteX60" fmla="*/ 3328229 w 12192000"/>
              <a:gd name="connsiteY60" fmla="*/ 1155903 h 3378280"/>
              <a:gd name="connsiteX61" fmla="*/ 3448440 w 12192000"/>
              <a:gd name="connsiteY61" fmla="*/ 1184343 h 3378280"/>
              <a:gd name="connsiteX62" fmla="*/ 3499287 w 12192000"/>
              <a:gd name="connsiteY62" fmla="*/ 1209472 h 3378280"/>
              <a:gd name="connsiteX63" fmla="*/ 3520027 w 12192000"/>
              <a:gd name="connsiteY63" fmla="*/ 1207338 h 3378280"/>
              <a:gd name="connsiteX64" fmla="*/ 3523594 w 12192000"/>
              <a:gd name="connsiteY64" fmla="*/ 1206755 h 3378280"/>
              <a:gd name="connsiteX65" fmla="*/ 3538013 w 12192000"/>
              <a:gd name="connsiteY65" fmla="*/ 1209066 h 3378280"/>
              <a:gd name="connsiteX66" fmla="*/ 3541918 w 12192000"/>
              <a:gd name="connsiteY66" fmla="*/ 1203922 h 3378280"/>
              <a:gd name="connsiteX67" fmla="*/ 3590082 w 12192000"/>
              <a:gd name="connsiteY67" fmla="*/ 1209115 h 3378280"/>
              <a:gd name="connsiteX68" fmla="*/ 3716445 w 12192000"/>
              <a:gd name="connsiteY68" fmla="*/ 1243431 h 3378280"/>
              <a:gd name="connsiteX69" fmla="*/ 3792028 w 12192000"/>
              <a:gd name="connsiteY69" fmla="*/ 1260288 h 3378280"/>
              <a:gd name="connsiteX70" fmla="*/ 3820707 w 12192000"/>
              <a:gd name="connsiteY70" fmla="*/ 1260924 h 3378280"/>
              <a:gd name="connsiteX71" fmla="*/ 3860784 w 12192000"/>
              <a:gd name="connsiteY71" fmla="*/ 1265692 h 3378280"/>
              <a:gd name="connsiteX72" fmla="*/ 3997310 w 12192000"/>
              <a:gd name="connsiteY72" fmla="*/ 1281176 h 3378280"/>
              <a:gd name="connsiteX73" fmla="*/ 4040665 w 12192000"/>
              <a:gd name="connsiteY73" fmla="*/ 1291934 h 3378280"/>
              <a:gd name="connsiteX74" fmla="*/ 4046831 w 12192000"/>
              <a:gd name="connsiteY74" fmla="*/ 1293910 h 3378280"/>
              <a:gd name="connsiteX75" fmla="*/ 4095847 w 12192000"/>
              <a:gd name="connsiteY75" fmla="*/ 1316851 h 3378280"/>
              <a:gd name="connsiteX76" fmla="*/ 4101945 w 12192000"/>
              <a:gd name="connsiteY76" fmla="*/ 1313869 h 3378280"/>
              <a:gd name="connsiteX77" fmla="*/ 4119420 w 12192000"/>
              <a:gd name="connsiteY77" fmla="*/ 1313965 h 3378280"/>
              <a:gd name="connsiteX78" fmla="*/ 4131728 w 12192000"/>
              <a:gd name="connsiteY78" fmla="*/ 1322978 h 3378280"/>
              <a:gd name="connsiteX79" fmla="*/ 4193827 w 12192000"/>
              <a:gd name="connsiteY79" fmla="*/ 1350222 h 3378280"/>
              <a:gd name="connsiteX80" fmla="*/ 4286157 w 12192000"/>
              <a:gd name="connsiteY80" fmla="*/ 1385101 h 3378280"/>
              <a:gd name="connsiteX81" fmla="*/ 4298907 w 12192000"/>
              <a:gd name="connsiteY81" fmla="*/ 1394396 h 3378280"/>
              <a:gd name="connsiteX82" fmla="*/ 4323224 w 12192000"/>
              <a:gd name="connsiteY82" fmla="*/ 1403133 h 3378280"/>
              <a:gd name="connsiteX83" fmla="*/ 4404439 w 12192000"/>
              <a:gd name="connsiteY83" fmla="*/ 1417252 h 3378280"/>
              <a:gd name="connsiteX84" fmla="*/ 4423989 w 12192000"/>
              <a:gd name="connsiteY84" fmla="*/ 1410448 h 3378280"/>
              <a:gd name="connsiteX85" fmla="*/ 4427300 w 12192000"/>
              <a:gd name="connsiteY85" fmla="*/ 1409068 h 3378280"/>
              <a:gd name="connsiteX86" fmla="*/ 4441847 w 12192000"/>
              <a:gd name="connsiteY86" fmla="*/ 1408029 h 3378280"/>
              <a:gd name="connsiteX87" fmla="*/ 4444331 w 12192000"/>
              <a:gd name="connsiteY87" fmla="*/ 1402133 h 3378280"/>
              <a:gd name="connsiteX88" fmla="*/ 4492293 w 12192000"/>
              <a:gd name="connsiteY88" fmla="*/ 1396205 h 3378280"/>
              <a:gd name="connsiteX89" fmla="*/ 4623335 w 12192000"/>
              <a:gd name="connsiteY89" fmla="*/ 1400793 h 3378280"/>
              <a:gd name="connsiteX90" fmla="*/ 4700790 w 12192000"/>
              <a:gd name="connsiteY90" fmla="*/ 1399970 h 3378280"/>
              <a:gd name="connsiteX91" fmla="*/ 4728732 w 12192000"/>
              <a:gd name="connsiteY91" fmla="*/ 1394050 h 3378280"/>
              <a:gd name="connsiteX92" fmla="*/ 4768749 w 12192000"/>
              <a:gd name="connsiteY92" fmla="*/ 1389553 h 3378280"/>
              <a:gd name="connsiteX93" fmla="*/ 4838227 w 12192000"/>
              <a:gd name="connsiteY93" fmla="*/ 1377273 h 3378280"/>
              <a:gd name="connsiteX94" fmla="*/ 4904889 w 12192000"/>
              <a:gd name="connsiteY94" fmla="*/ 1373499 h 3378280"/>
              <a:gd name="connsiteX95" fmla="*/ 4949597 w 12192000"/>
              <a:gd name="connsiteY95" fmla="*/ 1374085 h 3378280"/>
              <a:gd name="connsiteX96" fmla="*/ 4956064 w 12192000"/>
              <a:gd name="connsiteY96" fmla="*/ 1374603 h 3378280"/>
              <a:gd name="connsiteX97" fmla="*/ 5009322 w 12192000"/>
              <a:gd name="connsiteY97" fmla="*/ 1385751 h 3378280"/>
              <a:gd name="connsiteX98" fmla="*/ 5014476 w 12192000"/>
              <a:gd name="connsiteY98" fmla="*/ 1381460 h 3378280"/>
              <a:gd name="connsiteX99" fmla="*/ 5031428 w 12192000"/>
              <a:gd name="connsiteY99" fmla="*/ 1377570 h 3378280"/>
              <a:gd name="connsiteX100" fmla="*/ 5045619 w 12192000"/>
              <a:gd name="connsiteY100" fmla="*/ 1383532 h 3378280"/>
              <a:gd name="connsiteX101" fmla="*/ 5112635 w 12192000"/>
              <a:gd name="connsiteY101" fmla="*/ 1395891 h 3378280"/>
              <a:gd name="connsiteX102" fmla="*/ 5210851 w 12192000"/>
              <a:gd name="connsiteY102" fmla="*/ 1408784 h 3378280"/>
              <a:gd name="connsiteX103" fmla="*/ 5225543 w 12192000"/>
              <a:gd name="connsiteY103" fmla="*/ 1414923 h 3378280"/>
              <a:gd name="connsiteX104" fmla="*/ 5321696 w 12192000"/>
              <a:gd name="connsiteY104" fmla="*/ 1432414 h 3378280"/>
              <a:gd name="connsiteX105" fmla="*/ 5372327 w 12192000"/>
              <a:gd name="connsiteY105" fmla="*/ 1436597 h 3378280"/>
              <a:gd name="connsiteX106" fmla="*/ 5378149 w 12192000"/>
              <a:gd name="connsiteY106" fmla="*/ 1431785 h 3378280"/>
              <a:gd name="connsiteX107" fmla="*/ 5393069 w 12192000"/>
              <a:gd name="connsiteY107" fmla="*/ 1433737 h 3378280"/>
              <a:gd name="connsiteX108" fmla="*/ 5527621 w 12192000"/>
              <a:gd name="connsiteY108" fmla="*/ 1458786 h 3378280"/>
              <a:gd name="connsiteX109" fmla="*/ 5680585 w 12192000"/>
              <a:gd name="connsiteY109" fmla="*/ 1498233 h 3378280"/>
              <a:gd name="connsiteX110" fmla="*/ 5783795 w 12192000"/>
              <a:gd name="connsiteY110" fmla="*/ 1499932 h 3378280"/>
              <a:gd name="connsiteX111" fmla="*/ 6016525 w 12192000"/>
              <a:gd name="connsiteY111" fmla="*/ 1577292 h 3378280"/>
              <a:gd name="connsiteX112" fmla="*/ 6186598 w 12192000"/>
              <a:gd name="connsiteY112" fmla="*/ 1606065 h 3378280"/>
              <a:gd name="connsiteX113" fmla="*/ 6197872 w 12192000"/>
              <a:gd name="connsiteY113" fmla="*/ 1616845 h 3378280"/>
              <a:gd name="connsiteX114" fmla="*/ 6212885 w 12192000"/>
              <a:gd name="connsiteY114" fmla="*/ 1624535 h 3378280"/>
              <a:gd name="connsiteX115" fmla="*/ 6319240 w 12192000"/>
              <a:gd name="connsiteY115" fmla="*/ 1660375 h 3378280"/>
              <a:gd name="connsiteX116" fmla="*/ 6333397 w 12192000"/>
              <a:gd name="connsiteY116" fmla="*/ 1658763 h 3378280"/>
              <a:gd name="connsiteX117" fmla="*/ 6357266 w 12192000"/>
              <a:gd name="connsiteY117" fmla="*/ 1659543 h 3378280"/>
              <a:gd name="connsiteX118" fmla="*/ 6418740 w 12192000"/>
              <a:gd name="connsiteY118" fmla="*/ 1648944 h 3378280"/>
              <a:gd name="connsiteX119" fmla="*/ 6458877 w 12192000"/>
              <a:gd name="connsiteY119" fmla="*/ 1662117 h 3378280"/>
              <a:gd name="connsiteX120" fmla="*/ 6467254 w 12192000"/>
              <a:gd name="connsiteY120" fmla="*/ 1664227 h 3378280"/>
              <a:gd name="connsiteX121" fmla="*/ 6467545 w 12192000"/>
              <a:gd name="connsiteY121" fmla="*/ 1664046 h 3378280"/>
              <a:gd name="connsiteX122" fmla="*/ 6476635 w 12192000"/>
              <a:gd name="connsiteY122" fmla="*/ 1665826 h 3378280"/>
              <a:gd name="connsiteX123" fmla="*/ 6482535 w 12192000"/>
              <a:gd name="connsiteY123" fmla="*/ 1668074 h 3378280"/>
              <a:gd name="connsiteX124" fmla="*/ 6498791 w 12192000"/>
              <a:gd name="connsiteY124" fmla="*/ 1672167 h 3378280"/>
              <a:gd name="connsiteX125" fmla="*/ 6505220 w 12192000"/>
              <a:gd name="connsiteY125" fmla="*/ 1672092 h 3378280"/>
              <a:gd name="connsiteX126" fmla="*/ 6508969 w 12192000"/>
              <a:gd name="connsiteY126" fmla="*/ 1669922 h 3378280"/>
              <a:gd name="connsiteX127" fmla="*/ 6544886 w 12192000"/>
              <a:gd name="connsiteY127" fmla="*/ 1670695 h 3378280"/>
              <a:gd name="connsiteX128" fmla="*/ 6617859 w 12192000"/>
              <a:gd name="connsiteY128" fmla="*/ 1679453 h 3378280"/>
              <a:gd name="connsiteX129" fmla="*/ 6657726 w 12192000"/>
              <a:gd name="connsiteY129" fmla="*/ 1687906 h 3378280"/>
              <a:gd name="connsiteX130" fmla="*/ 6769041 w 12192000"/>
              <a:gd name="connsiteY130" fmla="*/ 1707304 h 3378280"/>
              <a:gd name="connsiteX131" fmla="*/ 6882368 w 12192000"/>
              <a:gd name="connsiteY131" fmla="*/ 1723914 h 3378280"/>
              <a:gd name="connsiteX132" fmla="*/ 6968822 w 12192000"/>
              <a:gd name="connsiteY132" fmla="*/ 1723334 h 3378280"/>
              <a:gd name="connsiteX133" fmla="*/ 6973672 w 12192000"/>
              <a:gd name="connsiteY133" fmla="*/ 1726298 h 3378280"/>
              <a:gd name="connsiteX134" fmla="*/ 6981961 w 12192000"/>
              <a:gd name="connsiteY134" fmla="*/ 1729324 h 3378280"/>
              <a:gd name="connsiteX135" fmla="*/ 6982342 w 12192000"/>
              <a:gd name="connsiteY135" fmla="*/ 1729201 h 3378280"/>
              <a:gd name="connsiteX136" fmla="*/ 6989757 w 12192000"/>
              <a:gd name="connsiteY136" fmla="*/ 1732420 h 3378280"/>
              <a:gd name="connsiteX137" fmla="*/ 7023794 w 12192000"/>
              <a:gd name="connsiteY137" fmla="*/ 1750660 h 3378280"/>
              <a:gd name="connsiteX138" fmla="*/ 7090828 w 12192000"/>
              <a:gd name="connsiteY138" fmla="*/ 1750287 h 3378280"/>
              <a:gd name="connsiteX139" fmla="*/ 7114479 w 12192000"/>
              <a:gd name="connsiteY139" fmla="*/ 1754649 h 3378280"/>
              <a:gd name="connsiteX140" fmla="*/ 7162053 w 12192000"/>
              <a:gd name="connsiteY140" fmla="*/ 1772908 h 3378280"/>
              <a:gd name="connsiteX141" fmla="*/ 7167808 w 12192000"/>
              <a:gd name="connsiteY141" fmla="*/ 1773656 h 3378280"/>
              <a:gd name="connsiteX142" fmla="*/ 7187185 w 12192000"/>
              <a:gd name="connsiteY142" fmla="*/ 1787148 h 3378280"/>
              <a:gd name="connsiteX143" fmla="*/ 7216505 w 12192000"/>
              <a:gd name="connsiteY143" fmla="*/ 1804489 h 3378280"/>
              <a:gd name="connsiteX144" fmla="*/ 7219246 w 12192000"/>
              <a:gd name="connsiteY144" fmla="*/ 1804514 h 3378280"/>
              <a:gd name="connsiteX145" fmla="*/ 7230639 w 12192000"/>
              <a:gd name="connsiteY145" fmla="*/ 1813879 h 3378280"/>
              <a:gd name="connsiteX146" fmla="*/ 7236776 w 12192000"/>
              <a:gd name="connsiteY146" fmla="*/ 1825514 h 3378280"/>
              <a:gd name="connsiteX147" fmla="*/ 7394082 w 12192000"/>
              <a:gd name="connsiteY147" fmla="*/ 1877925 h 3378280"/>
              <a:gd name="connsiteX148" fmla="*/ 7505820 w 12192000"/>
              <a:gd name="connsiteY148" fmla="*/ 1933859 h 3378280"/>
              <a:gd name="connsiteX149" fmla="*/ 7572147 w 12192000"/>
              <a:gd name="connsiteY149" fmla="*/ 2003817 h 3378280"/>
              <a:gd name="connsiteX150" fmla="*/ 7828975 w 12192000"/>
              <a:gd name="connsiteY150" fmla="*/ 2061508 h 3378280"/>
              <a:gd name="connsiteX151" fmla="*/ 7886804 w 12192000"/>
              <a:gd name="connsiteY151" fmla="*/ 2075509 h 3378280"/>
              <a:gd name="connsiteX152" fmla="*/ 7923558 w 12192000"/>
              <a:gd name="connsiteY152" fmla="*/ 2103529 h 3378280"/>
              <a:gd name="connsiteX153" fmla="*/ 7947954 w 12192000"/>
              <a:gd name="connsiteY153" fmla="*/ 2104996 h 3378280"/>
              <a:gd name="connsiteX154" fmla="*/ 7952318 w 12192000"/>
              <a:gd name="connsiteY154" fmla="*/ 2105077 h 3378280"/>
              <a:gd name="connsiteX155" fmla="*/ 7966398 w 12192000"/>
              <a:gd name="connsiteY155" fmla="*/ 2109147 h 3378280"/>
              <a:gd name="connsiteX156" fmla="*/ 7974591 w 12192000"/>
              <a:gd name="connsiteY156" fmla="*/ 2105612 h 3378280"/>
              <a:gd name="connsiteX157" fmla="*/ 7998806 w 12192000"/>
              <a:gd name="connsiteY157" fmla="*/ 2108382 h 3378280"/>
              <a:gd name="connsiteX158" fmla="*/ 8023544 w 12192000"/>
              <a:gd name="connsiteY158" fmla="*/ 2117183 h 3378280"/>
              <a:gd name="connsiteX159" fmla="*/ 8136247 w 12192000"/>
              <a:gd name="connsiteY159" fmla="*/ 2164190 h 3378280"/>
              <a:gd name="connsiteX160" fmla="*/ 8206445 w 12192000"/>
              <a:gd name="connsiteY160" fmla="*/ 2189356 h 3378280"/>
              <a:gd name="connsiteX161" fmla="*/ 8237464 w 12192000"/>
              <a:gd name="connsiteY161" fmla="*/ 2194272 h 3378280"/>
              <a:gd name="connsiteX162" fmla="*/ 8277853 w 12192000"/>
              <a:gd name="connsiteY162" fmla="*/ 2204259 h 3378280"/>
              <a:gd name="connsiteX163" fmla="*/ 8352501 w 12192000"/>
              <a:gd name="connsiteY163" fmla="*/ 2218290 h 3378280"/>
              <a:gd name="connsiteX164" fmla="*/ 8446938 w 12192000"/>
              <a:gd name="connsiteY164" fmla="*/ 2243393 h 3378280"/>
              <a:gd name="connsiteX165" fmla="*/ 8497138 w 12192000"/>
              <a:gd name="connsiteY165" fmla="*/ 2281506 h 3378280"/>
              <a:gd name="connsiteX166" fmla="*/ 8506096 w 12192000"/>
              <a:gd name="connsiteY166" fmla="*/ 2280042 h 3378280"/>
              <a:gd name="connsiteX167" fmla="*/ 8549806 w 12192000"/>
              <a:gd name="connsiteY167" fmla="*/ 2296675 h 3378280"/>
              <a:gd name="connsiteX168" fmla="*/ 8680256 w 12192000"/>
              <a:gd name="connsiteY168" fmla="*/ 2378758 h 3378280"/>
              <a:gd name="connsiteX169" fmla="*/ 8766301 w 12192000"/>
              <a:gd name="connsiteY169" fmla="*/ 2410605 h 3378280"/>
              <a:gd name="connsiteX170" fmla="*/ 8800492 w 12192000"/>
              <a:gd name="connsiteY170" fmla="*/ 2418067 h 3378280"/>
              <a:gd name="connsiteX171" fmla="*/ 8857555 w 12192000"/>
              <a:gd name="connsiteY171" fmla="*/ 2430810 h 3378280"/>
              <a:gd name="connsiteX172" fmla="*/ 8951967 w 12192000"/>
              <a:gd name="connsiteY172" fmla="*/ 2460856 h 3378280"/>
              <a:gd name="connsiteX173" fmla="*/ 9002970 w 12192000"/>
              <a:gd name="connsiteY173" fmla="*/ 2472291 h 3378280"/>
              <a:gd name="connsiteX174" fmla="*/ 9081613 w 12192000"/>
              <a:gd name="connsiteY174" fmla="*/ 2488296 h 3378280"/>
              <a:gd name="connsiteX175" fmla="*/ 9091561 w 12192000"/>
              <a:gd name="connsiteY175" fmla="*/ 2494386 h 3378280"/>
              <a:gd name="connsiteX176" fmla="*/ 9140625 w 12192000"/>
              <a:gd name="connsiteY176" fmla="*/ 2486779 h 3378280"/>
              <a:gd name="connsiteX177" fmla="*/ 9271105 w 12192000"/>
              <a:gd name="connsiteY177" fmla="*/ 2511730 h 3378280"/>
              <a:gd name="connsiteX178" fmla="*/ 9295023 w 12192000"/>
              <a:gd name="connsiteY178" fmla="*/ 2512830 h 3378280"/>
              <a:gd name="connsiteX179" fmla="*/ 9321673 w 12192000"/>
              <a:gd name="connsiteY179" fmla="*/ 2524119 h 3378280"/>
              <a:gd name="connsiteX180" fmla="*/ 9378975 w 12192000"/>
              <a:gd name="connsiteY180" fmla="*/ 2543803 h 3378280"/>
              <a:gd name="connsiteX181" fmla="*/ 9414193 w 12192000"/>
              <a:gd name="connsiteY181" fmla="*/ 2562927 h 3378280"/>
              <a:gd name="connsiteX182" fmla="*/ 9426009 w 12192000"/>
              <a:gd name="connsiteY182" fmla="*/ 2558847 h 3378280"/>
              <a:gd name="connsiteX183" fmla="*/ 9450634 w 12192000"/>
              <a:gd name="connsiteY183" fmla="*/ 2560685 h 3378280"/>
              <a:gd name="connsiteX184" fmla="*/ 9549097 w 12192000"/>
              <a:gd name="connsiteY184" fmla="*/ 2585168 h 3378280"/>
              <a:gd name="connsiteX185" fmla="*/ 9567633 w 12192000"/>
              <a:gd name="connsiteY185" fmla="*/ 2587105 h 3378280"/>
              <a:gd name="connsiteX186" fmla="*/ 9586878 w 12192000"/>
              <a:gd name="connsiteY186" fmla="*/ 2596659 h 3378280"/>
              <a:gd name="connsiteX187" fmla="*/ 9589974 w 12192000"/>
              <a:gd name="connsiteY187" fmla="*/ 2598235 h 3378280"/>
              <a:gd name="connsiteX188" fmla="*/ 9590570 w 12192000"/>
              <a:gd name="connsiteY188" fmla="*/ 2598249 h 3378280"/>
              <a:gd name="connsiteX189" fmla="*/ 9591896 w 12192000"/>
              <a:gd name="connsiteY189" fmla="*/ 2599214 h 3378280"/>
              <a:gd name="connsiteX190" fmla="*/ 9604535 w 12192000"/>
              <a:gd name="connsiteY190" fmla="*/ 2605654 h 3378280"/>
              <a:gd name="connsiteX191" fmla="*/ 9610554 w 12192000"/>
              <a:gd name="connsiteY191" fmla="*/ 2606189 h 3378280"/>
              <a:gd name="connsiteX192" fmla="*/ 9690072 w 12192000"/>
              <a:gd name="connsiteY192" fmla="*/ 2638745 h 3378280"/>
              <a:gd name="connsiteX193" fmla="*/ 9726964 w 12192000"/>
              <a:gd name="connsiteY193" fmla="*/ 2653728 h 3378280"/>
              <a:gd name="connsiteX194" fmla="*/ 9738036 w 12192000"/>
              <a:gd name="connsiteY194" fmla="*/ 2654794 h 3378280"/>
              <a:gd name="connsiteX195" fmla="*/ 9774202 w 12192000"/>
              <a:gd name="connsiteY195" fmla="*/ 2671509 h 3378280"/>
              <a:gd name="connsiteX196" fmla="*/ 9793246 w 12192000"/>
              <a:gd name="connsiteY196" fmla="*/ 2675245 h 3378280"/>
              <a:gd name="connsiteX197" fmla="*/ 9890301 w 12192000"/>
              <a:gd name="connsiteY197" fmla="*/ 2700274 h 3378280"/>
              <a:gd name="connsiteX198" fmla="*/ 9915070 w 12192000"/>
              <a:gd name="connsiteY198" fmla="*/ 2699250 h 3378280"/>
              <a:gd name="connsiteX199" fmla="*/ 9976517 w 12192000"/>
              <a:gd name="connsiteY199" fmla="*/ 2732899 h 3378280"/>
              <a:gd name="connsiteX200" fmla="*/ 9990168 w 12192000"/>
              <a:gd name="connsiteY200" fmla="*/ 2737877 h 3378280"/>
              <a:gd name="connsiteX201" fmla="*/ 9995041 w 12192000"/>
              <a:gd name="connsiteY201" fmla="*/ 2741223 h 3378280"/>
              <a:gd name="connsiteX202" fmla="*/ 10012636 w 12192000"/>
              <a:gd name="connsiteY202" fmla="*/ 2729876 h 3378280"/>
              <a:gd name="connsiteX203" fmla="*/ 10044280 w 12192000"/>
              <a:gd name="connsiteY203" fmla="*/ 2726966 h 3378280"/>
              <a:gd name="connsiteX204" fmla="*/ 10057934 w 12192000"/>
              <a:gd name="connsiteY204" fmla="*/ 2735671 h 3378280"/>
              <a:gd name="connsiteX205" fmla="*/ 10148373 w 12192000"/>
              <a:gd name="connsiteY205" fmla="*/ 2778987 h 3378280"/>
              <a:gd name="connsiteX206" fmla="*/ 10176601 w 12192000"/>
              <a:gd name="connsiteY206" fmla="*/ 2791940 h 3378280"/>
              <a:gd name="connsiteX207" fmla="*/ 10235082 w 12192000"/>
              <a:gd name="connsiteY207" fmla="*/ 2816761 h 3378280"/>
              <a:gd name="connsiteX208" fmla="*/ 10421684 w 12192000"/>
              <a:gd name="connsiteY208" fmla="*/ 2833871 h 3378280"/>
              <a:gd name="connsiteX209" fmla="*/ 10507376 w 12192000"/>
              <a:gd name="connsiteY209" fmla="*/ 2822262 h 3378280"/>
              <a:gd name="connsiteX210" fmla="*/ 10738376 w 12192000"/>
              <a:gd name="connsiteY210" fmla="*/ 2833353 h 3378280"/>
              <a:gd name="connsiteX211" fmla="*/ 11043443 w 12192000"/>
              <a:gd name="connsiteY211" fmla="*/ 2803954 h 3378280"/>
              <a:gd name="connsiteX212" fmla="*/ 11115269 w 12192000"/>
              <a:gd name="connsiteY212" fmla="*/ 2823367 h 3378280"/>
              <a:gd name="connsiteX213" fmla="*/ 11147582 w 12192000"/>
              <a:gd name="connsiteY213" fmla="*/ 2822547 h 3378280"/>
              <a:gd name="connsiteX214" fmla="*/ 11201205 w 12192000"/>
              <a:gd name="connsiteY214" fmla="*/ 2818210 h 3378280"/>
              <a:gd name="connsiteX215" fmla="*/ 11391726 w 12192000"/>
              <a:gd name="connsiteY215" fmla="*/ 2826386 h 3378280"/>
              <a:gd name="connsiteX216" fmla="*/ 11507640 w 12192000"/>
              <a:gd name="connsiteY216" fmla="*/ 2824866 h 3378280"/>
              <a:gd name="connsiteX217" fmla="*/ 11718056 w 12192000"/>
              <a:gd name="connsiteY217" fmla="*/ 2821969 h 3378280"/>
              <a:gd name="connsiteX218" fmla="*/ 11937926 w 12192000"/>
              <a:gd name="connsiteY218" fmla="*/ 2817058 h 3378280"/>
              <a:gd name="connsiteX219" fmla="*/ 12035355 w 12192000"/>
              <a:gd name="connsiteY219" fmla="*/ 2813340 h 3378280"/>
              <a:gd name="connsiteX220" fmla="*/ 12179047 w 12192000"/>
              <a:gd name="connsiteY220" fmla="*/ 2788508 h 3378280"/>
              <a:gd name="connsiteX221" fmla="*/ 12192000 w 12192000"/>
              <a:gd name="connsiteY221" fmla="*/ 2788486 h 3378280"/>
              <a:gd name="connsiteX222" fmla="*/ 12192000 w 12192000"/>
              <a:gd name="connsiteY222" fmla="*/ 3378280 h 3378280"/>
              <a:gd name="connsiteX223" fmla="*/ 0 w 12192000"/>
              <a:gd name="connsiteY223" fmla="*/ 3378280 h 3378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</a:cxnLst>
            <a:rect l="l" t="t" r="r" b="b"/>
            <a:pathLst>
              <a:path w="12192000" h="3378280">
                <a:moveTo>
                  <a:pt x="0" y="0"/>
                </a:moveTo>
                <a:lnTo>
                  <a:pt x="13973" y="3431"/>
                </a:lnTo>
                <a:cubicBezTo>
                  <a:pt x="48258" y="17773"/>
                  <a:pt x="68757" y="59402"/>
                  <a:pt x="86774" y="43536"/>
                </a:cubicBezTo>
                <a:cubicBezTo>
                  <a:pt x="86532" y="72023"/>
                  <a:pt x="217976" y="120568"/>
                  <a:pt x="229780" y="145557"/>
                </a:cubicBezTo>
                <a:lnTo>
                  <a:pt x="302639" y="203425"/>
                </a:lnTo>
                <a:cubicBezTo>
                  <a:pt x="312906" y="207200"/>
                  <a:pt x="342855" y="184923"/>
                  <a:pt x="348081" y="187174"/>
                </a:cubicBezTo>
                <a:lnTo>
                  <a:pt x="436950" y="184066"/>
                </a:lnTo>
                <a:lnTo>
                  <a:pt x="501693" y="233225"/>
                </a:lnTo>
                <a:lnTo>
                  <a:pt x="557201" y="312390"/>
                </a:lnTo>
                <a:cubicBezTo>
                  <a:pt x="579844" y="353675"/>
                  <a:pt x="602207" y="315301"/>
                  <a:pt x="617648" y="333897"/>
                </a:cubicBezTo>
                <a:lnTo>
                  <a:pt x="692332" y="386327"/>
                </a:lnTo>
                <a:cubicBezTo>
                  <a:pt x="715261" y="398377"/>
                  <a:pt x="770477" y="414831"/>
                  <a:pt x="802009" y="419027"/>
                </a:cubicBezTo>
                <a:cubicBezTo>
                  <a:pt x="838953" y="433876"/>
                  <a:pt x="886385" y="473956"/>
                  <a:pt x="914003" y="475419"/>
                </a:cubicBezTo>
                <a:cubicBezTo>
                  <a:pt x="923483" y="477324"/>
                  <a:pt x="931440" y="475817"/>
                  <a:pt x="938561" y="472887"/>
                </a:cubicBezTo>
                <a:lnTo>
                  <a:pt x="1035683" y="486697"/>
                </a:lnTo>
                <a:cubicBezTo>
                  <a:pt x="1035708" y="486708"/>
                  <a:pt x="1035733" y="486720"/>
                  <a:pt x="1035757" y="486731"/>
                </a:cubicBezTo>
                <a:cubicBezTo>
                  <a:pt x="1046500" y="494574"/>
                  <a:pt x="1038533" y="500311"/>
                  <a:pt x="1074336" y="494465"/>
                </a:cubicBezTo>
                <a:cubicBezTo>
                  <a:pt x="1137289" y="530436"/>
                  <a:pt x="1235340" y="545106"/>
                  <a:pt x="1285084" y="589112"/>
                </a:cubicBezTo>
                <a:cubicBezTo>
                  <a:pt x="1341251" y="608873"/>
                  <a:pt x="1367674" y="637988"/>
                  <a:pt x="1409116" y="656332"/>
                </a:cubicBezTo>
                <a:cubicBezTo>
                  <a:pt x="1471208" y="682449"/>
                  <a:pt x="1492207" y="692779"/>
                  <a:pt x="1533725" y="699179"/>
                </a:cubicBezTo>
                <a:cubicBezTo>
                  <a:pt x="1592391" y="718911"/>
                  <a:pt x="1575207" y="737633"/>
                  <a:pt x="1636242" y="741533"/>
                </a:cubicBezTo>
                <a:cubicBezTo>
                  <a:pt x="1638264" y="746130"/>
                  <a:pt x="1700806" y="766849"/>
                  <a:pt x="1704848" y="770749"/>
                </a:cubicBezTo>
                <a:lnTo>
                  <a:pt x="1718292" y="781051"/>
                </a:lnTo>
                <a:lnTo>
                  <a:pt x="1720835" y="781117"/>
                </a:lnTo>
                <a:lnTo>
                  <a:pt x="1753341" y="800301"/>
                </a:lnTo>
                <a:lnTo>
                  <a:pt x="1775454" y="815182"/>
                </a:lnTo>
                <a:lnTo>
                  <a:pt x="1781011" y="816068"/>
                </a:lnTo>
                <a:lnTo>
                  <a:pt x="1817738" y="834926"/>
                </a:lnTo>
                <a:cubicBezTo>
                  <a:pt x="1821156" y="833953"/>
                  <a:pt x="1825209" y="834074"/>
                  <a:pt x="1830702" y="836485"/>
                </a:cubicBezTo>
                <a:cubicBezTo>
                  <a:pt x="1832151" y="819591"/>
                  <a:pt x="1837883" y="832919"/>
                  <a:pt x="1853950" y="841519"/>
                </a:cubicBezTo>
                <a:cubicBezTo>
                  <a:pt x="1859780" y="817198"/>
                  <a:pt x="1899456" y="849599"/>
                  <a:pt x="1915890" y="841983"/>
                </a:cubicBezTo>
                <a:lnTo>
                  <a:pt x="1960900" y="865789"/>
                </a:lnTo>
                <a:lnTo>
                  <a:pt x="1961217" y="865662"/>
                </a:lnTo>
                <a:cubicBezTo>
                  <a:pt x="1963265" y="866017"/>
                  <a:pt x="1965977" y="867037"/>
                  <a:pt x="1969825" y="869049"/>
                </a:cubicBezTo>
                <a:lnTo>
                  <a:pt x="1975234" y="872329"/>
                </a:lnTo>
                <a:lnTo>
                  <a:pt x="1990485" y="879288"/>
                </a:lnTo>
                <a:lnTo>
                  <a:pt x="1996793" y="880361"/>
                </a:lnTo>
                <a:cubicBezTo>
                  <a:pt x="2020465" y="879540"/>
                  <a:pt x="2023446" y="845377"/>
                  <a:pt x="2055091" y="872818"/>
                </a:cubicBezTo>
                <a:cubicBezTo>
                  <a:pt x="2098055" y="882341"/>
                  <a:pt x="2125216" y="870433"/>
                  <a:pt x="2165143" y="892293"/>
                </a:cubicBezTo>
                <a:cubicBezTo>
                  <a:pt x="2205365" y="901134"/>
                  <a:pt x="2239987" y="901455"/>
                  <a:pt x="2274196" y="914768"/>
                </a:cubicBezTo>
                <a:cubicBezTo>
                  <a:pt x="2310666" y="921868"/>
                  <a:pt x="2360104" y="931320"/>
                  <a:pt x="2383986" y="934891"/>
                </a:cubicBezTo>
                <a:lnTo>
                  <a:pt x="2420278" y="933890"/>
                </a:lnTo>
                <a:lnTo>
                  <a:pt x="2426203" y="933891"/>
                </a:lnTo>
                <a:lnTo>
                  <a:pt x="2448674" y="941056"/>
                </a:lnTo>
                <a:cubicBezTo>
                  <a:pt x="2452907" y="942503"/>
                  <a:pt x="2455711" y="943098"/>
                  <a:pt x="2457640" y="943105"/>
                </a:cubicBezTo>
                <a:lnTo>
                  <a:pt x="2457852" y="942912"/>
                </a:lnTo>
                <a:lnTo>
                  <a:pt x="2466265" y="945310"/>
                </a:lnTo>
                <a:cubicBezTo>
                  <a:pt x="2480470" y="949908"/>
                  <a:pt x="2494307" y="954915"/>
                  <a:pt x="2507496" y="960111"/>
                </a:cubicBezTo>
                <a:cubicBezTo>
                  <a:pt x="2518208" y="949036"/>
                  <a:pt x="2567155" y="976345"/>
                  <a:pt x="2561127" y="949411"/>
                </a:cubicBezTo>
                <a:cubicBezTo>
                  <a:pt x="2578896" y="955660"/>
                  <a:pt x="2589900" y="968806"/>
                  <a:pt x="2583467" y="950570"/>
                </a:cubicBezTo>
                <a:cubicBezTo>
                  <a:pt x="2589300" y="952141"/>
                  <a:pt x="2592850" y="951536"/>
                  <a:pt x="2595361" y="949884"/>
                </a:cubicBezTo>
                <a:lnTo>
                  <a:pt x="2596075" y="949000"/>
                </a:lnTo>
                <a:lnTo>
                  <a:pt x="2666638" y="975095"/>
                </a:lnTo>
                <a:lnTo>
                  <a:pt x="2703393" y="989635"/>
                </a:lnTo>
                <a:lnTo>
                  <a:pt x="2705616" y="989244"/>
                </a:lnTo>
                <a:lnTo>
                  <a:pt x="2721898" y="997777"/>
                </a:lnTo>
                <a:cubicBezTo>
                  <a:pt x="2727157" y="1001198"/>
                  <a:pt x="2731840" y="1005088"/>
                  <a:pt x="2735669" y="1009612"/>
                </a:cubicBezTo>
                <a:cubicBezTo>
                  <a:pt x="2790086" y="1002732"/>
                  <a:pt x="2797958" y="1020231"/>
                  <a:pt x="2857526" y="1030627"/>
                </a:cubicBezTo>
                <a:cubicBezTo>
                  <a:pt x="2897602" y="1063034"/>
                  <a:pt x="2965720" y="1083366"/>
                  <a:pt x="3021918" y="1088093"/>
                </a:cubicBezTo>
                <a:cubicBezTo>
                  <a:pt x="3054425" y="1110664"/>
                  <a:pt x="3109014" y="1101433"/>
                  <a:pt x="3155458" y="1121618"/>
                </a:cubicBezTo>
                <a:cubicBezTo>
                  <a:pt x="3217017" y="1136576"/>
                  <a:pt x="3270135" y="1143600"/>
                  <a:pt x="3328229" y="1155903"/>
                </a:cubicBezTo>
                <a:cubicBezTo>
                  <a:pt x="3365862" y="1138978"/>
                  <a:pt x="3408797" y="1179981"/>
                  <a:pt x="3448440" y="1184343"/>
                </a:cubicBezTo>
                <a:cubicBezTo>
                  <a:pt x="3438226" y="1205566"/>
                  <a:pt x="3496361" y="1182183"/>
                  <a:pt x="3499287" y="1209472"/>
                </a:cubicBezTo>
                <a:cubicBezTo>
                  <a:pt x="3506411" y="1209402"/>
                  <a:pt x="3513215" y="1208473"/>
                  <a:pt x="3520027" y="1207338"/>
                </a:cubicBezTo>
                <a:lnTo>
                  <a:pt x="3523594" y="1206755"/>
                </a:lnTo>
                <a:lnTo>
                  <a:pt x="3538013" y="1209066"/>
                </a:lnTo>
                <a:lnTo>
                  <a:pt x="3541918" y="1203922"/>
                </a:lnTo>
                <a:cubicBezTo>
                  <a:pt x="3550592" y="1203930"/>
                  <a:pt x="3560995" y="1202529"/>
                  <a:pt x="3590082" y="1209115"/>
                </a:cubicBezTo>
                <a:cubicBezTo>
                  <a:pt x="3622244" y="1230604"/>
                  <a:pt x="3676827" y="1215544"/>
                  <a:pt x="3716445" y="1243431"/>
                </a:cubicBezTo>
                <a:cubicBezTo>
                  <a:pt x="3731486" y="1251699"/>
                  <a:pt x="3780926" y="1265146"/>
                  <a:pt x="3792028" y="1260288"/>
                </a:cubicBezTo>
                <a:cubicBezTo>
                  <a:pt x="3802696" y="1261567"/>
                  <a:pt x="3814066" y="1267606"/>
                  <a:pt x="3820707" y="1260924"/>
                </a:cubicBezTo>
                <a:cubicBezTo>
                  <a:pt x="3830836" y="1253486"/>
                  <a:pt x="3863215" y="1278527"/>
                  <a:pt x="3860784" y="1265692"/>
                </a:cubicBezTo>
                <a:lnTo>
                  <a:pt x="3997310" y="1281176"/>
                </a:lnTo>
                <a:lnTo>
                  <a:pt x="4040665" y="1291934"/>
                </a:lnTo>
                <a:lnTo>
                  <a:pt x="4046831" y="1293910"/>
                </a:lnTo>
                <a:lnTo>
                  <a:pt x="4095847" y="1316851"/>
                </a:lnTo>
                <a:cubicBezTo>
                  <a:pt x="4097518" y="1315619"/>
                  <a:pt x="4099569" y="1314612"/>
                  <a:pt x="4101945" y="1313869"/>
                </a:cubicBezTo>
                <a:lnTo>
                  <a:pt x="4119420" y="1313965"/>
                </a:lnTo>
                <a:lnTo>
                  <a:pt x="4131728" y="1322978"/>
                </a:lnTo>
                <a:lnTo>
                  <a:pt x="4193827" y="1350222"/>
                </a:lnTo>
                <a:lnTo>
                  <a:pt x="4286157" y="1385101"/>
                </a:lnTo>
                <a:lnTo>
                  <a:pt x="4298907" y="1394396"/>
                </a:lnTo>
                <a:lnTo>
                  <a:pt x="4323224" y="1403133"/>
                </a:lnTo>
                <a:lnTo>
                  <a:pt x="4404439" y="1417252"/>
                </a:lnTo>
                <a:cubicBezTo>
                  <a:pt x="4411321" y="1415560"/>
                  <a:pt x="4417679" y="1413105"/>
                  <a:pt x="4423989" y="1410448"/>
                </a:cubicBezTo>
                <a:lnTo>
                  <a:pt x="4427300" y="1409068"/>
                </a:lnTo>
                <a:lnTo>
                  <a:pt x="4441847" y="1408029"/>
                </a:lnTo>
                <a:lnTo>
                  <a:pt x="4444331" y="1402133"/>
                </a:lnTo>
                <a:cubicBezTo>
                  <a:pt x="4452739" y="1400163"/>
                  <a:pt x="4462460" y="1396428"/>
                  <a:pt x="4492293" y="1396205"/>
                </a:cubicBezTo>
                <a:cubicBezTo>
                  <a:pt x="4528861" y="1409788"/>
                  <a:pt x="4577933" y="1382688"/>
                  <a:pt x="4623335" y="1400793"/>
                </a:cubicBezTo>
                <a:cubicBezTo>
                  <a:pt x="4639986" y="1405413"/>
                  <a:pt x="4691262" y="1407228"/>
                  <a:pt x="4700790" y="1399970"/>
                </a:cubicBezTo>
                <a:cubicBezTo>
                  <a:pt x="4711447" y="1398782"/>
                  <a:pt x="4723982" y="1402066"/>
                  <a:pt x="4728732" y="1394050"/>
                </a:cubicBezTo>
                <a:cubicBezTo>
                  <a:pt x="4736666" y="1384502"/>
                  <a:pt x="4774338" y="1401491"/>
                  <a:pt x="4768749" y="1389553"/>
                </a:cubicBezTo>
                <a:cubicBezTo>
                  <a:pt x="4795495" y="1401233"/>
                  <a:pt x="4816075" y="1381410"/>
                  <a:pt x="4838227" y="1377273"/>
                </a:cubicBezTo>
                <a:lnTo>
                  <a:pt x="4904889" y="1373499"/>
                </a:lnTo>
                <a:lnTo>
                  <a:pt x="4949597" y="1374085"/>
                </a:lnTo>
                <a:lnTo>
                  <a:pt x="4956064" y="1374603"/>
                </a:lnTo>
                <a:lnTo>
                  <a:pt x="5009322" y="1385751"/>
                </a:lnTo>
                <a:cubicBezTo>
                  <a:pt x="5010629" y="1384171"/>
                  <a:pt x="5012363" y="1382724"/>
                  <a:pt x="5014476" y="1381460"/>
                </a:cubicBezTo>
                <a:lnTo>
                  <a:pt x="5031428" y="1377570"/>
                </a:lnTo>
                <a:lnTo>
                  <a:pt x="5045619" y="1383532"/>
                </a:lnTo>
                <a:lnTo>
                  <a:pt x="5112635" y="1395891"/>
                </a:lnTo>
                <a:lnTo>
                  <a:pt x="5210851" y="1408784"/>
                </a:lnTo>
                <a:lnTo>
                  <a:pt x="5225543" y="1414923"/>
                </a:lnTo>
                <a:cubicBezTo>
                  <a:pt x="5259311" y="1422389"/>
                  <a:pt x="5300520" y="1417803"/>
                  <a:pt x="5321696" y="1432414"/>
                </a:cubicBezTo>
                <a:lnTo>
                  <a:pt x="5372327" y="1436597"/>
                </a:lnTo>
                <a:lnTo>
                  <a:pt x="5378149" y="1431785"/>
                </a:lnTo>
                <a:lnTo>
                  <a:pt x="5393069" y="1433737"/>
                </a:lnTo>
                <a:lnTo>
                  <a:pt x="5527621" y="1458786"/>
                </a:lnTo>
                <a:cubicBezTo>
                  <a:pt x="5595913" y="1482782"/>
                  <a:pt x="5624062" y="1464011"/>
                  <a:pt x="5680585" y="1498233"/>
                </a:cubicBezTo>
                <a:cubicBezTo>
                  <a:pt x="5671953" y="1485766"/>
                  <a:pt x="5763880" y="1493019"/>
                  <a:pt x="5783795" y="1499932"/>
                </a:cubicBezTo>
                <a:cubicBezTo>
                  <a:pt x="5806935" y="1511749"/>
                  <a:pt x="5950173" y="1559636"/>
                  <a:pt x="6016525" y="1577292"/>
                </a:cubicBezTo>
                <a:cubicBezTo>
                  <a:pt x="6077908" y="1586145"/>
                  <a:pt x="6125458" y="1613138"/>
                  <a:pt x="6186598" y="1606065"/>
                </a:cubicBezTo>
                <a:cubicBezTo>
                  <a:pt x="6189351" y="1610205"/>
                  <a:pt x="6193226" y="1613745"/>
                  <a:pt x="6197872" y="1616845"/>
                </a:cubicBezTo>
                <a:lnTo>
                  <a:pt x="6212885" y="1624535"/>
                </a:lnTo>
                <a:lnTo>
                  <a:pt x="6319240" y="1660375"/>
                </a:lnTo>
                <a:lnTo>
                  <a:pt x="6333397" y="1658763"/>
                </a:lnTo>
                <a:cubicBezTo>
                  <a:pt x="6332062" y="1641958"/>
                  <a:pt x="6339931" y="1653989"/>
                  <a:pt x="6357266" y="1659543"/>
                </a:cubicBezTo>
                <a:cubicBezTo>
                  <a:pt x="6359058" y="1634684"/>
                  <a:pt x="6403697" y="1659337"/>
                  <a:pt x="6418740" y="1648944"/>
                </a:cubicBezTo>
                <a:cubicBezTo>
                  <a:pt x="6431434" y="1653585"/>
                  <a:pt x="6444892" y="1658041"/>
                  <a:pt x="6458877" y="1662117"/>
                </a:cubicBezTo>
                <a:lnTo>
                  <a:pt x="6467254" y="1664227"/>
                </a:lnTo>
                <a:lnTo>
                  <a:pt x="6467545" y="1664046"/>
                </a:lnTo>
                <a:cubicBezTo>
                  <a:pt x="6469635" y="1664026"/>
                  <a:pt x="6472488" y="1664540"/>
                  <a:pt x="6476635" y="1665826"/>
                </a:cubicBezTo>
                <a:lnTo>
                  <a:pt x="6482535" y="1668074"/>
                </a:lnTo>
                <a:lnTo>
                  <a:pt x="6498791" y="1672167"/>
                </a:lnTo>
                <a:lnTo>
                  <a:pt x="6505220" y="1672092"/>
                </a:lnTo>
                <a:lnTo>
                  <a:pt x="6508969" y="1669922"/>
                </a:lnTo>
                <a:lnTo>
                  <a:pt x="6544886" y="1670695"/>
                </a:lnTo>
                <a:cubicBezTo>
                  <a:pt x="6566195" y="1684748"/>
                  <a:pt x="6578985" y="1674687"/>
                  <a:pt x="6617859" y="1679453"/>
                </a:cubicBezTo>
                <a:cubicBezTo>
                  <a:pt x="6628154" y="1690316"/>
                  <a:pt x="6642041" y="1690691"/>
                  <a:pt x="6657726" y="1687906"/>
                </a:cubicBezTo>
                <a:cubicBezTo>
                  <a:pt x="6690709" y="1699790"/>
                  <a:pt x="6728158" y="1699639"/>
                  <a:pt x="6769041" y="1707304"/>
                </a:cubicBezTo>
                <a:cubicBezTo>
                  <a:pt x="6805580" y="1727028"/>
                  <a:pt x="6838723" y="1715650"/>
                  <a:pt x="6882368" y="1723914"/>
                </a:cubicBezTo>
                <a:lnTo>
                  <a:pt x="6968822" y="1723334"/>
                </a:lnTo>
                <a:lnTo>
                  <a:pt x="6973672" y="1726298"/>
                </a:lnTo>
                <a:cubicBezTo>
                  <a:pt x="6977223" y="1728111"/>
                  <a:pt x="6979851" y="1729020"/>
                  <a:pt x="6981961" y="1729324"/>
                </a:cubicBezTo>
                <a:lnTo>
                  <a:pt x="6982342" y="1729201"/>
                </a:lnTo>
                <a:lnTo>
                  <a:pt x="6989757" y="1732420"/>
                </a:lnTo>
                <a:cubicBezTo>
                  <a:pt x="7001869" y="1738303"/>
                  <a:pt x="7013262" y="1744453"/>
                  <a:pt x="7023794" y="1750660"/>
                </a:cubicBezTo>
                <a:cubicBezTo>
                  <a:pt x="7043973" y="1743394"/>
                  <a:pt x="7076983" y="1772878"/>
                  <a:pt x="7090828" y="1750287"/>
                </a:cubicBezTo>
                <a:cubicBezTo>
                  <a:pt x="7105590" y="1758041"/>
                  <a:pt x="7107688" y="1770308"/>
                  <a:pt x="7114479" y="1754649"/>
                </a:cubicBezTo>
                <a:cubicBezTo>
                  <a:pt x="7126350" y="1758420"/>
                  <a:pt x="7153167" y="1769741"/>
                  <a:pt x="7162053" y="1772908"/>
                </a:cubicBezTo>
                <a:lnTo>
                  <a:pt x="7167808" y="1773656"/>
                </a:lnTo>
                <a:lnTo>
                  <a:pt x="7187185" y="1787148"/>
                </a:lnTo>
                <a:lnTo>
                  <a:pt x="7216505" y="1804489"/>
                </a:lnTo>
                <a:lnTo>
                  <a:pt x="7219246" y="1804514"/>
                </a:lnTo>
                <a:lnTo>
                  <a:pt x="7230639" y="1813879"/>
                </a:lnTo>
                <a:cubicBezTo>
                  <a:pt x="7233815" y="1817438"/>
                  <a:pt x="7236006" y="1821285"/>
                  <a:pt x="7236776" y="1825514"/>
                </a:cubicBezTo>
                <a:cubicBezTo>
                  <a:pt x="7301762" y="1828337"/>
                  <a:pt x="7336564" y="1860417"/>
                  <a:pt x="7394082" y="1877925"/>
                </a:cubicBezTo>
                <a:cubicBezTo>
                  <a:pt x="7452342" y="1904287"/>
                  <a:pt x="7466551" y="1917411"/>
                  <a:pt x="7505820" y="1933859"/>
                </a:cubicBezTo>
                <a:cubicBezTo>
                  <a:pt x="7522528" y="1943253"/>
                  <a:pt x="7574803" y="2016599"/>
                  <a:pt x="7572147" y="2003817"/>
                </a:cubicBezTo>
                <a:cubicBezTo>
                  <a:pt x="7612486" y="2043915"/>
                  <a:pt x="7771831" y="2029022"/>
                  <a:pt x="7828975" y="2061508"/>
                </a:cubicBezTo>
                <a:lnTo>
                  <a:pt x="7886804" y="2075509"/>
                </a:lnTo>
                <a:cubicBezTo>
                  <a:pt x="7859463" y="2091010"/>
                  <a:pt x="7941076" y="2081130"/>
                  <a:pt x="7923558" y="2103529"/>
                </a:cubicBezTo>
                <a:lnTo>
                  <a:pt x="7947954" y="2104996"/>
                </a:lnTo>
                <a:lnTo>
                  <a:pt x="7952318" y="2105077"/>
                </a:lnTo>
                <a:lnTo>
                  <a:pt x="7966398" y="2109147"/>
                </a:lnTo>
                <a:lnTo>
                  <a:pt x="7974591" y="2105612"/>
                </a:lnTo>
                <a:lnTo>
                  <a:pt x="7998806" y="2108382"/>
                </a:lnTo>
                <a:cubicBezTo>
                  <a:pt x="8007224" y="2110145"/>
                  <a:pt x="8015519" y="2112885"/>
                  <a:pt x="8023544" y="2117183"/>
                </a:cubicBezTo>
                <a:cubicBezTo>
                  <a:pt x="8042536" y="2139405"/>
                  <a:pt x="8113922" y="2135674"/>
                  <a:pt x="8136247" y="2164190"/>
                </a:cubicBezTo>
                <a:cubicBezTo>
                  <a:pt x="8146485" y="2173150"/>
                  <a:pt x="8190564" y="2191557"/>
                  <a:pt x="8206445" y="2189356"/>
                </a:cubicBezTo>
                <a:cubicBezTo>
                  <a:pt x="8217189" y="2192022"/>
                  <a:pt x="8225092" y="2198625"/>
                  <a:pt x="8237464" y="2194272"/>
                </a:cubicBezTo>
                <a:cubicBezTo>
                  <a:pt x="8254235" y="2189840"/>
                  <a:pt x="8270768" y="2214957"/>
                  <a:pt x="8277853" y="2204259"/>
                </a:cubicBezTo>
                <a:cubicBezTo>
                  <a:pt x="8289971" y="2221808"/>
                  <a:pt x="8328475" y="2213978"/>
                  <a:pt x="8352501" y="2218290"/>
                </a:cubicBezTo>
                <a:cubicBezTo>
                  <a:pt x="8359916" y="2233716"/>
                  <a:pt x="8403014" y="2227555"/>
                  <a:pt x="8446938" y="2243393"/>
                </a:cubicBezTo>
                <a:cubicBezTo>
                  <a:pt x="8454511" y="2260801"/>
                  <a:pt x="8476684" y="2253935"/>
                  <a:pt x="8497138" y="2281506"/>
                </a:cubicBezTo>
                <a:cubicBezTo>
                  <a:pt x="8499906" y="2280770"/>
                  <a:pt x="8502925" y="2280276"/>
                  <a:pt x="8506096" y="2280042"/>
                </a:cubicBezTo>
                <a:cubicBezTo>
                  <a:pt x="8524529" y="2278674"/>
                  <a:pt x="8544098" y="2286123"/>
                  <a:pt x="8549806" y="2296675"/>
                </a:cubicBezTo>
                <a:cubicBezTo>
                  <a:pt x="8586026" y="2337107"/>
                  <a:pt x="8636988" y="2356250"/>
                  <a:pt x="8680256" y="2378758"/>
                </a:cubicBezTo>
                <a:cubicBezTo>
                  <a:pt x="8731302" y="2402123"/>
                  <a:pt x="8717522" y="2366494"/>
                  <a:pt x="8766301" y="2410605"/>
                </a:cubicBezTo>
                <a:cubicBezTo>
                  <a:pt x="8780965" y="2405907"/>
                  <a:pt x="8789790" y="2408871"/>
                  <a:pt x="8800492" y="2418067"/>
                </a:cubicBezTo>
                <a:cubicBezTo>
                  <a:pt x="8825856" y="2428860"/>
                  <a:pt x="8842594" y="2409144"/>
                  <a:pt x="8857555" y="2430810"/>
                </a:cubicBezTo>
                <a:cubicBezTo>
                  <a:pt x="8882799" y="2437942"/>
                  <a:pt x="8927730" y="2453942"/>
                  <a:pt x="8951967" y="2460856"/>
                </a:cubicBezTo>
                <a:cubicBezTo>
                  <a:pt x="8978331" y="2469875"/>
                  <a:pt x="8959838" y="2488515"/>
                  <a:pt x="9002970" y="2472291"/>
                </a:cubicBezTo>
                <a:cubicBezTo>
                  <a:pt x="9023997" y="2488383"/>
                  <a:pt x="9039735" y="2479669"/>
                  <a:pt x="9081613" y="2488296"/>
                </a:cubicBezTo>
                <a:lnTo>
                  <a:pt x="9091561" y="2494386"/>
                </a:lnTo>
                <a:lnTo>
                  <a:pt x="9140625" y="2486779"/>
                </a:lnTo>
                <a:cubicBezTo>
                  <a:pt x="9207053" y="2531245"/>
                  <a:pt x="9151264" y="2467994"/>
                  <a:pt x="9271105" y="2511730"/>
                </a:cubicBezTo>
                <a:cubicBezTo>
                  <a:pt x="9275764" y="2517275"/>
                  <a:pt x="9293352" y="2518083"/>
                  <a:pt x="9295023" y="2512830"/>
                </a:cubicBezTo>
                <a:cubicBezTo>
                  <a:pt x="9301933" y="2516606"/>
                  <a:pt x="9314623" y="2531276"/>
                  <a:pt x="9321673" y="2524119"/>
                </a:cubicBezTo>
                <a:cubicBezTo>
                  <a:pt x="9341881" y="2529408"/>
                  <a:pt x="9361130" y="2536033"/>
                  <a:pt x="9378975" y="2543803"/>
                </a:cubicBezTo>
                <a:lnTo>
                  <a:pt x="9414193" y="2562927"/>
                </a:lnTo>
                <a:lnTo>
                  <a:pt x="9426009" y="2558847"/>
                </a:lnTo>
                <a:cubicBezTo>
                  <a:pt x="9433598" y="2557225"/>
                  <a:pt x="9441714" y="2557145"/>
                  <a:pt x="9450634" y="2560685"/>
                </a:cubicBezTo>
                <a:cubicBezTo>
                  <a:pt x="9496298" y="2596479"/>
                  <a:pt x="9461586" y="2547391"/>
                  <a:pt x="9549097" y="2585168"/>
                </a:cubicBezTo>
                <a:cubicBezTo>
                  <a:pt x="9551956" y="2589460"/>
                  <a:pt x="9565592" y="2590888"/>
                  <a:pt x="9567633" y="2587105"/>
                </a:cubicBezTo>
                <a:cubicBezTo>
                  <a:pt x="9572507" y="2590206"/>
                  <a:pt x="9580361" y="2601581"/>
                  <a:pt x="9586878" y="2596659"/>
                </a:cubicBezTo>
                <a:lnTo>
                  <a:pt x="9589974" y="2598235"/>
                </a:lnTo>
                <a:lnTo>
                  <a:pt x="9590570" y="2598249"/>
                </a:lnTo>
                <a:lnTo>
                  <a:pt x="9591896" y="2599214"/>
                </a:lnTo>
                <a:lnTo>
                  <a:pt x="9604535" y="2605654"/>
                </a:lnTo>
                <a:lnTo>
                  <a:pt x="9610554" y="2606189"/>
                </a:lnTo>
                <a:cubicBezTo>
                  <a:pt x="9641361" y="2613359"/>
                  <a:pt x="9668752" y="2624572"/>
                  <a:pt x="9690072" y="2638745"/>
                </a:cubicBezTo>
                <a:cubicBezTo>
                  <a:pt x="9723195" y="2641319"/>
                  <a:pt x="9726446" y="2647335"/>
                  <a:pt x="9726964" y="2653728"/>
                </a:cubicBezTo>
                <a:cubicBezTo>
                  <a:pt x="9734958" y="2656403"/>
                  <a:pt x="9731670" y="2653170"/>
                  <a:pt x="9738036" y="2654794"/>
                </a:cubicBezTo>
                <a:cubicBezTo>
                  <a:pt x="9745908" y="2657757"/>
                  <a:pt x="9765000" y="2668100"/>
                  <a:pt x="9774202" y="2671509"/>
                </a:cubicBezTo>
                <a:lnTo>
                  <a:pt x="9793246" y="2675245"/>
                </a:lnTo>
                <a:cubicBezTo>
                  <a:pt x="9812596" y="2680039"/>
                  <a:pt x="9869995" y="2696274"/>
                  <a:pt x="9890301" y="2700274"/>
                </a:cubicBezTo>
                <a:cubicBezTo>
                  <a:pt x="9900631" y="2696314"/>
                  <a:pt x="9908572" y="2696560"/>
                  <a:pt x="9915070" y="2699250"/>
                </a:cubicBezTo>
                <a:lnTo>
                  <a:pt x="9976517" y="2732899"/>
                </a:lnTo>
                <a:cubicBezTo>
                  <a:pt x="9981869" y="2727000"/>
                  <a:pt x="9984699" y="2731165"/>
                  <a:pt x="9990168" y="2737877"/>
                </a:cubicBezTo>
                <a:lnTo>
                  <a:pt x="9995041" y="2741223"/>
                </a:lnTo>
                <a:lnTo>
                  <a:pt x="10012636" y="2729876"/>
                </a:lnTo>
                <a:lnTo>
                  <a:pt x="10044280" y="2726966"/>
                </a:lnTo>
                <a:lnTo>
                  <a:pt x="10057934" y="2735671"/>
                </a:lnTo>
                <a:cubicBezTo>
                  <a:pt x="10075281" y="2744341"/>
                  <a:pt x="10128594" y="2769607"/>
                  <a:pt x="10148373" y="2778987"/>
                </a:cubicBezTo>
                <a:lnTo>
                  <a:pt x="10176601" y="2791940"/>
                </a:lnTo>
                <a:cubicBezTo>
                  <a:pt x="10185319" y="2817937"/>
                  <a:pt x="10238746" y="2788423"/>
                  <a:pt x="10235082" y="2816761"/>
                </a:cubicBezTo>
                <a:cubicBezTo>
                  <a:pt x="10261478" y="2797979"/>
                  <a:pt x="10382486" y="2835579"/>
                  <a:pt x="10421684" y="2833871"/>
                </a:cubicBezTo>
                <a:cubicBezTo>
                  <a:pt x="10427369" y="2846480"/>
                  <a:pt x="10490893" y="2829473"/>
                  <a:pt x="10507376" y="2822262"/>
                </a:cubicBezTo>
                <a:cubicBezTo>
                  <a:pt x="10633551" y="2812985"/>
                  <a:pt x="10703974" y="2842678"/>
                  <a:pt x="10738376" y="2833353"/>
                </a:cubicBezTo>
                <a:cubicBezTo>
                  <a:pt x="10827719" y="2830304"/>
                  <a:pt x="10976757" y="2802522"/>
                  <a:pt x="11043443" y="2803954"/>
                </a:cubicBezTo>
                <a:cubicBezTo>
                  <a:pt x="11049567" y="2823106"/>
                  <a:pt x="11121061" y="2794142"/>
                  <a:pt x="11115269" y="2823367"/>
                </a:cubicBezTo>
                <a:cubicBezTo>
                  <a:pt x="11122168" y="2835110"/>
                  <a:pt x="11139334" y="2833959"/>
                  <a:pt x="11147582" y="2822547"/>
                </a:cubicBezTo>
                <a:cubicBezTo>
                  <a:pt x="11168093" y="2823815"/>
                  <a:pt x="11180424" y="2837446"/>
                  <a:pt x="11201205" y="2818210"/>
                </a:cubicBezTo>
                <a:cubicBezTo>
                  <a:pt x="11229430" y="2819282"/>
                  <a:pt x="11368539" y="2855696"/>
                  <a:pt x="11391726" y="2826386"/>
                </a:cubicBezTo>
                <a:cubicBezTo>
                  <a:pt x="11480791" y="2839198"/>
                  <a:pt x="11451058" y="2820936"/>
                  <a:pt x="11507640" y="2824866"/>
                </a:cubicBezTo>
                <a:cubicBezTo>
                  <a:pt x="11607733" y="2861658"/>
                  <a:pt x="11671908" y="2815146"/>
                  <a:pt x="11718056" y="2821969"/>
                </a:cubicBezTo>
                <a:cubicBezTo>
                  <a:pt x="11816707" y="2792061"/>
                  <a:pt x="11860087" y="2819031"/>
                  <a:pt x="11937926" y="2817058"/>
                </a:cubicBezTo>
                <a:cubicBezTo>
                  <a:pt x="11973607" y="2824139"/>
                  <a:pt x="11989529" y="2794506"/>
                  <a:pt x="12035355" y="2813340"/>
                </a:cubicBezTo>
                <a:cubicBezTo>
                  <a:pt x="12062147" y="2782988"/>
                  <a:pt x="12154841" y="2795794"/>
                  <a:pt x="12179047" y="2788508"/>
                </a:cubicBezTo>
                <a:lnTo>
                  <a:pt x="12192000" y="2788486"/>
                </a:lnTo>
                <a:lnTo>
                  <a:pt x="12192000" y="3378280"/>
                </a:lnTo>
                <a:lnTo>
                  <a:pt x="0" y="337828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748D03-2908-F1F6-EB3A-1633A334D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2114" y="2039254"/>
            <a:ext cx="7387772" cy="220617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f) A* using misplaced tiles as heuristic function 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EFD2FD1-B3A5-4E1D-BCC8-7684A5440C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890051" y="0"/>
            <a:ext cx="7301949" cy="91834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6423 w 9517857"/>
              <a:gd name="connsiteY3" fmla="*/ 247919 h 918356"/>
              <a:gd name="connsiteX4" fmla="*/ 4685225 w 9517857"/>
              <a:gd name="connsiteY4" fmla="*/ 246530 h 918356"/>
              <a:gd name="connsiteX5" fmla="*/ 4686133 w 9517857"/>
              <a:gd name="connsiteY5" fmla="*/ 246727 h 918356"/>
              <a:gd name="connsiteX6" fmla="*/ 4686423 w 9517857"/>
              <a:gd name="connsiteY6" fmla="*/ 247919 h 918356"/>
              <a:gd name="connsiteX7" fmla="*/ 4685225 w 9517857"/>
              <a:gd name="connsiteY7" fmla="*/ 246530 h 918356"/>
              <a:gd name="connsiteX8" fmla="*/ 9517856 w 9517857"/>
              <a:gd name="connsiteY8" fmla="*/ 0 h 918356"/>
              <a:gd name="connsiteX9" fmla="*/ 9517857 w 9517857"/>
              <a:gd name="connsiteY9" fmla="*/ 12 h 918356"/>
              <a:gd name="connsiteX10" fmla="*/ 9517857 w 9517857"/>
              <a:gd name="connsiteY10" fmla="*/ 918356 h 918356"/>
              <a:gd name="connsiteX11" fmla="*/ 14604 w 9517857"/>
              <a:gd name="connsiteY11" fmla="*/ 918356 h 918356"/>
              <a:gd name="connsiteX12" fmla="*/ 12841 w 9517857"/>
              <a:gd name="connsiteY12" fmla="*/ 917763 h 918356"/>
              <a:gd name="connsiteX13" fmla="*/ 93 w 9517857"/>
              <a:gd name="connsiteY13" fmla="*/ 912471 h 918356"/>
              <a:gd name="connsiteX14" fmla="*/ 58674 w 9517857"/>
              <a:gd name="connsiteY14" fmla="*/ 890322 h 918356"/>
              <a:gd name="connsiteX15" fmla="*/ 275005 w 9517857"/>
              <a:gd name="connsiteY15" fmla="*/ 807229 h 918356"/>
              <a:gd name="connsiteX16" fmla="*/ 587824 w 9517857"/>
              <a:gd name="connsiteY16" fmla="*/ 798195 h 918356"/>
              <a:gd name="connsiteX17" fmla="*/ 651826 w 9517857"/>
              <a:gd name="connsiteY17" fmla="*/ 738338 h 918356"/>
              <a:gd name="connsiteX18" fmla="*/ 727985 w 9517857"/>
              <a:gd name="connsiteY18" fmla="*/ 719826 h 918356"/>
              <a:gd name="connsiteX19" fmla="*/ 778982 w 9517857"/>
              <a:gd name="connsiteY19" fmla="*/ 710142 h 918356"/>
              <a:gd name="connsiteX20" fmla="*/ 849944 w 9517857"/>
              <a:gd name="connsiteY20" fmla="*/ 717987 h 918356"/>
              <a:gd name="connsiteX21" fmla="*/ 921659 w 9517857"/>
              <a:gd name="connsiteY21" fmla="*/ 712695 h 918356"/>
              <a:gd name="connsiteX22" fmla="*/ 930946 w 9517857"/>
              <a:gd name="connsiteY22" fmla="*/ 734046 h 918356"/>
              <a:gd name="connsiteX23" fmla="*/ 986250 w 9517857"/>
              <a:gd name="connsiteY23" fmla="*/ 713530 h 918356"/>
              <a:gd name="connsiteX24" fmla="*/ 1013752 w 9517857"/>
              <a:gd name="connsiteY24" fmla="*/ 713361 h 918356"/>
              <a:gd name="connsiteX25" fmla="*/ 1023734 w 9517857"/>
              <a:gd name="connsiteY25" fmla="*/ 718571 h 918356"/>
              <a:gd name="connsiteX26" fmla="*/ 1063207 w 9517857"/>
              <a:gd name="connsiteY26" fmla="*/ 715651 h 918356"/>
              <a:gd name="connsiteX27" fmla="*/ 1081980 w 9517857"/>
              <a:gd name="connsiteY27" fmla="*/ 738455 h 918356"/>
              <a:gd name="connsiteX28" fmla="*/ 1218120 w 9517857"/>
              <a:gd name="connsiteY28" fmla="*/ 713280 h 918356"/>
              <a:gd name="connsiteX29" fmla="*/ 1397459 w 9517857"/>
              <a:gd name="connsiteY29" fmla="*/ 691190 h 918356"/>
              <a:gd name="connsiteX30" fmla="*/ 1580688 w 9517857"/>
              <a:gd name="connsiteY30" fmla="*/ 693697 h 918356"/>
              <a:gd name="connsiteX31" fmla="*/ 1772334 w 9517857"/>
              <a:gd name="connsiteY31" fmla="*/ 710640 h 918356"/>
              <a:gd name="connsiteX32" fmla="*/ 2002561 w 9517857"/>
              <a:gd name="connsiteY32" fmla="*/ 659917 h 918356"/>
              <a:gd name="connsiteX33" fmla="*/ 2135144 w 9517857"/>
              <a:gd name="connsiteY33" fmla="*/ 636501 h 918356"/>
              <a:gd name="connsiteX34" fmla="*/ 2440292 w 9517857"/>
              <a:gd name="connsiteY34" fmla="*/ 593862 h 918356"/>
              <a:gd name="connsiteX35" fmla="*/ 2547829 w 9517857"/>
              <a:gd name="connsiteY35" fmla="*/ 566150 h 918356"/>
              <a:gd name="connsiteX36" fmla="*/ 2658055 w 9517857"/>
              <a:gd name="connsiteY36" fmla="*/ 578727 h 918356"/>
              <a:gd name="connsiteX37" fmla="*/ 2693698 w 9517857"/>
              <a:gd name="connsiteY37" fmla="*/ 560029 h 918356"/>
              <a:gd name="connsiteX38" fmla="*/ 2699673 w 9517857"/>
              <a:gd name="connsiteY38" fmla="*/ 556400 h 918356"/>
              <a:gd name="connsiteX39" fmla="*/ 2727306 w 9517857"/>
              <a:gd name="connsiteY39" fmla="*/ 550698 h 918356"/>
              <a:gd name="connsiteX40" fmla="*/ 2730451 w 9517857"/>
              <a:gd name="connsiteY40" fmla="*/ 538058 h 918356"/>
              <a:gd name="connsiteX41" fmla="*/ 2768713 w 9517857"/>
              <a:gd name="connsiteY41" fmla="*/ 521575 h 918356"/>
              <a:gd name="connsiteX42" fmla="*/ 2820868 w 9517857"/>
              <a:gd name="connsiteY42" fmla="*/ 514160 h 918356"/>
              <a:gd name="connsiteX43" fmla="*/ 3073635 w 9517857"/>
              <a:gd name="connsiteY43" fmla="*/ 491294 h 918356"/>
              <a:gd name="connsiteX44" fmla="*/ 3222071 w 9517857"/>
              <a:gd name="connsiteY44" fmla="*/ 470559 h 918356"/>
              <a:gd name="connsiteX45" fmla="*/ 3274069 w 9517857"/>
              <a:gd name="connsiteY45" fmla="*/ 451605 h 918356"/>
              <a:gd name="connsiteX46" fmla="*/ 3349632 w 9517857"/>
              <a:gd name="connsiteY46" fmla="*/ 432583 h 918356"/>
              <a:gd name="connsiteX47" fmla="*/ 3479593 w 9517857"/>
              <a:gd name="connsiteY47" fmla="*/ 390437 h 918356"/>
              <a:gd name="connsiteX48" fmla="*/ 3660110 w 9517857"/>
              <a:gd name="connsiteY48" fmla="*/ 348726 h 918356"/>
              <a:gd name="connsiteX49" fmla="*/ 3750023 w 9517857"/>
              <a:gd name="connsiteY49" fmla="*/ 370678 h 918356"/>
              <a:gd name="connsiteX50" fmla="*/ 3844133 w 9517857"/>
              <a:gd name="connsiteY50" fmla="*/ 360648 h 918356"/>
              <a:gd name="connsiteX51" fmla="*/ 3913545 w 9517857"/>
              <a:gd name="connsiteY51" fmla="*/ 344235 h 918356"/>
              <a:gd name="connsiteX52" fmla="*/ 4266740 w 9517857"/>
              <a:gd name="connsiteY52" fmla="*/ 361454 h 918356"/>
              <a:gd name="connsiteX53" fmla="*/ 4430770 w 9517857"/>
              <a:gd name="connsiteY53" fmla="*/ 342643 h 918356"/>
              <a:gd name="connsiteX54" fmla="*/ 4512664 w 9517857"/>
              <a:gd name="connsiteY54" fmla="*/ 319948 h 918356"/>
              <a:gd name="connsiteX55" fmla="*/ 4616423 w 9517857"/>
              <a:gd name="connsiteY55" fmla="*/ 290914 h 918356"/>
              <a:gd name="connsiteX56" fmla="*/ 4691675 w 9517857"/>
              <a:gd name="connsiteY56" fmla="*/ 254011 h 918356"/>
              <a:gd name="connsiteX57" fmla="*/ 4689051 w 9517857"/>
              <a:gd name="connsiteY57" fmla="*/ 250968 h 918356"/>
              <a:gd name="connsiteX58" fmla="*/ 4719994 w 9517857"/>
              <a:gd name="connsiteY58" fmla="*/ 245307 h 918356"/>
              <a:gd name="connsiteX59" fmla="*/ 4752894 w 9517857"/>
              <a:gd name="connsiteY59" fmla="*/ 239875 h 918356"/>
              <a:gd name="connsiteX60" fmla="*/ 4769329 w 9517857"/>
              <a:gd name="connsiteY60" fmla="*/ 233585 h 918356"/>
              <a:gd name="connsiteX61" fmla="*/ 4775634 w 9517857"/>
              <a:gd name="connsiteY61" fmla="*/ 234063 h 918356"/>
              <a:gd name="connsiteX62" fmla="*/ 4790452 w 9517857"/>
              <a:gd name="connsiteY62" fmla="*/ 233572 h 918356"/>
              <a:gd name="connsiteX63" fmla="*/ 4789062 w 9517857"/>
              <a:gd name="connsiteY63" fmla="*/ 241924 h 918356"/>
              <a:gd name="connsiteX64" fmla="*/ 4827826 w 9517857"/>
              <a:gd name="connsiteY64" fmla="*/ 246977 h 918356"/>
              <a:gd name="connsiteX65" fmla="*/ 4892569 w 9517857"/>
              <a:gd name="connsiteY65" fmla="*/ 249933 h 918356"/>
              <a:gd name="connsiteX66" fmla="*/ 4896611 w 9517857"/>
              <a:gd name="connsiteY66" fmla="*/ 240448 h 918356"/>
              <a:gd name="connsiteX67" fmla="*/ 4917286 w 9517857"/>
              <a:gd name="connsiteY67" fmla="*/ 243659 h 918356"/>
              <a:gd name="connsiteX68" fmla="*/ 4981173 w 9517857"/>
              <a:gd name="connsiteY68" fmla="*/ 247103 h 918356"/>
              <a:gd name="connsiteX69" fmla="*/ 5060397 w 9517857"/>
              <a:gd name="connsiteY69" fmla="*/ 263688 h 918356"/>
              <a:gd name="connsiteX70" fmla="*/ 5252996 w 9517857"/>
              <a:gd name="connsiteY70" fmla="*/ 270655 h 918356"/>
              <a:gd name="connsiteX71" fmla="*/ 5358056 w 9517857"/>
              <a:gd name="connsiteY71" fmla="*/ 247248 h 918356"/>
              <a:gd name="connsiteX72" fmla="*/ 5426496 w 9517857"/>
              <a:gd name="connsiteY72" fmla="*/ 235142 h 918356"/>
              <a:gd name="connsiteX73" fmla="*/ 5497161 w 9517857"/>
              <a:gd name="connsiteY73" fmla="*/ 228808 h 918356"/>
              <a:gd name="connsiteX74" fmla="*/ 5826043 w 9517857"/>
              <a:gd name="connsiteY74" fmla="*/ 148073 h 918356"/>
              <a:gd name="connsiteX75" fmla="*/ 6013415 w 9517857"/>
              <a:gd name="connsiteY75" fmla="*/ 137316 h 918356"/>
              <a:gd name="connsiteX76" fmla="*/ 6080994 w 9517857"/>
              <a:gd name="connsiteY76" fmla="*/ 142938 h 918356"/>
              <a:gd name="connsiteX77" fmla="*/ 6194152 w 9517857"/>
              <a:gd name="connsiteY77" fmla="*/ 151772 h 918356"/>
              <a:gd name="connsiteX78" fmla="*/ 6281379 w 9517857"/>
              <a:gd name="connsiteY78" fmla="*/ 181626 h 918356"/>
              <a:gd name="connsiteX79" fmla="*/ 6374947 w 9517857"/>
              <a:gd name="connsiteY79" fmla="*/ 179799 h 918356"/>
              <a:gd name="connsiteX80" fmla="*/ 6448518 w 9517857"/>
              <a:gd name="connsiteY80" fmla="*/ 164378 h 918356"/>
              <a:gd name="connsiteX81" fmla="*/ 6544700 w 9517857"/>
              <a:gd name="connsiteY81" fmla="*/ 167161 h 918356"/>
              <a:gd name="connsiteX82" fmla="*/ 6648353 w 9517857"/>
              <a:gd name="connsiteY82" fmla="*/ 172250 h 918356"/>
              <a:gd name="connsiteX83" fmla="*/ 6736227 w 9517857"/>
              <a:gd name="connsiteY83" fmla="*/ 173216 h 918356"/>
              <a:gd name="connsiteX84" fmla="*/ 6977218 w 9517857"/>
              <a:gd name="connsiteY84" fmla="*/ 184289 h 918356"/>
              <a:gd name="connsiteX85" fmla="*/ 7065221 w 9517857"/>
              <a:gd name="connsiteY85" fmla="*/ 227531 h 918356"/>
              <a:gd name="connsiteX86" fmla="*/ 7565449 w 9517857"/>
              <a:gd name="connsiteY86" fmla="*/ 258950 h 918356"/>
              <a:gd name="connsiteX87" fmla="*/ 7599285 w 9517857"/>
              <a:gd name="connsiteY87" fmla="*/ 266021 h 918356"/>
              <a:gd name="connsiteX88" fmla="*/ 7644411 w 9517857"/>
              <a:gd name="connsiteY88" fmla="*/ 258986 h 918356"/>
              <a:gd name="connsiteX89" fmla="*/ 7825110 w 9517857"/>
              <a:gd name="connsiteY89" fmla="*/ 229109 h 918356"/>
              <a:gd name="connsiteX90" fmla="*/ 7965804 w 9517857"/>
              <a:gd name="connsiteY90" fmla="*/ 190545 h 918356"/>
              <a:gd name="connsiteX91" fmla="*/ 8147401 w 9517857"/>
              <a:gd name="connsiteY91" fmla="*/ 205617 h 918356"/>
              <a:gd name="connsiteX92" fmla="*/ 8256033 w 9517857"/>
              <a:gd name="connsiteY92" fmla="*/ 193713 h 918356"/>
              <a:gd name="connsiteX93" fmla="*/ 8410677 w 9517857"/>
              <a:gd name="connsiteY93" fmla="*/ 172167 h 918356"/>
              <a:gd name="connsiteX94" fmla="*/ 8617841 w 9517857"/>
              <a:gd name="connsiteY94" fmla="*/ 155167 h 918356"/>
              <a:gd name="connsiteX95" fmla="*/ 8715976 w 9517857"/>
              <a:gd name="connsiteY95" fmla="*/ 178374 h 918356"/>
              <a:gd name="connsiteX96" fmla="*/ 8778827 w 9517857"/>
              <a:gd name="connsiteY96" fmla="*/ 172936 h 918356"/>
              <a:gd name="connsiteX97" fmla="*/ 8840778 w 9517857"/>
              <a:gd name="connsiteY97" fmla="*/ 143149 h 918356"/>
              <a:gd name="connsiteX98" fmla="*/ 9010380 w 9517857"/>
              <a:gd name="connsiteY98" fmla="*/ 91891 h 918356"/>
              <a:gd name="connsiteX99" fmla="*/ 9110856 w 9517857"/>
              <a:gd name="connsiteY99" fmla="*/ 70997 h 918356"/>
              <a:gd name="connsiteX100" fmla="*/ 9268817 w 9517857"/>
              <a:gd name="connsiteY100" fmla="*/ 53082 h 918356"/>
              <a:gd name="connsiteX101" fmla="*/ 9316667 w 9517857"/>
              <a:gd name="connsiteY101" fmla="*/ 45047 h 918356"/>
              <a:gd name="connsiteX102" fmla="*/ 9428209 w 9517857"/>
              <a:gd name="connsiteY102" fmla="*/ 29923 h 918356"/>
              <a:gd name="connsiteX103" fmla="*/ 9517856 w 9517857"/>
              <a:gd name="connsiteY103" fmla="*/ 0 h 918356"/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6423 w 9517857"/>
              <a:gd name="connsiteY3" fmla="*/ 247919 h 918356"/>
              <a:gd name="connsiteX4" fmla="*/ 4685225 w 9517857"/>
              <a:gd name="connsiteY4" fmla="*/ 246530 h 918356"/>
              <a:gd name="connsiteX5" fmla="*/ 4686133 w 9517857"/>
              <a:gd name="connsiteY5" fmla="*/ 246727 h 918356"/>
              <a:gd name="connsiteX6" fmla="*/ 4686423 w 9517857"/>
              <a:gd name="connsiteY6" fmla="*/ 247919 h 918356"/>
              <a:gd name="connsiteX7" fmla="*/ 4685225 w 9517857"/>
              <a:gd name="connsiteY7" fmla="*/ 246530 h 918356"/>
              <a:gd name="connsiteX8" fmla="*/ 9517856 w 9517857"/>
              <a:gd name="connsiteY8" fmla="*/ 0 h 918356"/>
              <a:gd name="connsiteX9" fmla="*/ 9517857 w 9517857"/>
              <a:gd name="connsiteY9" fmla="*/ 12 h 918356"/>
              <a:gd name="connsiteX10" fmla="*/ 9517857 w 9517857"/>
              <a:gd name="connsiteY10" fmla="*/ 918356 h 918356"/>
              <a:gd name="connsiteX11" fmla="*/ 14604 w 9517857"/>
              <a:gd name="connsiteY11" fmla="*/ 918356 h 918356"/>
              <a:gd name="connsiteX12" fmla="*/ 12841 w 9517857"/>
              <a:gd name="connsiteY12" fmla="*/ 917763 h 918356"/>
              <a:gd name="connsiteX13" fmla="*/ 93 w 9517857"/>
              <a:gd name="connsiteY13" fmla="*/ 912471 h 918356"/>
              <a:gd name="connsiteX14" fmla="*/ 58674 w 9517857"/>
              <a:gd name="connsiteY14" fmla="*/ 890322 h 918356"/>
              <a:gd name="connsiteX15" fmla="*/ 275005 w 9517857"/>
              <a:gd name="connsiteY15" fmla="*/ 807229 h 918356"/>
              <a:gd name="connsiteX16" fmla="*/ 587824 w 9517857"/>
              <a:gd name="connsiteY16" fmla="*/ 798195 h 918356"/>
              <a:gd name="connsiteX17" fmla="*/ 651826 w 9517857"/>
              <a:gd name="connsiteY17" fmla="*/ 738338 h 918356"/>
              <a:gd name="connsiteX18" fmla="*/ 727985 w 9517857"/>
              <a:gd name="connsiteY18" fmla="*/ 719826 h 918356"/>
              <a:gd name="connsiteX19" fmla="*/ 778982 w 9517857"/>
              <a:gd name="connsiteY19" fmla="*/ 710142 h 918356"/>
              <a:gd name="connsiteX20" fmla="*/ 849944 w 9517857"/>
              <a:gd name="connsiteY20" fmla="*/ 717987 h 918356"/>
              <a:gd name="connsiteX21" fmla="*/ 921659 w 9517857"/>
              <a:gd name="connsiteY21" fmla="*/ 712695 h 918356"/>
              <a:gd name="connsiteX22" fmla="*/ 930946 w 9517857"/>
              <a:gd name="connsiteY22" fmla="*/ 734046 h 918356"/>
              <a:gd name="connsiteX23" fmla="*/ 986250 w 9517857"/>
              <a:gd name="connsiteY23" fmla="*/ 713530 h 918356"/>
              <a:gd name="connsiteX24" fmla="*/ 1013752 w 9517857"/>
              <a:gd name="connsiteY24" fmla="*/ 713361 h 918356"/>
              <a:gd name="connsiteX25" fmla="*/ 1023734 w 9517857"/>
              <a:gd name="connsiteY25" fmla="*/ 718571 h 918356"/>
              <a:gd name="connsiteX26" fmla="*/ 1063207 w 9517857"/>
              <a:gd name="connsiteY26" fmla="*/ 715651 h 918356"/>
              <a:gd name="connsiteX27" fmla="*/ 1081980 w 9517857"/>
              <a:gd name="connsiteY27" fmla="*/ 738455 h 918356"/>
              <a:gd name="connsiteX28" fmla="*/ 1218120 w 9517857"/>
              <a:gd name="connsiteY28" fmla="*/ 713280 h 918356"/>
              <a:gd name="connsiteX29" fmla="*/ 1397459 w 9517857"/>
              <a:gd name="connsiteY29" fmla="*/ 691190 h 918356"/>
              <a:gd name="connsiteX30" fmla="*/ 1580688 w 9517857"/>
              <a:gd name="connsiteY30" fmla="*/ 693697 h 918356"/>
              <a:gd name="connsiteX31" fmla="*/ 1772334 w 9517857"/>
              <a:gd name="connsiteY31" fmla="*/ 710640 h 918356"/>
              <a:gd name="connsiteX32" fmla="*/ 2002561 w 9517857"/>
              <a:gd name="connsiteY32" fmla="*/ 659917 h 918356"/>
              <a:gd name="connsiteX33" fmla="*/ 2135144 w 9517857"/>
              <a:gd name="connsiteY33" fmla="*/ 636501 h 918356"/>
              <a:gd name="connsiteX34" fmla="*/ 2440292 w 9517857"/>
              <a:gd name="connsiteY34" fmla="*/ 593862 h 918356"/>
              <a:gd name="connsiteX35" fmla="*/ 2547829 w 9517857"/>
              <a:gd name="connsiteY35" fmla="*/ 566150 h 918356"/>
              <a:gd name="connsiteX36" fmla="*/ 2658055 w 9517857"/>
              <a:gd name="connsiteY36" fmla="*/ 578727 h 918356"/>
              <a:gd name="connsiteX37" fmla="*/ 2693698 w 9517857"/>
              <a:gd name="connsiteY37" fmla="*/ 560029 h 918356"/>
              <a:gd name="connsiteX38" fmla="*/ 2699673 w 9517857"/>
              <a:gd name="connsiteY38" fmla="*/ 556400 h 918356"/>
              <a:gd name="connsiteX39" fmla="*/ 2727306 w 9517857"/>
              <a:gd name="connsiteY39" fmla="*/ 550698 h 918356"/>
              <a:gd name="connsiteX40" fmla="*/ 2730451 w 9517857"/>
              <a:gd name="connsiteY40" fmla="*/ 538058 h 918356"/>
              <a:gd name="connsiteX41" fmla="*/ 2768713 w 9517857"/>
              <a:gd name="connsiteY41" fmla="*/ 521575 h 918356"/>
              <a:gd name="connsiteX42" fmla="*/ 2820868 w 9517857"/>
              <a:gd name="connsiteY42" fmla="*/ 514160 h 918356"/>
              <a:gd name="connsiteX43" fmla="*/ 3073635 w 9517857"/>
              <a:gd name="connsiteY43" fmla="*/ 491294 h 918356"/>
              <a:gd name="connsiteX44" fmla="*/ 3222071 w 9517857"/>
              <a:gd name="connsiteY44" fmla="*/ 470559 h 918356"/>
              <a:gd name="connsiteX45" fmla="*/ 3274069 w 9517857"/>
              <a:gd name="connsiteY45" fmla="*/ 451605 h 918356"/>
              <a:gd name="connsiteX46" fmla="*/ 3349632 w 9517857"/>
              <a:gd name="connsiteY46" fmla="*/ 432583 h 918356"/>
              <a:gd name="connsiteX47" fmla="*/ 3479593 w 9517857"/>
              <a:gd name="connsiteY47" fmla="*/ 390437 h 918356"/>
              <a:gd name="connsiteX48" fmla="*/ 3660110 w 9517857"/>
              <a:gd name="connsiteY48" fmla="*/ 348726 h 918356"/>
              <a:gd name="connsiteX49" fmla="*/ 3750023 w 9517857"/>
              <a:gd name="connsiteY49" fmla="*/ 370678 h 918356"/>
              <a:gd name="connsiteX50" fmla="*/ 3844133 w 9517857"/>
              <a:gd name="connsiteY50" fmla="*/ 360648 h 918356"/>
              <a:gd name="connsiteX51" fmla="*/ 3913545 w 9517857"/>
              <a:gd name="connsiteY51" fmla="*/ 344235 h 918356"/>
              <a:gd name="connsiteX52" fmla="*/ 4266740 w 9517857"/>
              <a:gd name="connsiteY52" fmla="*/ 361454 h 918356"/>
              <a:gd name="connsiteX53" fmla="*/ 4430770 w 9517857"/>
              <a:gd name="connsiteY53" fmla="*/ 342643 h 918356"/>
              <a:gd name="connsiteX54" fmla="*/ 4512664 w 9517857"/>
              <a:gd name="connsiteY54" fmla="*/ 319948 h 918356"/>
              <a:gd name="connsiteX55" fmla="*/ 4616423 w 9517857"/>
              <a:gd name="connsiteY55" fmla="*/ 290914 h 918356"/>
              <a:gd name="connsiteX56" fmla="*/ 4691675 w 9517857"/>
              <a:gd name="connsiteY56" fmla="*/ 254011 h 918356"/>
              <a:gd name="connsiteX57" fmla="*/ 4689051 w 9517857"/>
              <a:gd name="connsiteY57" fmla="*/ 250968 h 918356"/>
              <a:gd name="connsiteX58" fmla="*/ 4719994 w 9517857"/>
              <a:gd name="connsiteY58" fmla="*/ 245307 h 918356"/>
              <a:gd name="connsiteX59" fmla="*/ 4752894 w 9517857"/>
              <a:gd name="connsiteY59" fmla="*/ 239875 h 918356"/>
              <a:gd name="connsiteX60" fmla="*/ 4769329 w 9517857"/>
              <a:gd name="connsiteY60" fmla="*/ 233585 h 918356"/>
              <a:gd name="connsiteX61" fmla="*/ 4775634 w 9517857"/>
              <a:gd name="connsiteY61" fmla="*/ 234063 h 918356"/>
              <a:gd name="connsiteX62" fmla="*/ 4790452 w 9517857"/>
              <a:gd name="connsiteY62" fmla="*/ 233572 h 918356"/>
              <a:gd name="connsiteX63" fmla="*/ 4789062 w 9517857"/>
              <a:gd name="connsiteY63" fmla="*/ 241924 h 918356"/>
              <a:gd name="connsiteX64" fmla="*/ 4827826 w 9517857"/>
              <a:gd name="connsiteY64" fmla="*/ 246977 h 918356"/>
              <a:gd name="connsiteX65" fmla="*/ 4892569 w 9517857"/>
              <a:gd name="connsiteY65" fmla="*/ 249933 h 918356"/>
              <a:gd name="connsiteX66" fmla="*/ 4896611 w 9517857"/>
              <a:gd name="connsiteY66" fmla="*/ 240448 h 918356"/>
              <a:gd name="connsiteX67" fmla="*/ 4917286 w 9517857"/>
              <a:gd name="connsiteY67" fmla="*/ 243659 h 918356"/>
              <a:gd name="connsiteX68" fmla="*/ 4981173 w 9517857"/>
              <a:gd name="connsiteY68" fmla="*/ 247103 h 918356"/>
              <a:gd name="connsiteX69" fmla="*/ 5060397 w 9517857"/>
              <a:gd name="connsiteY69" fmla="*/ 263688 h 918356"/>
              <a:gd name="connsiteX70" fmla="*/ 5252996 w 9517857"/>
              <a:gd name="connsiteY70" fmla="*/ 270655 h 918356"/>
              <a:gd name="connsiteX71" fmla="*/ 5358056 w 9517857"/>
              <a:gd name="connsiteY71" fmla="*/ 247248 h 918356"/>
              <a:gd name="connsiteX72" fmla="*/ 5426496 w 9517857"/>
              <a:gd name="connsiteY72" fmla="*/ 235142 h 918356"/>
              <a:gd name="connsiteX73" fmla="*/ 5497161 w 9517857"/>
              <a:gd name="connsiteY73" fmla="*/ 228808 h 918356"/>
              <a:gd name="connsiteX74" fmla="*/ 5826043 w 9517857"/>
              <a:gd name="connsiteY74" fmla="*/ 148073 h 918356"/>
              <a:gd name="connsiteX75" fmla="*/ 6013415 w 9517857"/>
              <a:gd name="connsiteY75" fmla="*/ 137316 h 918356"/>
              <a:gd name="connsiteX76" fmla="*/ 6080994 w 9517857"/>
              <a:gd name="connsiteY76" fmla="*/ 142938 h 918356"/>
              <a:gd name="connsiteX77" fmla="*/ 6194152 w 9517857"/>
              <a:gd name="connsiteY77" fmla="*/ 151772 h 918356"/>
              <a:gd name="connsiteX78" fmla="*/ 6281379 w 9517857"/>
              <a:gd name="connsiteY78" fmla="*/ 181626 h 918356"/>
              <a:gd name="connsiteX79" fmla="*/ 6374947 w 9517857"/>
              <a:gd name="connsiteY79" fmla="*/ 179799 h 918356"/>
              <a:gd name="connsiteX80" fmla="*/ 6448518 w 9517857"/>
              <a:gd name="connsiteY80" fmla="*/ 164378 h 918356"/>
              <a:gd name="connsiteX81" fmla="*/ 6544700 w 9517857"/>
              <a:gd name="connsiteY81" fmla="*/ 167161 h 918356"/>
              <a:gd name="connsiteX82" fmla="*/ 6648353 w 9517857"/>
              <a:gd name="connsiteY82" fmla="*/ 172250 h 918356"/>
              <a:gd name="connsiteX83" fmla="*/ 6736227 w 9517857"/>
              <a:gd name="connsiteY83" fmla="*/ 173216 h 918356"/>
              <a:gd name="connsiteX84" fmla="*/ 6977218 w 9517857"/>
              <a:gd name="connsiteY84" fmla="*/ 184289 h 918356"/>
              <a:gd name="connsiteX85" fmla="*/ 7065221 w 9517857"/>
              <a:gd name="connsiteY85" fmla="*/ 227531 h 918356"/>
              <a:gd name="connsiteX86" fmla="*/ 7565449 w 9517857"/>
              <a:gd name="connsiteY86" fmla="*/ 258950 h 918356"/>
              <a:gd name="connsiteX87" fmla="*/ 7599285 w 9517857"/>
              <a:gd name="connsiteY87" fmla="*/ 266021 h 918356"/>
              <a:gd name="connsiteX88" fmla="*/ 7644411 w 9517857"/>
              <a:gd name="connsiteY88" fmla="*/ 258986 h 918356"/>
              <a:gd name="connsiteX89" fmla="*/ 7825110 w 9517857"/>
              <a:gd name="connsiteY89" fmla="*/ 229109 h 918356"/>
              <a:gd name="connsiteX90" fmla="*/ 7965804 w 9517857"/>
              <a:gd name="connsiteY90" fmla="*/ 190545 h 918356"/>
              <a:gd name="connsiteX91" fmla="*/ 8147401 w 9517857"/>
              <a:gd name="connsiteY91" fmla="*/ 205617 h 918356"/>
              <a:gd name="connsiteX92" fmla="*/ 8256033 w 9517857"/>
              <a:gd name="connsiteY92" fmla="*/ 193713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  <a:gd name="connsiteX102" fmla="*/ 9517856 w 9517857"/>
              <a:gd name="connsiteY102" fmla="*/ 0 h 918356"/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6423 w 9517857"/>
              <a:gd name="connsiteY3" fmla="*/ 247919 h 918356"/>
              <a:gd name="connsiteX4" fmla="*/ 4685225 w 9517857"/>
              <a:gd name="connsiteY4" fmla="*/ 246530 h 918356"/>
              <a:gd name="connsiteX5" fmla="*/ 4686133 w 9517857"/>
              <a:gd name="connsiteY5" fmla="*/ 246727 h 918356"/>
              <a:gd name="connsiteX6" fmla="*/ 4686423 w 9517857"/>
              <a:gd name="connsiteY6" fmla="*/ 247919 h 918356"/>
              <a:gd name="connsiteX7" fmla="*/ 4685225 w 9517857"/>
              <a:gd name="connsiteY7" fmla="*/ 246530 h 918356"/>
              <a:gd name="connsiteX8" fmla="*/ 9517856 w 9517857"/>
              <a:gd name="connsiteY8" fmla="*/ 0 h 918356"/>
              <a:gd name="connsiteX9" fmla="*/ 9517857 w 9517857"/>
              <a:gd name="connsiteY9" fmla="*/ 12 h 918356"/>
              <a:gd name="connsiteX10" fmla="*/ 9517857 w 9517857"/>
              <a:gd name="connsiteY10" fmla="*/ 918356 h 918356"/>
              <a:gd name="connsiteX11" fmla="*/ 14604 w 9517857"/>
              <a:gd name="connsiteY11" fmla="*/ 918356 h 918356"/>
              <a:gd name="connsiteX12" fmla="*/ 12841 w 9517857"/>
              <a:gd name="connsiteY12" fmla="*/ 917763 h 918356"/>
              <a:gd name="connsiteX13" fmla="*/ 93 w 9517857"/>
              <a:gd name="connsiteY13" fmla="*/ 912471 h 918356"/>
              <a:gd name="connsiteX14" fmla="*/ 58674 w 9517857"/>
              <a:gd name="connsiteY14" fmla="*/ 890322 h 918356"/>
              <a:gd name="connsiteX15" fmla="*/ 275005 w 9517857"/>
              <a:gd name="connsiteY15" fmla="*/ 807229 h 918356"/>
              <a:gd name="connsiteX16" fmla="*/ 587824 w 9517857"/>
              <a:gd name="connsiteY16" fmla="*/ 798195 h 918356"/>
              <a:gd name="connsiteX17" fmla="*/ 651826 w 9517857"/>
              <a:gd name="connsiteY17" fmla="*/ 738338 h 918356"/>
              <a:gd name="connsiteX18" fmla="*/ 727985 w 9517857"/>
              <a:gd name="connsiteY18" fmla="*/ 719826 h 918356"/>
              <a:gd name="connsiteX19" fmla="*/ 778982 w 9517857"/>
              <a:gd name="connsiteY19" fmla="*/ 710142 h 918356"/>
              <a:gd name="connsiteX20" fmla="*/ 849944 w 9517857"/>
              <a:gd name="connsiteY20" fmla="*/ 717987 h 918356"/>
              <a:gd name="connsiteX21" fmla="*/ 921659 w 9517857"/>
              <a:gd name="connsiteY21" fmla="*/ 712695 h 918356"/>
              <a:gd name="connsiteX22" fmla="*/ 930946 w 9517857"/>
              <a:gd name="connsiteY22" fmla="*/ 734046 h 918356"/>
              <a:gd name="connsiteX23" fmla="*/ 986250 w 9517857"/>
              <a:gd name="connsiteY23" fmla="*/ 713530 h 918356"/>
              <a:gd name="connsiteX24" fmla="*/ 1013752 w 9517857"/>
              <a:gd name="connsiteY24" fmla="*/ 713361 h 918356"/>
              <a:gd name="connsiteX25" fmla="*/ 1023734 w 9517857"/>
              <a:gd name="connsiteY25" fmla="*/ 718571 h 918356"/>
              <a:gd name="connsiteX26" fmla="*/ 1063207 w 9517857"/>
              <a:gd name="connsiteY26" fmla="*/ 715651 h 918356"/>
              <a:gd name="connsiteX27" fmla="*/ 1081980 w 9517857"/>
              <a:gd name="connsiteY27" fmla="*/ 738455 h 918356"/>
              <a:gd name="connsiteX28" fmla="*/ 1218120 w 9517857"/>
              <a:gd name="connsiteY28" fmla="*/ 713280 h 918356"/>
              <a:gd name="connsiteX29" fmla="*/ 1397459 w 9517857"/>
              <a:gd name="connsiteY29" fmla="*/ 691190 h 918356"/>
              <a:gd name="connsiteX30" fmla="*/ 1580688 w 9517857"/>
              <a:gd name="connsiteY30" fmla="*/ 693697 h 918356"/>
              <a:gd name="connsiteX31" fmla="*/ 1772334 w 9517857"/>
              <a:gd name="connsiteY31" fmla="*/ 710640 h 918356"/>
              <a:gd name="connsiteX32" fmla="*/ 2002561 w 9517857"/>
              <a:gd name="connsiteY32" fmla="*/ 659917 h 918356"/>
              <a:gd name="connsiteX33" fmla="*/ 2135144 w 9517857"/>
              <a:gd name="connsiteY33" fmla="*/ 636501 h 918356"/>
              <a:gd name="connsiteX34" fmla="*/ 2440292 w 9517857"/>
              <a:gd name="connsiteY34" fmla="*/ 593862 h 918356"/>
              <a:gd name="connsiteX35" fmla="*/ 2547829 w 9517857"/>
              <a:gd name="connsiteY35" fmla="*/ 566150 h 918356"/>
              <a:gd name="connsiteX36" fmla="*/ 2658055 w 9517857"/>
              <a:gd name="connsiteY36" fmla="*/ 578727 h 918356"/>
              <a:gd name="connsiteX37" fmla="*/ 2693698 w 9517857"/>
              <a:gd name="connsiteY37" fmla="*/ 560029 h 918356"/>
              <a:gd name="connsiteX38" fmla="*/ 2699673 w 9517857"/>
              <a:gd name="connsiteY38" fmla="*/ 556400 h 918356"/>
              <a:gd name="connsiteX39" fmla="*/ 2727306 w 9517857"/>
              <a:gd name="connsiteY39" fmla="*/ 550698 h 918356"/>
              <a:gd name="connsiteX40" fmla="*/ 2730451 w 9517857"/>
              <a:gd name="connsiteY40" fmla="*/ 538058 h 918356"/>
              <a:gd name="connsiteX41" fmla="*/ 2768713 w 9517857"/>
              <a:gd name="connsiteY41" fmla="*/ 521575 h 918356"/>
              <a:gd name="connsiteX42" fmla="*/ 2820868 w 9517857"/>
              <a:gd name="connsiteY42" fmla="*/ 514160 h 918356"/>
              <a:gd name="connsiteX43" fmla="*/ 3073635 w 9517857"/>
              <a:gd name="connsiteY43" fmla="*/ 491294 h 918356"/>
              <a:gd name="connsiteX44" fmla="*/ 3222071 w 9517857"/>
              <a:gd name="connsiteY44" fmla="*/ 470559 h 918356"/>
              <a:gd name="connsiteX45" fmla="*/ 3274069 w 9517857"/>
              <a:gd name="connsiteY45" fmla="*/ 451605 h 918356"/>
              <a:gd name="connsiteX46" fmla="*/ 3349632 w 9517857"/>
              <a:gd name="connsiteY46" fmla="*/ 432583 h 918356"/>
              <a:gd name="connsiteX47" fmla="*/ 3479593 w 9517857"/>
              <a:gd name="connsiteY47" fmla="*/ 390437 h 918356"/>
              <a:gd name="connsiteX48" fmla="*/ 3660110 w 9517857"/>
              <a:gd name="connsiteY48" fmla="*/ 348726 h 918356"/>
              <a:gd name="connsiteX49" fmla="*/ 3750023 w 9517857"/>
              <a:gd name="connsiteY49" fmla="*/ 370678 h 918356"/>
              <a:gd name="connsiteX50" fmla="*/ 3844133 w 9517857"/>
              <a:gd name="connsiteY50" fmla="*/ 360648 h 918356"/>
              <a:gd name="connsiteX51" fmla="*/ 3913545 w 9517857"/>
              <a:gd name="connsiteY51" fmla="*/ 344235 h 918356"/>
              <a:gd name="connsiteX52" fmla="*/ 4266740 w 9517857"/>
              <a:gd name="connsiteY52" fmla="*/ 361454 h 918356"/>
              <a:gd name="connsiteX53" fmla="*/ 4430770 w 9517857"/>
              <a:gd name="connsiteY53" fmla="*/ 342643 h 918356"/>
              <a:gd name="connsiteX54" fmla="*/ 4512664 w 9517857"/>
              <a:gd name="connsiteY54" fmla="*/ 319948 h 918356"/>
              <a:gd name="connsiteX55" fmla="*/ 4616423 w 9517857"/>
              <a:gd name="connsiteY55" fmla="*/ 290914 h 918356"/>
              <a:gd name="connsiteX56" fmla="*/ 4691675 w 9517857"/>
              <a:gd name="connsiteY56" fmla="*/ 254011 h 918356"/>
              <a:gd name="connsiteX57" fmla="*/ 4689051 w 9517857"/>
              <a:gd name="connsiteY57" fmla="*/ 250968 h 918356"/>
              <a:gd name="connsiteX58" fmla="*/ 4719994 w 9517857"/>
              <a:gd name="connsiteY58" fmla="*/ 245307 h 918356"/>
              <a:gd name="connsiteX59" fmla="*/ 4752894 w 9517857"/>
              <a:gd name="connsiteY59" fmla="*/ 239875 h 918356"/>
              <a:gd name="connsiteX60" fmla="*/ 4769329 w 9517857"/>
              <a:gd name="connsiteY60" fmla="*/ 233585 h 918356"/>
              <a:gd name="connsiteX61" fmla="*/ 4775634 w 9517857"/>
              <a:gd name="connsiteY61" fmla="*/ 234063 h 918356"/>
              <a:gd name="connsiteX62" fmla="*/ 4790452 w 9517857"/>
              <a:gd name="connsiteY62" fmla="*/ 233572 h 918356"/>
              <a:gd name="connsiteX63" fmla="*/ 4789062 w 9517857"/>
              <a:gd name="connsiteY63" fmla="*/ 241924 h 918356"/>
              <a:gd name="connsiteX64" fmla="*/ 4827826 w 9517857"/>
              <a:gd name="connsiteY64" fmla="*/ 246977 h 918356"/>
              <a:gd name="connsiteX65" fmla="*/ 4892569 w 9517857"/>
              <a:gd name="connsiteY65" fmla="*/ 249933 h 918356"/>
              <a:gd name="connsiteX66" fmla="*/ 4896611 w 9517857"/>
              <a:gd name="connsiteY66" fmla="*/ 240448 h 918356"/>
              <a:gd name="connsiteX67" fmla="*/ 4917286 w 9517857"/>
              <a:gd name="connsiteY67" fmla="*/ 243659 h 918356"/>
              <a:gd name="connsiteX68" fmla="*/ 4981173 w 9517857"/>
              <a:gd name="connsiteY68" fmla="*/ 247103 h 918356"/>
              <a:gd name="connsiteX69" fmla="*/ 5060397 w 9517857"/>
              <a:gd name="connsiteY69" fmla="*/ 263688 h 918356"/>
              <a:gd name="connsiteX70" fmla="*/ 5252996 w 9517857"/>
              <a:gd name="connsiteY70" fmla="*/ 270655 h 918356"/>
              <a:gd name="connsiteX71" fmla="*/ 5358056 w 9517857"/>
              <a:gd name="connsiteY71" fmla="*/ 247248 h 918356"/>
              <a:gd name="connsiteX72" fmla="*/ 5426496 w 9517857"/>
              <a:gd name="connsiteY72" fmla="*/ 235142 h 918356"/>
              <a:gd name="connsiteX73" fmla="*/ 5497161 w 9517857"/>
              <a:gd name="connsiteY73" fmla="*/ 228808 h 918356"/>
              <a:gd name="connsiteX74" fmla="*/ 5826043 w 9517857"/>
              <a:gd name="connsiteY74" fmla="*/ 148073 h 918356"/>
              <a:gd name="connsiteX75" fmla="*/ 6013415 w 9517857"/>
              <a:gd name="connsiteY75" fmla="*/ 137316 h 918356"/>
              <a:gd name="connsiteX76" fmla="*/ 6080994 w 9517857"/>
              <a:gd name="connsiteY76" fmla="*/ 142938 h 918356"/>
              <a:gd name="connsiteX77" fmla="*/ 6194152 w 9517857"/>
              <a:gd name="connsiteY77" fmla="*/ 151772 h 918356"/>
              <a:gd name="connsiteX78" fmla="*/ 6281379 w 9517857"/>
              <a:gd name="connsiteY78" fmla="*/ 181626 h 918356"/>
              <a:gd name="connsiteX79" fmla="*/ 6374947 w 9517857"/>
              <a:gd name="connsiteY79" fmla="*/ 179799 h 918356"/>
              <a:gd name="connsiteX80" fmla="*/ 6448518 w 9517857"/>
              <a:gd name="connsiteY80" fmla="*/ 164378 h 918356"/>
              <a:gd name="connsiteX81" fmla="*/ 6544700 w 9517857"/>
              <a:gd name="connsiteY81" fmla="*/ 167161 h 918356"/>
              <a:gd name="connsiteX82" fmla="*/ 6648353 w 9517857"/>
              <a:gd name="connsiteY82" fmla="*/ 172250 h 918356"/>
              <a:gd name="connsiteX83" fmla="*/ 6736227 w 9517857"/>
              <a:gd name="connsiteY83" fmla="*/ 173216 h 918356"/>
              <a:gd name="connsiteX84" fmla="*/ 6977218 w 9517857"/>
              <a:gd name="connsiteY84" fmla="*/ 184289 h 918356"/>
              <a:gd name="connsiteX85" fmla="*/ 7065221 w 9517857"/>
              <a:gd name="connsiteY85" fmla="*/ 227531 h 918356"/>
              <a:gd name="connsiteX86" fmla="*/ 7565449 w 9517857"/>
              <a:gd name="connsiteY86" fmla="*/ 258950 h 918356"/>
              <a:gd name="connsiteX87" fmla="*/ 7599285 w 9517857"/>
              <a:gd name="connsiteY87" fmla="*/ 266021 h 918356"/>
              <a:gd name="connsiteX88" fmla="*/ 7644411 w 9517857"/>
              <a:gd name="connsiteY88" fmla="*/ 258986 h 918356"/>
              <a:gd name="connsiteX89" fmla="*/ 7825110 w 9517857"/>
              <a:gd name="connsiteY89" fmla="*/ 229109 h 918356"/>
              <a:gd name="connsiteX90" fmla="*/ 7965804 w 9517857"/>
              <a:gd name="connsiteY90" fmla="*/ 190545 h 918356"/>
              <a:gd name="connsiteX91" fmla="*/ 8147401 w 9517857"/>
              <a:gd name="connsiteY91" fmla="*/ 205617 h 918356"/>
              <a:gd name="connsiteX92" fmla="*/ 8256033 w 9517857"/>
              <a:gd name="connsiteY92" fmla="*/ 193713 h 918356"/>
              <a:gd name="connsiteX93" fmla="*/ 8551625 w 9517857"/>
              <a:gd name="connsiteY93" fmla="*/ 16151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  <a:gd name="connsiteX102" fmla="*/ 9517856 w 9517857"/>
              <a:gd name="connsiteY102" fmla="*/ 0 h 918356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660110 w 9517857"/>
              <a:gd name="connsiteY48" fmla="*/ 348714 h 918344"/>
              <a:gd name="connsiteX49" fmla="*/ 3750023 w 9517857"/>
              <a:gd name="connsiteY49" fmla="*/ 370666 h 918344"/>
              <a:gd name="connsiteX50" fmla="*/ 3844133 w 9517857"/>
              <a:gd name="connsiteY50" fmla="*/ 360636 h 918344"/>
              <a:gd name="connsiteX51" fmla="*/ 3913545 w 9517857"/>
              <a:gd name="connsiteY51" fmla="*/ 344223 h 918344"/>
              <a:gd name="connsiteX52" fmla="*/ 4266740 w 9517857"/>
              <a:gd name="connsiteY52" fmla="*/ 361442 h 918344"/>
              <a:gd name="connsiteX53" fmla="*/ 4430770 w 9517857"/>
              <a:gd name="connsiteY53" fmla="*/ 342631 h 918344"/>
              <a:gd name="connsiteX54" fmla="*/ 4512664 w 9517857"/>
              <a:gd name="connsiteY54" fmla="*/ 319936 h 918344"/>
              <a:gd name="connsiteX55" fmla="*/ 4616423 w 9517857"/>
              <a:gd name="connsiteY55" fmla="*/ 290902 h 918344"/>
              <a:gd name="connsiteX56" fmla="*/ 4691675 w 9517857"/>
              <a:gd name="connsiteY56" fmla="*/ 253999 h 918344"/>
              <a:gd name="connsiteX57" fmla="*/ 4689051 w 9517857"/>
              <a:gd name="connsiteY57" fmla="*/ 250956 h 918344"/>
              <a:gd name="connsiteX58" fmla="*/ 4719994 w 9517857"/>
              <a:gd name="connsiteY58" fmla="*/ 245295 h 918344"/>
              <a:gd name="connsiteX59" fmla="*/ 4752894 w 9517857"/>
              <a:gd name="connsiteY59" fmla="*/ 239863 h 918344"/>
              <a:gd name="connsiteX60" fmla="*/ 4769329 w 9517857"/>
              <a:gd name="connsiteY60" fmla="*/ 233573 h 918344"/>
              <a:gd name="connsiteX61" fmla="*/ 4775634 w 9517857"/>
              <a:gd name="connsiteY61" fmla="*/ 234051 h 918344"/>
              <a:gd name="connsiteX62" fmla="*/ 4790452 w 9517857"/>
              <a:gd name="connsiteY62" fmla="*/ 233560 h 918344"/>
              <a:gd name="connsiteX63" fmla="*/ 4789062 w 9517857"/>
              <a:gd name="connsiteY63" fmla="*/ 241912 h 918344"/>
              <a:gd name="connsiteX64" fmla="*/ 4827826 w 9517857"/>
              <a:gd name="connsiteY64" fmla="*/ 246965 h 918344"/>
              <a:gd name="connsiteX65" fmla="*/ 4892569 w 9517857"/>
              <a:gd name="connsiteY65" fmla="*/ 249921 h 918344"/>
              <a:gd name="connsiteX66" fmla="*/ 4896611 w 9517857"/>
              <a:gd name="connsiteY66" fmla="*/ 240436 h 918344"/>
              <a:gd name="connsiteX67" fmla="*/ 4917286 w 9517857"/>
              <a:gd name="connsiteY67" fmla="*/ 243647 h 918344"/>
              <a:gd name="connsiteX68" fmla="*/ 4981173 w 9517857"/>
              <a:gd name="connsiteY68" fmla="*/ 247091 h 918344"/>
              <a:gd name="connsiteX69" fmla="*/ 5060397 w 9517857"/>
              <a:gd name="connsiteY69" fmla="*/ 263676 h 918344"/>
              <a:gd name="connsiteX70" fmla="*/ 5252996 w 9517857"/>
              <a:gd name="connsiteY70" fmla="*/ 270643 h 918344"/>
              <a:gd name="connsiteX71" fmla="*/ 5358056 w 9517857"/>
              <a:gd name="connsiteY71" fmla="*/ 247236 h 918344"/>
              <a:gd name="connsiteX72" fmla="*/ 5426496 w 9517857"/>
              <a:gd name="connsiteY72" fmla="*/ 235130 h 918344"/>
              <a:gd name="connsiteX73" fmla="*/ 5497161 w 9517857"/>
              <a:gd name="connsiteY73" fmla="*/ 228796 h 918344"/>
              <a:gd name="connsiteX74" fmla="*/ 5826043 w 9517857"/>
              <a:gd name="connsiteY74" fmla="*/ 148061 h 918344"/>
              <a:gd name="connsiteX75" fmla="*/ 6013415 w 9517857"/>
              <a:gd name="connsiteY75" fmla="*/ 137304 h 918344"/>
              <a:gd name="connsiteX76" fmla="*/ 6080994 w 9517857"/>
              <a:gd name="connsiteY76" fmla="*/ 142926 h 918344"/>
              <a:gd name="connsiteX77" fmla="*/ 6194152 w 9517857"/>
              <a:gd name="connsiteY77" fmla="*/ 151760 h 918344"/>
              <a:gd name="connsiteX78" fmla="*/ 6281379 w 9517857"/>
              <a:gd name="connsiteY78" fmla="*/ 181614 h 918344"/>
              <a:gd name="connsiteX79" fmla="*/ 6374947 w 9517857"/>
              <a:gd name="connsiteY79" fmla="*/ 179787 h 918344"/>
              <a:gd name="connsiteX80" fmla="*/ 6448518 w 9517857"/>
              <a:gd name="connsiteY80" fmla="*/ 164366 h 918344"/>
              <a:gd name="connsiteX81" fmla="*/ 6544700 w 9517857"/>
              <a:gd name="connsiteY81" fmla="*/ 167149 h 918344"/>
              <a:gd name="connsiteX82" fmla="*/ 6648353 w 9517857"/>
              <a:gd name="connsiteY82" fmla="*/ 172238 h 918344"/>
              <a:gd name="connsiteX83" fmla="*/ 6736227 w 9517857"/>
              <a:gd name="connsiteY83" fmla="*/ 173204 h 918344"/>
              <a:gd name="connsiteX84" fmla="*/ 6977218 w 9517857"/>
              <a:gd name="connsiteY84" fmla="*/ 184277 h 918344"/>
              <a:gd name="connsiteX85" fmla="*/ 7065221 w 9517857"/>
              <a:gd name="connsiteY85" fmla="*/ 227519 h 918344"/>
              <a:gd name="connsiteX86" fmla="*/ 7565449 w 9517857"/>
              <a:gd name="connsiteY86" fmla="*/ 258938 h 918344"/>
              <a:gd name="connsiteX87" fmla="*/ 7599285 w 9517857"/>
              <a:gd name="connsiteY87" fmla="*/ 266009 h 918344"/>
              <a:gd name="connsiteX88" fmla="*/ 7644411 w 9517857"/>
              <a:gd name="connsiteY88" fmla="*/ 258974 h 918344"/>
              <a:gd name="connsiteX89" fmla="*/ 7825110 w 9517857"/>
              <a:gd name="connsiteY89" fmla="*/ 229097 h 918344"/>
              <a:gd name="connsiteX90" fmla="*/ 7965804 w 9517857"/>
              <a:gd name="connsiteY90" fmla="*/ 190533 h 918344"/>
              <a:gd name="connsiteX91" fmla="*/ 8147401 w 9517857"/>
              <a:gd name="connsiteY91" fmla="*/ 205605 h 918344"/>
              <a:gd name="connsiteX92" fmla="*/ 8256033 w 9517857"/>
              <a:gd name="connsiteY92" fmla="*/ 193701 h 918344"/>
              <a:gd name="connsiteX93" fmla="*/ 8551625 w 9517857"/>
              <a:gd name="connsiteY93" fmla="*/ 161505 h 918344"/>
              <a:gd name="connsiteX94" fmla="*/ 8715976 w 9517857"/>
              <a:gd name="connsiteY94" fmla="*/ 178362 h 918344"/>
              <a:gd name="connsiteX95" fmla="*/ 8778827 w 9517857"/>
              <a:gd name="connsiteY95" fmla="*/ 172924 h 918344"/>
              <a:gd name="connsiteX96" fmla="*/ 8840778 w 9517857"/>
              <a:gd name="connsiteY96" fmla="*/ 143137 h 918344"/>
              <a:gd name="connsiteX97" fmla="*/ 9010380 w 9517857"/>
              <a:gd name="connsiteY97" fmla="*/ 91879 h 918344"/>
              <a:gd name="connsiteX98" fmla="*/ 9110856 w 9517857"/>
              <a:gd name="connsiteY98" fmla="*/ 70985 h 918344"/>
              <a:gd name="connsiteX99" fmla="*/ 9268817 w 9517857"/>
              <a:gd name="connsiteY99" fmla="*/ 53070 h 918344"/>
              <a:gd name="connsiteX100" fmla="*/ 9316667 w 9517857"/>
              <a:gd name="connsiteY100" fmla="*/ 45035 h 918344"/>
              <a:gd name="connsiteX101" fmla="*/ 9428209 w 9517857"/>
              <a:gd name="connsiteY101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660110 w 9517857"/>
              <a:gd name="connsiteY48" fmla="*/ 348714 h 918344"/>
              <a:gd name="connsiteX49" fmla="*/ 3750023 w 9517857"/>
              <a:gd name="connsiteY49" fmla="*/ 370666 h 918344"/>
              <a:gd name="connsiteX50" fmla="*/ 3844133 w 9517857"/>
              <a:gd name="connsiteY50" fmla="*/ 360636 h 918344"/>
              <a:gd name="connsiteX51" fmla="*/ 3913545 w 9517857"/>
              <a:gd name="connsiteY51" fmla="*/ 344223 h 918344"/>
              <a:gd name="connsiteX52" fmla="*/ 4266740 w 9517857"/>
              <a:gd name="connsiteY52" fmla="*/ 361442 h 918344"/>
              <a:gd name="connsiteX53" fmla="*/ 4430770 w 9517857"/>
              <a:gd name="connsiteY53" fmla="*/ 342631 h 918344"/>
              <a:gd name="connsiteX54" fmla="*/ 4512664 w 9517857"/>
              <a:gd name="connsiteY54" fmla="*/ 319936 h 918344"/>
              <a:gd name="connsiteX55" fmla="*/ 4616423 w 9517857"/>
              <a:gd name="connsiteY55" fmla="*/ 290902 h 918344"/>
              <a:gd name="connsiteX56" fmla="*/ 4691675 w 9517857"/>
              <a:gd name="connsiteY56" fmla="*/ 253999 h 918344"/>
              <a:gd name="connsiteX57" fmla="*/ 4689051 w 9517857"/>
              <a:gd name="connsiteY57" fmla="*/ 250956 h 918344"/>
              <a:gd name="connsiteX58" fmla="*/ 4719994 w 9517857"/>
              <a:gd name="connsiteY58" fmla="*/ 245295 h 918344"/>
              <a:gd name="connsiteX59" fmla="*/ 4752894 w 9517857"/>
              <a:gd name="connsiteY59" fmla="*/ 239863 h 918344"/>
              <a:gd name="connsiteX60" fmla="*/ 4769329 w 9517857"/>
              <a:gd name="connsiteY60" fmla="*/ 233573 h 918344"/>
              <a:gd name="connsiteX61" fmla="*/ 4775634 w 9517857"/>
              <a:gd name="connsiteY61" fmla="*/ 234051 h 918344"/>
              <a:gd name="connsiteX62" fmla="*/ 4790452 w 9517857"/>
              <a:gd name="connsiteY62" fmla="*/ 233560 h 918344"/>
              <a:gd name="connsiteX63" fmla="*/ 4789062 w 9517857"/>
              <a:gd name="connsiteY63" fmla="*/ 241912 h 918344"/>
              <a:gd name="connsiteX64" fmla="*/ 4827826 w 9517857"/>
              <a:gd name="connsiteY64" fmla="*/ 246965 h 918344"/>
              <a:gd name="connsiteX65" fmla="*/ 4892569 w 9517857"/>
              <a:gd name="connsiteY65" fmla="*/ 249921 h 918344"/>
              <a:gd name="connsiteX66" fmla="*/ 4896611 w 9517857"/>
              <a:gd name="connsiteY66" fmla="*/ 240436 h 918344"/>
              <a:gd name="connsiteX67" fmla="*/ 4917286 w 9517857"/>
              <a:gd name="connsiteY67" fmla="*/ 243647 h 918344"/>
              <a:gd name="connsiteX68" fmla="*/ 5060397 w 9517857"/>
              <a:gd name="connsiteY68" fmla="*/ 263676 h 918344"/>
              <a:gd name="connsiteX69" fmla="*/ 5252996 w 9517857"/>
              <a:gd name="connsiteY69" fmla="*/ 270643 h 918344"/>
              <a:gd name="connsiteX70" fmla="*/ 5358056 w 9517857"/>
              <a:gd name="connsiteY70" fmla="*/ 247236 h 918344"/>
              <a:gd name="connsiteX71" fmla="*/ 5426496 w 9517857"/>
              <a:gd name="connsiteY71" fmla="*/ 235130 h 918344"/>
              <a:gd name="connsiteX72" fmla="*/ 5497161 w 9517857"/>
              <a:gd name="connsiteY72" fmla="*/ 228796 h 918344"/>
              <a:gd name="connsiteX73" fmla="*/ 5826043 w 9517857"/>
              <a:gd name="connsiteY73" fmla="*/ 148061 h 918344"/>
              <a:gd name="connsiteX74" fmla="*/ 6013415 w 9517857"/>
              <a:gd name="connsiteY74" fmla="*/ 137304 h 918344"/>
              <a:gd name="connsiteX75" fmla="*/ 6080994 w 9517857"/>
              <a:gd name="connsiteY75" fmla="*/ 142926 h 918344"/>
              <a:gd name="connsiteX76" fmla="*/ 6194152 w 9517857"/>
              <a:gd name="connsiteY76" fmla="*/ 151760 h 918344"/>
              <a:gd name="connsiteX77" fmla="*/ 6281379 w 9517857"/>
              <a:gd name="connsiteY77" fmla="*/ 181614 h 918344"/>
              <a:gd name="connsiteX78" fmla="*/ 6374947 w 9517857"/>
              <a:gd name="connsiteY78" fmla="*/ 179787 h 918344"/>
              <a:gd name="connsiteX79" fmla="*/ 6448518 w 9517857"/>
              <a:gd name="connsiteY79" fmla="*/ 164366 h 918344"/>
              <a:gd name="connsiteX80" fmla="*/ 6544700 w 9517857"/>
              <a:gd name="connsiteY80" fmla="*/ 167149 h 918344"/>
              <a:gd name="connsiteX81" fmla="*/ 6648353 w 9517857"/>
              <a:gd name="connsiteY81" fmla="*/ 172238 h 918344"/>
              <a:gd name="connsiteX82" fmla="*/ 6736227 w 9517857"/>
              <a:gd name="connsiteY82" fmla="*/ 173204 h 918344"/>
              <a:gd name="connsiteX83" fmla="*/ 6977218 w 9517857"/>
              <a:gd name="connsiteY83" fmla="*/ 184277 h 918344"/>
              <a:gd name="connsiteX84" fmla="*/ 7065221 w 9517857"/>
              <a:gd name="connsiteY84" fmla="*/ 227519 h 918344"/>
              <a:gd name="connsiteX85" fmla="*/ 7565449 w 9517857"/>
              <a:gd name="connsiteY85" fmla="*/ 258938 h 918344"/>
              <a:gd name="connsiteX86" fmla="*/ 7599285 w 9517857"/>
              <a:gd name="connsiteY86" fmla="*/ 266009 h 918344"/>
              <a:gd name="connsiteX87" fmla="*/ 7644411 w 9517857"/>
              <a:gd name="connsiteY87" fmla="*/ 258974 h 918344"/>
              <a:gd name="connsiteX88" fmla="*/ 7825110 w 9517857"/>
              <a:gd name="connsiteY88" fmla="*/ 229097 h 918344"/>
              <a:gd name="connsiteX89" fmla="*/ 7965804 w 9517857"/>
              <a:gd name="connsiteY89" fmla="*/ 190533 h 918344"/>
              <a:gd name="connsiteX90" fmla="*/ 8147401 w 9517857"/>
              <a:gd name="connsiteY90" fmla="*/ 205605 h 918344"/>
              <a:gd name="connsiteX91" fmla="*/ 8256033 w 9517857"/>
              <a:gd name="connsiteY91" fmla="*/ 193701 h 918344"/>
              <a:gd name="connsiteX92" fmla="*/ 8551625 w 9517857"/>
              <a:gd name="connsiteY92" fmla="*/ 161505 h 918344"/>
              <a:gd name="connsiteX93" fmla="*/ 8715976 w 9517857"/>
              <a:gd name="connsiteY93" fmla="*/ 178362 h 918344"/>
              <a:gd name="connsiteX94" fmla="*/ 8778827 w 9517857"/>
              <a:gd name="connsiteY94" fmla="*/ 172924 h 918344"/>
              <a:gd name="connsiteX95" fmla="*/ 8840778 w 9517857"/>
              <a:gd name="connsiteY95" fmla="*/ 143137 h 918344"/>
              <a:gd name="connsiteX96" fmla="*/ 9010380 w 9517857"/>
              <a:gd name="connsiteY96" fmla="*/ 91879 h 918344"/>
              <a:gd name="connsiteX97" fmla="*/ 9110856 w 9517857"/>
              <a:gd name="connsiteY97" fmla="*/ 70985 h 918344"/>
              <a:gd name="connsiteX98" fmla="*/ 9268817 w 9517857"/>
              <a:gd name="connsiteY98" fmla="*/ 53070 h 918344"/>
              <a:gd name="connsiteX99" fmla="*/ 9316667 w 9517857"/>
              <a:gd name="connsiteY99" fmla="*/ 45035 h 918344"/>
              <a:gd name="connsiteX100" fmla="*/ 9428209 w 9517857"/>
              <a:gd name="connsiteY100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750023 w 9517857"/>
              <a:gd name="connsiteY48" fmla="*/ 370666 h 918344"/>
              <a:gd name="connsiteX49" fmla="*/ 3844133 w 9517857"/>
              <a:gd name="connsiteY49" fmla="*/ 360636 h 918344"/>
              <a:gd name="connsiteX50" fmla="*/ 3913545 w 9517857"/>
              <a:gd name="connsiteY50" fmla="*/ 344223 h 918344"/>
              <a:gd name="connsiteX51" fmla="*/ 4266740 w 9517857"/>
              <a:gd name="connsiteY51" fmla="*/ 361442 h 918344"/>
              <a:gd name="connsiteX52" fmla="*/ 4430770 w 9517857"/>
              <a:gd name="connsiteY52" fmla="*/ 342631 h 918344"/>
              <a:gd name="connsiteX53" fmla="*/ 4512664 w 9517857"/>
              <a:gd name="connsiteY53" fmla="*/ 319936 h 918344"/>
              <a:gd name="connsiteX54" fmla="*/ 4616423 w 9517857"/>
              <a:gd name="connsiteY54" fmla="*/ 290902 h 918344"/>
              <a:gd name="connsiteX55" fmla="*/ 4691675 w 9517857"/>
              <a:gd name="connsiteY55" fmla="*/ 253999 h 918344"/>
              <a:gd name="connsiteX56" fmla="*/ 4689051 w 9517857"/>
              <a:gd name="connsiteY56" fmla="*/ 250956 h 918344"/>
              <a:gd name="connsiteX57" fmla="*/ 4719994 w 9517857"/>
              <a:gd name="connsiteY57" fmla="*/ 245295 h 918344"/>
              <a:gd name="connsiteX58" fmla="*/ 4752894 w 9517857"/>
              <a:gd name="connsiteY58" fmla="*/ 239863 h 918344"/>
              <a:gd name="connsiteX59" fmla="*/ 4769329 w 9517857"/>
              <a:gd name="connsiteY59" fmla="*/ 233573 h 918344"/>
              <a:gd name="connsiteX60" fmla="*/ 4775634 w 9517857"/>
              <a:gd name="connsiteY60" fmla="*/ 234051 h 918344"/>
              <a:gd name="connsiteX61" fmla="*/ 4790452 w 9517857"/>
              <a:gd name="connsiteY61" fmla="*/ 233560 h 918344"/>
              <a:gd name="connsiteX62" fmla="*/ 4789062 w 9517857"/>
              <a:gd name="connsiteY62" fmla="*/ 241912 h 918344"/>
              <a:gd name="connsiteX63" fmla="*/ 4827826 w 9517857"/>
              <a:gd name="connsiteY63" fmla="*/ 246965 h 918344"/>
              <a:gd name="connsiteX64" fmla="*/ 4892569 w 9517857"/>
              <a:gd name="connsiteY64" fmla="*/ 249921 h 918344"/>
              <a:gd name="connsiteX65" fmla="*/ 4896611 w 9517857"/>
              <a:gd name="connsiteY65" fmla="*/ 240436 h 918344"/>
              <a:gd name="connsiteX66" fmla="*/ 4917286 w 9517857"/>
              <a:gd name="connsiteY66" fmla="*/ 243647 h 918344"/>
              <a:gd name="connsiteX67" fmla="*/ 5060397 w 9517857"/>
              <a:gd name="connsiteY67" fmla="*/ 263676 h 918344"/>
              <a:gd name="connsiteX68" fmla="*/ 5252996 w 9517857"/>
              <a:gd name="connsiteY68" fmla="*/ 270643 h 918344"/>
              <a:gd name="connsiteX69" fmla="*/ 5358056 w 9517857"/>
              <a:gd name="connsiteY69" fmla="*/ 247236 h 918344"/>
              <a:gd name="connsiteX70" fmla="*/ 5426496 w 9517857"/>
              <a:gd name="connsiteY70" fmla="*/ 235130 h 918344"/>
              <a:gd name="connsiteX71" fmla="*/ 5497161 w 9517857"/>
              <a:gd name="connsiteY71" fmla="*/ 228796 h 918344"/>
              <a:gd name="connsiteX72" fmla="*/ 5826043 w 9517857"/>
              <a:gd name="connsiteY72" fmla="*/ 148061 h 918344"/>
              <a:gd name="connsiteX73" fmla="*/ 6013415 w 9517857"/>
              <a:gd name="connsiteY73" fmla="*/ 137304 h 918344"/>
              <a:gd name="connsiteX74" fmla="*/ 6080994 w 9517857"/>
              <a:gd name="connsiteY74" fmla="*/ 142926 h 918344"/>
              <a:gd name="connsiteX75" fmla="*/ 6194152 w 9517857"/>
              <a:gd name="connsiteY75" fmla="*/ 151760 h 918344"/>
              <a:gd name="connsiteX76" fmla="*/ 6281379 w 9517857"/>
              <a:gd name="connsiteY76" fmla="*/ 181614 h 918344"/>
              <a:gd name="connsiteX77" fmla="*/ 6374947 w 9517857"/>
              <a:gd name="connsiteY77" fmla="*/ 179787 h 918344"/>
              <a:gd name="connsiteX78" fmla="*/ 6448518 w 9517857"/>
              <a:gd name="connsiteY78" fmla="*/ 164366 h 918344"/>
              <a:gd name="connsiteX79" fmla="*/ 6544700 w 9517857"/>
              <a:gd name="connsiteY79" fmla="*/ 167149 h 918344"/>
              <a:gd name="connsiteX80" fmla="*/ 6648353 w 9517857"/>
              <a:gd name="connsiteY80" fmla="*/ 172238 h 918344"/>
              <a:gd name="connsiteX81" fmla="*/ 6736227 w 9517857"/>
              <a:gd name="connsiteY81" fmla="*/ 173204 h 918344"/>
              <a:gd name="connsiteX82" fmla="*/ 6977218 w 9517857"/>
              <a:gd name="connsiteY82" fmla="*/ 184277 h 918344"/>
              <a:gd name="connsiteX83" fmla="*/ 7065221 w 9517857"/>
              <a:gd name="connsiteY83" fmla="*/ 227519 h 918344"/>
              <a:gd name="connsiteX84" fmla="*/ 7565449 w 9517857"/>
              <a:gd name="connsiteY84" fmla="*/ 258938 h 918344"/>
              <a:gd name="connsiteX85" fmla="*/ 7599285 w 9517857"/>
              <a:gd name="connsiteY85" fmla="*/ 266009 h 918344"/>
              <a:gd name="connsiteX86" fmla="*/ 7644411 w 9517857"/>
              <a:gd name="connsiteY86" fmla="*/ 258974 h 918344"/>
              <a:gd name="connsiteX87" fmla="*/ 7825110 w 9517857"/>
              <a:gd name="connsiteY87" fmla="*/ 229097 h 918344"/>
              <a:gd name="connsiteX88" fmla="*/ 7965804 w 9517857"/>
              <a:gd name="connsiteY88" fmla="*/ 190533 h 918344"/>
              <a:gd name="connsiteX89" fmla="*/ 8147401 w 9517857"/>
              <a:gd name="connsiteY89" fmla="*/ 205605 h 918344"/>
              <a:gd name="connsiteX90" fmla="*/ 8256033 w 9517857"/>
              <a:gd name="connsiteY90" fmla="*/ 193701 h 918344"/>
              <a:gd name="connsiteX91" fmla="*/ 8551625 w 9517857"/>
              <a:gd name="connsiteY91" fmla="*/ 161505 h 918344"/>
              <a:gd name="connsiteX92" fmla="*/ 8715976 w 9517857"/>
              <a:gd name="connsiteY92" fmla="*/ 178362 h 918344"/>
              <a:gd name="connsiteX93" fmla="*/ 8778827 w 9517857"/>
              <a:gd name="connsiteY93" fmla="*/ 172924 h 918344"/>
              <a:gd name="connsiteX94" fmla="*/ 8840778 w 9517857"/>
              <a:gd name="connsiteY94" fmla="*/ 143137 h 918344"/>
              <a:gd name="connsiteX95" fmla="*/ 9010380 w 9517857"/>
              <a:gd name="connsiteY95" fmla="*/ 91879 h 918344"/>
              <a:gd name="connsiteX96" fmla="*/ 9110856 w 9517857"/>
              <a:gd name="connsiteY96" fmla="*/ 70985 h 918344"/>
              <a:gd name="connsiteX97" fmla="*/ 9268817 w 9517857"/>
              <a:gd name="connsiteY97" fmla="*/ 53070 h 918344"/>
              <a:gd name="connsiteX98" fmla="*/ 9316667 w 9517857"/>
              <a:gd name="connsiteY98" fmla="*/ 45035 h 918344"/>
              <a:gd name="connsiteX99" fmla="*/ 9428209 w 9517857"/>
              <a:gd name="connsiteY99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750023 w 9517857"/>
              <a:gd name="connsiteY48" fmla="*/ 370666 h 918344"/>
              <a:gd name="connsiteX49" fmla="*/ 3844133 w 9517857"/>
              <a:gd name="connsiteY49" fmla="*/ 360636 h 918344"/>
              <a:gd name="connsiteX50" fmla="*/ 3913545 w 9517857"/>
              <a:gd name="connsiteY50" fmla="*/ 344223 h 918344"/>
              <a:gd name="connsiteX51" fmla="*/ 4266740 w 9517857"/>
              <a:gd name="connsiteY51" fmla="*/ 361442 h 918344"/>
              <a:gd name="connsiteX52" fmla="*/ 4430770 w 9517857"/>
              <a:gd name="connsiteY52" fmla="*/ 342631 h 918344"/>
              <a:gd name="connsiteX53" fmla="*/ 4512664 w 9517857"/>
              <a:gd name="connsiteY53" fmla="*/ 319936 h 918344"/>
              <a:gd name="connsiteX54" fmla="*/ 4616423 w 9517857"/>
              <a:gd name="connsiteY54" fmla="*/ 290902 h 918344"/>
              <a:gd name="connsiteX55" fmla="*/ 4691675 w 9517857"/>
              <a:gd name="connsiteY55" fmla="*/ 253999 h 918344"/>
              <a:gd name="connsiteX56" fmla="*/ 4689051 w 9517857"/>
              <a:gd name="connsiteY56" fmla="*/ 250956 h 918344"/>
              <a:gd name="connsiteX57" fmla="*/ 4719994 w 9517857"/>
              <a:gd name="connsiteY57" fmla="*/ 245295 h 918344"/>
              <a:gd name="connsiteX58" fmla="*/ 4752894 w 9517857"/>
              <a:gd name="connsiteY58" fmla="*/ 239863 h 918344"/>
              <a:gd name="connsiteX59" fmla="*/ 4769329 w 9517857"/>
              <a:gd name="connsiteY59" fmla="*/ 233573 h 918344"/>
              <a:gd name="connsiteX60" fmla="*/ 4775634 w 9517857"/>
              <a:gd name="connsiteY60" fmla="*/ 234051 h 918344"/>
              <a:gd name="connsiteX61" fmla="*/ 4790452 w 9517857"/>
              <a:gd name="connsiteY61" fmla="*/ 233560 h 918344"/>
              <a:gd name="connsiteX62" fmla="*/ 4789062 w 9517857"/>
              <a:gd name="connsiteY62" fmla="*/ 241912 h 918344"/>
              <a:gd name="connsiteX63" fmla="*/ 4827826 w 9517857"/>
              <a:gd name="connsiteY63" fmla="*/ 246965 h 918344"/>
              <a:gd name="connsiteX64" fmla="*/ 4892569 w 9517857"/>
              <a:gd name="connsiteY64" fmla="*/ 249921 h 918344"/>
              <a:gd name="connsiteX65" fmla="*/ 4896611 w 9517857"/>
              <a:gd name="connsiteY65" fmla="*/ 240436 h 918344"/>
              <a:gd name="connsiteX66" fmla="*/ 4917286 w 9517857"/>
              <a:gd name="connsiteY66" fmla="*/ 243647 h 918344"/>
              <a:gd name="connsiteX67" fmla="*/ 5060397 w 9517857"/>
              <a:gd name="connsiteY67" fmla="*/ 263676 h 918344"/>
              <a:gd name="connsiteX68" fmla="*/ 5252996 w 9517857"/>
              <a:gd name="connsiteY68" fmla="*/ 270643 h 918344"/>
              <a:gd name="connsiteX69" fmla="*/ 5358056 w 9517857"/>
              <a:gd name="connsiteY69" fmla="*/ 247236 h 918344"/>
              <a:gd name="connsiteX70" fmla="*/ 5426496 w 9517857"/>
              <a:gd name="connsiteY70" fmla="*/ 235130 h 918344"/>
              <a:gd name="connsiteX71" fmla="*/ 5497161 w 9517857"/>
              <a:gd name="connsiteY71" fmla="*/ 228796 h 918344"/>
              <a:gd name="connsiteX72" fmla="*/ 6013415 w 9517857"/>
              <a:gd name="connsiteY72" fmla="*/ 137304 h 918344"/>
              <a:gd name="connsiteX73" fmla="*/ 6080994 w 9517857"/>
              <a:gd name="connsiteY73" fmla="*/ 142926 h 918344"/>
              <a:gd name="connsiteX74" fmla="*/ 6194152 w 9517857"/>
              <a:gd name="connsiteY74" fmla="*/ 151760 h 918344"/>
              <a:gd name="connsiteX75" fmla="*/ 6281379 w 9517857"/>
              <a:gd name="connsiteY75" fmla="*/ 181614 h 918344"/>
              <a:gd name="connsiteX76" fmla="*/ 6374947 w 9517857"/>
              <a:gd name="connsiteY76" fmla="*/ 179787 h 918344"/>
              <a:gd name="connsiteX77" fmla="*/ 6448518 w 9517857"/>
              <a:gd name="connsiteY77" fmla="*/ 164366 h 918344"/>
              <a:gd name="connsiteX78" fmla="*/ 6544700 w 9517857"/>
              <a:gd name="connsiteY78" fmla="*/ 167149 h 918344"/>
              <a:gd name="connsiteX79" fmla="*/ 6648353 w 9517857"/>
              <a:gd name="connsiteY79" fmla="*/ 172238 h 918344"/>
              <a:gd name="connsiteX80" fmla="*/ 6736227 w 9517857"/>
              <a:gd name="connsiteY80" fmla="*/ 173204 h 918344"/>
              <a:gd name="connsiteX81" fmla="*/ 6977218 w 9517857"/>
              <a:gd name="connsiteY81" fmla="*/ 184277 h 918344"/>
              <a:gd name="connsiteX82" fmla="*/ 7065221 w 9517857"/>
              <a:gd name="connsiteY82" fmla="*/ 227519 h 918344"/>
              <a:gd name="connsiteX83" fmla="*/ 7565449 w 9517857"/>
              <a:gd name="connsiteY83" fmla="*/ 258938 h 918344"/>
              <a:gd name="connsiteX84" fmla="*/ 7599285 w 9517857"/>
              <a:gd name="connsiteY84" fmla="*/ 266009 h 918344"/>
              <a:gd name="connsiteX85" fmla="*/ 7644411 w 9517857"/>
              <a:gd name="connsiteY85" fmla="*/ 258974 h 918344"/>
              <a:gd name="connsiteX86" fmla="*/ 7825110 w 9517857"/>
              <a:gd name="connsiteY86" fmla="*/ 229097 h 918344"/>
              <a:gd name="connsiteX87" fmla="*/ 7965804 w 9517857"/>
              <a:gd name="connsiteY87" fmla="*/ 190533 h 918344"/>
              <a:gd name="connsiteX88" fmla="*/ 8147401 w 9517857"/>
              <a:gd name="connsiteY88" fmla="*/ 205605 h 918344"/>
              <a:gd name="connsiteX89" fmla="*/ 8256033 w 9517857"/>
              <a:gd name="connsiteY89" fmla="*/ 193701 h 918344"/>
              <a:gd name="connsiteX90" fmla="*/ 8551625 w 9517857"/>
              <a:gd name="connsiteY90" fmla="*/ 161505 h 918344"/>
              <a:gd name="connsiteX91" fmla="*/ 8715976 w 9517857"/>
              <a:gd name="connsiteY91" fmla="*/ 178362 h 918344"/>
              <a:gd name="connsiteX92" fmla="*/ 8778827 w 9517857"/>
              <a:gd name="connsiteY92" fmla="*/ 172924 h 918344"/>
              <a:gd name="connsiteX93" fmla="*/ 8840778 w 9517857"/>
              <a:gd name="connsiteY93" fmla="*/ 143137 h 918344"/>
              <a:gd name="connsiteX94" fmla="*/ 9010380 w 9517857"/>
              <a:gd name="connsiteY94" fmla="*/ 91879 h 918344"/>
              <a:gd name="connsiteX95" fmla="*/ 9110856 w 9517857"/>
              <a:gd name="connsiteY95" fmla="*/ 70985 h 918344"/>
              <a:gd name="connsiteX96" fmla="*/ 9268817 w 9517857"/>
              <a:gd name="connsiteY96" fmla="*/ 53070 h 918344"/>
              <a:gd name="connsiteX97" fmla="*/ 9316667 w 9517857"/>
              <a:gd name="connsiteY97" fmla="*/ 45035 h 918344"/>
              <a:gd name="connsiteX98" fmla="*/ 9428209 w 9517857"/>
              <a:gd name="connsiteY98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750023 w 9517857"/>
              <a:gd name="connsiteY48" fmla="*/ 370666 h 918344"/>
              <a:gd name="connsiteX49" fmla="*/ 3844133 w 9517857"/>
              <a:gd name="connsiteY49" fmla="*/ 360636 h 918344"/>
              <a:gd name="connsiteX50" fmla="*/ 3913545 w 9517857"/>
              <a:gd name="connsiteY50" fmla="*/ 344223 h 918344"/>
              <a:gd name="connsiteX51" fmla="*/ 4266740 w 9517857"/>
              <a:gd name="connsiteY51" fmla="*/ 361442 h 918344"/>
              <a:gd name="connsiteX52" fmla="*/ 4430770 w 9517857"/>
              <a:gd name="connsiteY52" fmla="*/ 342631 h 918344"/>
              <a:gd name="connsiteX53" fmla="*/ 4512664 w 9517857"/>
              <a:gd name="connsiteY53" fmla="*/ 319936 h 918344"/>
              <a:gd name="connsiteX54" fmla="*/ 4616423 w 9517857"/>
              <a:gd name="connsiteY54" fmla="*/ 290902 h 918344"/>
              <a:gd name="connsiteX55" fmla="*/ 4691675 w 9517857"/>
              <a:gd name="connsiteY55" fmla="*/ 253999 h 918344"/>
              <a:gd name="connsiteX56" fmla="*/ 4689051 w 9517857"/>
              <a:gd name="connsiteY56" fmla="*/ 250956 h 918344"/>
              <a:gd name="connsiteX57" fmla="*/ 4719994 w 9517857"/>
              <a:gd name="connsiteY57" fmla="*/ 245295 h 918344"/>
              <a:gd name="connsiteX58" fmla="*/ 4752894 w 9517857"/>
              <a:gd name="connsiteY58" fmla="*/ 239863 h 918344"/>
              <a:gd name="connsiteX59" fmla="*/ 4769329 w 9517857"/>
              <a:gd name="connsiteY59" fmla="*/ 233573 h 918344"/>
              <a:gd name="connsiteX60" fmla="*/ 4775634 w 9517857"/>
              <a:gd name="connsiteY60" fmla="*/ 234051 h 918344"/>
              <a:gd name="connsiteX61" fmla="*/ 4790452 w 9517857"/>
              <a:gd name="connsiteY61" fmla="*/ 233560 h 918344"/>
              <a:gd name="connsiteX62" fmla="*/ 4789062 w 9517857"/>
              <a:gd name="connsiteY62" fmla="*/ 241912 h 918344"/>
              <a:gd name="connsiteX63" fmla="*/ 4827826 w 9517857"/>
              <a:gd name="connsiteY63" fmla="*/ 246965 h 918344"/>
              <a:gd name="connsiteX64" fmla="*/ 4892569 w 9517857"/>
              <a:gd name="connsiteY64" fmla="*/ 249921 h 918344"/>
              <a:gd name="connsiteX65" fmla="*/ 4896611 w 9517857"/>
              <a:gd name="connsiteY65" fmla="*/ 240436 h 918344"/>
              <a:gd name="connsiteX66" fmla="*/ 4917286 w 9517857"/>
              <a:gd name="connsiteY66" fmla="*/ 243647 h 918344"/>
              <a:gd name="connsiteX67" fmla="*/ 5060397 w 9517857"/>
              <a:gd name="connsiteY67" fmla="*/ 263676 h 918344"/>
              <a:gd name="connsiteX68" fmla="*/ 5252996 w 9517857"/>
              <a:gd name="connsiteY68" fmla="*/ 270643 h 918344"/>
              <a:gd name="connsiteX69" fmla="*/ 5358056 w 9517857"/>
              <a:gd name="connsiteY69" fmla="*/ 247236 h 918344"/>
              <a:gd name="connsiteX70" fmla="*/ 5426496 w 9517857"/>
              <a:gd name="connsiteY70" fmla="*/ 235130 h 918344"/>
              <a:gd name="connsiteX71" fmla="*/ 5497161 w 9517857"/>
              <a:gd name="connsiteY71" fmla="*/ 228796 h 918344"/>
              <a:gd name="connsiteX72" fmla="*/ 5856152 w 9517857"/>
              <a:gd name="connsiteY72" fmla="*/ 156354 h 918344"/>
              <a:gd name="connsiteX73" fmla="*/ 6080994 w 9517857"/>
              <a:gd name="connsiteY73" fmla="*/ 142926 h 918344"/>
              <a:gd name="connsiteX74" fmla="*/ 6194152 w 9517857"/>
              <a:gd name="connsiteY74" fmla="*/ 151760 h 918344"/>
              <a:gd name="connsiteX75" fmla="*/ 6281379 w 9517857"/>
              <a:gd name="connsiteY75" fmla="*/ 181614 h 918344"/>
              <a:gd name="connsiteX76" fmla="*/ 6374947 w 9517857"/>
              <a:gd name="connsiteY76" fmla="*/ 179787 h 918344"/>
              <a:gd name="connsiteX77" fmla="*/ 6448518 w 9517857"/>
              <a:gd name="connsiteY77" fmla="*/ 164366 h 918344"/>
              <a:gd name="connsiteX78" fmla="*/ 6544700 w 9517857"/>
              <a:gd name="connsiteY78" fmla="*/ 167149 h 918344"/>
              <a:gd name="connsiteX79" fmla="*/ 6648353 w 9517857"/>
              <a:gd name="connsiteY79" fmla="*/ 172238 h 918344"/>
              <a:gd name="connsiteX80" fmla="*/ 6736227 w 9517857"/>
              <a:gd name="connsiteY80" fmla="*/ 173204 h 918344"/>
              <a:gd name="connsiteX81" fmla="*/ 6977218 w 9517857"/>
              <a:gd name="connsiteY81" fmla="*/ 184277 h 918344"/>
              <a:gd name="connsiteX82" fmla="*/ 7065221 w 9517857"/>
              <a:gd name="connsiteY82" fmla="*/ 227519 h 918344"/>
              <a:gd name="connsiteX83" fmla="*/ 7565449 w 9517857"/>
              <a:gd name="connsiteY83" fmla="*/ 258938 h 918344"/>
              <a:gd name="connsiteX84" fmla="*/ 7599285 w 9517857"/>
              <a:gd name="connsiteY84" fmla="*/ 266009 h 918344"/>
              <a:gd name="connsiteX85" fmla="*/ 7644411 w 9517857"/>
              <a:gd name="connsiteY85" fmla="*/ 258974 h 918344"/>
              <a:gd name="connsiteX86" fmla="*/ 7825110 w 9517857"/>
              <a:gd name="connsiteY86" fmla="*/ 229097 h 918344"/>
              <a:gd name="connsiteX87" fmla="*/ 7965804 w 9517857"/>
              <a:gd name="connsiteY87" fmla="*/ 190533 h 918344"/>
              <a:gd name="connsiteX88" fmla="*/ 8147401 w 9517857"/>
              <a:gd name="connsiteY88" fmla="*/ 205605 h 918344"/>
              <a:gd name="connsiteX89" fmla="*/ 8256033 w 9517857"/>
              <a:gd name="connsiteY89" fmla="*/ 193701 h 918344"/>
              <a:gd name="connsiteX90" fmla="*/ 8551625 w 9517857"/>
              <a:gd name="connsiteY90" fmla="*/ 161505 h 918344"/>
              <a:gd name="connsiteX91" fmla="*/ 8715976 w 9517857"/>
              <a:gd name="connsiteY91" fmla="*/ 178362 h 918344"/>
              <a:gd name="connsiteX92" fmla="*/ 8778827 w 9517857"/>
              <a:gd name="connsiteY92" fmla="*/ 172924 h 918344"/>
              <a:gd name="connsiteX93" fmla="*/ 8840778 w 9517857"/>
              <a:gd name="connsiteY93" fmla="*/ 143137 h 918344"/>
              <a:gd name="connsiteX94" fmla="*/ 9010380 w 9517857"/>
              <a:gd name="connsiteY94" fmla="*/ 91879 h 918344"/>
              <a:gd name="connsiteX95" fmla="*/ 9110856 w 9517857"/>
              <a:gd name="connsiteY95" fmla="*/ 70985 h 918344"/>
              <a:gd name="connsiteX96" fmla="*/ 9268817 w 9517857"/>
              <a:gd name="connsiteY96" fmla="*/ 53070 h 918344"/>
              <a:gd name="connsiteX97" fmla="*/ 9316667 w 9517857"/>
              <a:gd name="connsiteY97" fmla="*/ 45035 h 918344"/>
              <a:gd name="connsiteX98" fmla="*/ 9428209 w 9517857"/>
              <a:gd name="connsiteY98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750023 w 9517857"/>
              <a:gd name="connsiteY48" fmla="*/ 370666 h 918344"/>
              <a:gd name="connsiteX49" fmla="*/ 3844133 w 9517857"/>
              <a:gd name="connsiteY49" fmla="*/ 360636 h 918344"/>
              <a:gd name="connsiteX50" fmla="*/ 3913545 w 9517857"/>
              <a:gd name="connsiteY50" fmla="*/ 344223 h 918344"/>
              <a:gd name="connsiteX51" fmla="*/ 4266740 w 9517857"/>
              <a:gd name="connsiteY51" fmla="*/ 361442 h 918344"/>
              <a:gd name="connsiteX52" fmla="*/ 4430770 w 9517857"/>
              <a:gd name="connsiteY52" fmla="*/ 342631 h 918344"/>
              <a:gd name="connsiteX53" fmla="*/ 4512664 w 9517857"/>
              <a:gd name="connsiteY53" fmla="*/ 319936 h 918344"/>
              <a:gd name="connsiteX54" fmla="*/ 4616423 w 9517857"/>
              <a:gd name="connsiteY54" fmla="*/ 290902 h 918344"/>
              <a:gd name="connsiteX55" fmla="*/ 4691675 w 9517857"/>
              <a:gd name="connsiteY55" fmla="*/ 253999 h 918344"/>
              <a:gd name="connsiteX56" fmla="*/ 4689051 w 9517857"/>
              <a:gd name="connsiteY56" fmla="*/ 250956 h 918344"/>
              <a:gd name="connsiteX57" fmla="*/ 4719994 w 9517857"/>
              <a:gd name="connsiteY57" fmla="*/ 245295 h 918344"/>
              <a:gd name="connsiteX58" fmla="*/ 4752894 w 9517857"/>
              <a:gd name="connsiteY58" fmla="*/ 239863 h 918344"/>
              <a:gd name="connsiteX59" fmla="*/ 4769329 w 9517857"/>
              <a:gd name="connsiteY59" fmla="*/ 233573 h 918344"/>
              <a:gd name="connsiteX60" fmla="*/ 4775634 w 9517857"/>
              <a:gd name="connsiteY60" fmla="*/ 234051 h 918344"/>
              <a:gd name="connsiteX61" fmla="*/ 4790452 w 9517857"/>
              <a:gd name="connsiteY61" fmla="*/ 233560 h 918344"/>
              <a:gd name="connsiteX62" fmla="*/ 4789062 w 9517857"/>
              <a:gd name="connsiteY62" fmla="*/ 241912 h 918344"/>
              <a:gd name="connsiteX63" fmla="*/ 4827826 w 9517857"/>
              <a:gd name="connsiteY63" fmla="*/ 246965 h 918344"/>
              <a:gd name="connsiteX64" fmla="*/ 4892569 w 9517857"/>
              <a:gd name="connsiteY64" fmla="*/ 249921 h 918344"/>
              <a:gd name="connsiteX65" fmla="*/ 4896611 w 9517857"/>
              <a:gd name="connsiteY65" fmla="*/ 240436 h 918344"/>
              <a:gd name="connsiteX66" fmla="*/ 4917286 w 9517857"/>
              <a:gd name="connsiteY66" fmla="*/ 243647 h 918344"/>
              <a:gd name="connsiteX67" fmla="*/ 5060397 w 9517857"/>
              <a:gd name="connsiteY67" fmla="*/ 263676 h 918344"/>
              <a:gd name="connsiteX68" fmla="*/ 5252996 w 9517857"/>
              <a:gd name="connsiteY68" fmla="*/ 270643 h 918344"/>
              <a:gd name="connsiteX69" fmla="*/ 5358056 w 9517857"/>
              <a:gd name="connsiteY69" fmla="*/ 247236 h 918344"/>
              <a:gd name="connsiteX70" fmla="*/ 5426496 w 9517857"/>
              <a:gd name="connsiteY70" fmla="*/ 235130 h 918344"/>
              <a:gd name="connsiteX71" fmla="*/ 5497161 w 9517857"/>
              <a:gd name="connsiteY71" fmla="*/ 228796 h 918344"/>
              <a:gd name="connsiteX72" fmla="*/ 5856152 w 9517857"/>
              <a:gd name="connsiteY72" fmla="*/ 156354 h 918344"/>
              <a:gd name="connsiteX73" fmla="*/ 6014778 w 9517857"/>
              <a:gd name="connsiteY73" fmla="*/ 168326 h 918344"/>
              <a:gd name="connsiteX74" fmla="*/ 6194152 w 9517857"/>
              <a:gd name="connsiteY74" fmla="*/ 151760 h 918344"/>
              <a:gd name="connsiteX75" fmla="*/ 6281379 w 9517857"/>
              <a:gd name="connsiteY75" fmla="*/ 181614 h 918344"/>
              <a:gd name="connsiteX76" fmla="*/ 6374947 w 9517857"/>
              <a:gd name="connsiteY76" fmla="*/ 179787 h 918344"/>
              <a:gd name="connsiteX77" fmla="*/ 6448518 w 9517857"/>
              <a:gd name="connsiteY77" fmla="*/ 164366 h 918344"/>
              <a:gd name="connsiteX78" fmla="*/ 6544700 w 9517857"/>
              <a:gd name="connsiteY78" fmla="*/ 167149 h 918344"/>
              <a:gd name="connsiteX79" fmla="*/ 6648353 w 9517857"/>
              <a:gd name="connsiteY79" fmla="*/ 172238 h 918344"/>
              <a:gd name="connsiteX80" fmla="*/ 6736227 w 9517857"/>
              <a:gd name="connsiteY80" fmla="*/ 173204 h 918344"/>
              <a:gd name="connsiteX81" fmla="*/ 6977218 w 9517857"/>
              <a:gd name="connsiteY81" fmla="*/ 184277 h 918344"/>
              <a:gd name="connsiteX82" fmla="*/ 7065221 w 9517857"/>
              <a:gd name="connsiteY82" fmla="*/ 227519 h 918344"/>
              <a:gd name="connsiteX83" fmla="*/ 7565449 w 9517857"/>
              <a:gd name="connsiteY83" fmla="*/ 258938 h 918344"/>
              <a:gd name="connsiteX84" fmla="*/ 7599285 w 9517857"/>
              <a:gd name="connsiteY84" fmla="*/ 266009 h 918344"/>
              <a:gd name="connsiteX85" fmla="*/ 7644411 w 9517857"/>
              <a:gd name="connsiteY85" fmla="*/ 258974 h 918344"/>
              <a:gd name="connsiteX86" fmla="*/ 7825110 w 9517857"/>
              <a:gd name="connsiteY86" fmla="*/ 229097 h 918344"/>
              <a:gd name="connsiteX87" fmla="*/ 7965804 w 9517857"/>
              <a:gd name="connsiteY87" fmla="*/ 190533 h 918344"/>
              <a:gd name="connsiteX88" fmla="*/ 8147401 w 9517857"/>
              <a:gd name="connsiteY88" fmla="*/ 205605 h 918344"/>
              <a:gd name="connsiteX89" fmla="*/ 8256033 w 9517857"/>
              <a:gd name="connsiteY89" fmla="*/ 193701 h 918344"/>
              <a:gd name="connsiteX90" fmla="*/ 8551625 w 9517857"/>
              <a:gd name="connsiteY90" fmla="*/ 161505 h 918344"/>
              <a:gd name="connsiteX91" fmla="*/ 8715976 w 9517857"/>
              <a:gd name="connsiteY91" fmla="*/ 178362 h 918344"/>
              <a:gd name="connsiteX92" fmla="*/ 8778827 w 9517857"/>
              <a:gd name="connsiteY92" fmla="*/ 172924 h 918344"/>
              <a:gd name="connsiteX93" fmla="*/ 8840778 w 9517857"/>
              <a:gd name="connsiteY93" fmla="*/ 143137 h 918344"/>
              <a:gd name="connsiteX94" fmla="*/ 9010380 w 9517857"/>
              <a:gd name="connsiteY94" fmla="*/ 91879 h 918344"/>
              <a:gd name="connsiteX95" fmla="*/ 9110856 w 9517857"/>
              <a:gd name="connsiteY95" fmla="*/ 70985 h 918344"/>
              <a:gd name="connsiteX96" fmla="*/ 9268817 w 9517857"/>
              <a:gd name="connsiteY96" fmla="*/ 53070 h 918344"/>
              <a:gd name="connsiteX97" fmla="*/ 9316667 w 9517857"/>
              <a:gd name="connsiteY97" fmla="*/ 45035 h 918344"/>
              <a:gd name="connsiteX98" fmla="*/ 9428209 w 9517857"/>
              <a:gd name="connsiteY98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750023 w 9517857"/>
              <a:gd name="connsiteY48" fmla="*/ 370666 h 918344"/>
              <a:gd name="connsiteX49" fmla="*/ 3844133 w 9517857"/>
              <a:gd name="connsiteY49" fmla="*/ 360636 h 918344"/>
              <a:gd name="connsiteX50" fmla="*/ 3913545 w 9517857"/>
              <a:gd name="connsiteY50" fmla="*/ 344223 h 918344"/>
              <a:gd name="connsiteX51" fmla="*/ 4266740 w 9517857"/>
              <a:gd name="connsiteY51" fmla="*/ 361442 h 918344"/>
              <a:gd name="connsiteX52" fmla="*/ 4430770 w 9517857"/>
              <a:gd name="connsiteY52" fmla="*/ 342631 h 918344"/>
              <a:gd name="connsiteX53" fmla="*/ 4512664 w 9517857"/>
              <a:gd name="connsiteY53" fmla="*/ 319936 h 918344"/>
              <a:gd name="connsiteX54" fmla="*/ 4616423 w 9517857"/>
              <a:gd name="connsiteY54" fmla="*/ 290902 h 918344"/>
              <a:gd name="connsiteX55" fmla="*/ 4691675 w 9517857"/>
              <a:gd name="connsiteY55" fmla="*/ 253999 h 918344"/>
              <a:gd name="connsiteX56" fmla="*/ 4689051 w 9517857"/>
              <a:gd name="connsiteY56" fmla="*/ 250956 h 918344"/>
              <a:gd name="connsiteX57" fmla="*/ 4719994 w 9517857"/>
              <a:gd name="connsiteY57" fmla="*/ 245295 h 918344"/>
              <a:gd name="connsiteX58" fmla="*/ 4752894 w 9517857"/>
              <a:gd name="connsiteY58" fmla="*/ 239863 h 918344"/>
              <a:gd name="connsiteX59" fmla="*/ 4769329 w 9517857"/>
              <a:gd name="connsiteY59" fmla="*/ 233573 h 918344"/>
              <a:gd name="connsiteX60" fmla="*/ 4775634 w 9517857"/>
              <a:gd name="connsiteY60" fmla="*/ 234051 h 918344"/>
              <a:gd name="connsiteX61" fmla="*/ 4790452 w 9517857"/>
              <a:gd name="connsiteY61" fmla="*/ 233560 h 918344"/>
              <a:gd name="connsiteX62" fmla="*/ 4789062 w 9517857"/>
              <a:gd name="connsiteY62" fmla="*/ 241912 h 918344"/>
              <a:gd name="connsiteX63" fmla="*/ 4827826 w 9517857"/>
              <a:gd name="connsiteY63" fmla="*/ 246965 h 918344"/>
              <a:gd name="connsiteX64" fmla="*/ 4892569 w 9517857"/>
              <a:gd name="connsiteY64" fmla="*/ 249921 h 918344"/>
              <a:gd name="connsiteX65" fmla="*/ 4896611 w 9517857"/>
              <a:gd name="connsiteY65" fmla="*/ 240436 h 918344"/>
              <a:gd name="connsiteX66" fmla="*/ 4917286 w 9517857"/>
              <a:gd name="connsiteY66" fmla="*/ 243647 h 918344"/>
              <a:gd name="connsiteX67" fmla="*/ 5060397 w 9517857"/>
              <a:gd name="connsiteY67" fmla="*/ 263676 h 918344"/>
              <a:gd name="connsiteX68" fmla="*/ 5252996 w 9517857"/>
              <a:gd name="connsiteY68" fmla="*/ 270643 h 918344"/>
              <a:gd name="connsiteX69" fmla="*/ 5358056 w 9517857"/>
              <a:gd name="connsiteY69" fmla="*/ 247236 h 918344"/>
              <a:gd name="connsiteX70" fmla="*/ 5426496 w 9517857"/>
              <a:gd name="connsiteY70" fmla="*/ 235130 h 918344"/>
              <a:gd name="connsiteX71" fmla="*/ 5497161 w 9517857"/>
              <a:gd name="connsiteY71" fmla="*/ 228796 h 918344"/>
              <a:gd name="connsiteX72" fmla="*/ 5856152 w 9517857"/>
              <a:gd name="connsiteY72" fmla="*/ 156354 h 918344"/>
              <a:gd name="connsiteX73" fmla="*/ 6014778 w 9517857"/>
              <a:gd name="connsiteY73" fmla="*/ 168326 h 918344"/>
              <a:gd name="connsiteX74" fmla="*/ 6194152 w 9517857"/>
              <a:gd name="connsiteY74" fmla="*/ 151760 h 918344"/>
              <a:gd name="connsiteX75" fmla="*/ 6281379 w 9517857"/>
              <a:gd name="connsiteY75" fmla="*/ 181614 h 918344"/>
              <a:gd name="connsiteX76" fmla="*/ 6374947 w 9517857"/>
              <a:gd name="connsiteY76" fmla="*/ 179787 h 918344"/>
              <a:gd name="connsiteX77" fmla="*/ 6448518 w 9517857"/>
              <a:gd name="connsiteY77" fmla="*/ 164366 h 918344"/>
              <a:gd name="connsiteX78" fmla="*/ 6544700 w 9517857"/>
              <a:gd name="connsiteY78" fmla="*/ 167149 h 918344"/>
              <a:gd name="connsiteX79" fmla="*/ 6648353 w 9517857"/>
              <a:gd name="connsiteY79" fmla="*/ 172238 h 918344"/>
              <a:gd name="connsiteX80" fmla="*/ 6736227 w 9517857"/>
              <a:gd name="connsiteY80" fmla="*/ 173204 h 918344"/>
              <a:gd name="connsiteX81" fmla="*/ 6977218 w 9517857"/>
              <a:gd name="connsiteY81" fmla="*/ 184277 h 918344"/>
              <a:gd name="connsiteX82" fmla="*/ 7065221 w 9517857"/>
              <a:gd name="connsiteY82" fmla="*/ 227519 h 918344"/>
              <a:gd name="connsiteX83" fmla="*/ 7565449 w 9517857"/>
              <a:gd name="connsiteY83" fmla="*/ 258938 h 918344"/>
              <a:gd name="connsiteX84" fmla="*/ 7350974 w 9517857"/>
              <a:gd name="connsiteY84" fmla="*/ 380309 h 918344"/>
              <a:gd name="connsiteX85" fmla="*/ 7644411 w 9517857"/>
              <a:gd name="connsiteY85" fmla="*/ 258974 h 918344"/>
              <a:gd name="connsiteX86" fmla="*/ 7825110 w 9517857"/>
              <a:gd name="connsiteY86" fmla="*/ 229097 h 918344"/>
              <a:gd name="connsiteX87" fmla="*/ 7965804 w 9517857"/>
              <a:gd name="connsiteY87" fmla="*/ 190533 h 918344"/>
              <a:gd name="connsiteX88" fmla="*/ 8147401 w 9517857"/>
              <a:gd name="connsiteY88" fmla="*/ 205605 h 918344"/>
              <a:gd name="connsiteX89" fmla="*/ 8256033 w 9517857"/>
              <a:gd name="connsiteY89" fmla="*/ 193701 h 918344"/>
              <a:gd name="connsiteX90" fmla="*/ 8551625 w 9517857"/>
              <a:gd name="connsiteY90" fmla="*/ 161505 h 918344"/>
              <a:gd name="connsiteX91" fmla="*/ 8715976 w 9517857"/>
              <a:gd name="connsiteY91" fmla="*/ 178362 h 918344"/>
              <a:gd name="connsiteX92" fmla="*/ 8778827 w 9517857"/>
              <a:gd name="connsiteY92" fmla="*/ 172924 h 918344"/>
              <a:gd name="connsiteX93" fmla="*/ 8840778 w 9517857"/>
              <a:gd name="connsiteY93" fmla="*/ 143137 h 918344"/>
              <a:gd name="connsiteX94" fmla="*/ 9010380 w 9517857"/>
              <a:gd name="connsiteY94" fmla="*/ 91879 h 918344"/>
              <a:gd name="connsiteX95" fmla="*/ 9110856 w 9517857"/>
              <a:gd name="connsiteY95" fmla="*/ 70985 h 918344"/>
              <a:gd name="connsiteX96" fmla="*/ 9268817 w 9517857"/>
              <a:gd name="connsiteY96" fmla="*/ 53070 h 918344"/>
              <a:gd name="connsiteX97" fmla="*/ 9316667 w 9517857"/>
              <a:gd name="connsiteY97" fmla="*/ 45035 h 918344"/>
              <a:gd name="connsiteX98" fmla="*/ 9428209 w 9517857"/>
              <a:gd name="connsiteY98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750023 w 9517857"/>
              <a:gd name="connsiteY48" fmla="*/ 370666 h 918344"/>
              <a:gd name="connsiteX49" fmla="*/ 3844133 w 9517857"/>
              <a:gd name="connsiteY49" fmla="*/ 360636 h 918344"/>
              <a:gd name="connsiteX50" fmla="*/ 3913545 w 9517857"/>
              <a:gd name="connsiteY50" fmla="*/ 344223 h 918344"/>
              <a:gd name="connsiteX51" fmla="*/ 4266740 w 9517857"/>
              <a:gd name="connsiteY51" fmla="*/ 361442 h 918344"/>
              <a:gd name="connsiteX52" fmla="*/ 4430770 w 9517857"/>
              <a:gd name="connsiteY52" fmla="*/ 342631 h 918344"/>
              <a:gd name="connsiteX53" fmla="*/ 4512664 w 9517857"/>
              <a:gd name="connsiteY53" fmla="*/ 319936 h 918344"/>
              <a:gd name="connsiteX54" fmla="*/ 4616423 w 9517857"/>
              <a:gd name="connsiteY54" fmla="*/ 290902 h 918344"/>
              <a:gd name="connsiteX55" fmla="*/ 4691675 w 9517857"/>
              <a:gd name="connsiteY55" fmla="*/ 253999 h 918344"/>
              <a:gd name="connsiteX56" fmla="*/ 4689051 w 9517857"/>
              <a:gd name="connsiteY56" fmla="*/ 250956 h 918344"/>
              <a:gd name="connsiteX57" fmla="*/ 4719994 w 9517857"/>
              <a:gd name="connsiteY57" fmla="*/ 245295 h 918344"/>
              <a:gd name="connsiteX58" fmla="*/ 4752894 w 9517857"/>
              <a:gd name="connsiteY58" fmla="*/ 239863 h 918344"/>
              <a:gd name="connsiteX59" fmla="*/ 4769329 w 9517857"/>
              <a:gd name="connsiteY59" fmla="*/ 233573 h 918344"/>
              <a:gd name="connsiteX60" fmla="*/ 4775634 w 9517857"/>
              <a:gd name="connsiteY60" fmla="*/ 234051 h 918344"/>
              <a:gd name="connsiteX61" fmla="*/ 4790452 w 9517857"/>
              <a:gd name="connsiteY61" fmla="*/ 233560 h 918344"/>
              <a:gd name="connsiteX62" fmla="*/ 4789062 w 9517857"/>
              <a:gd name="connsiteY62" fmla="*/ 241912 h 918344"/>
              <a:gd name="connsiteX63" fmla="*/ 4827826 w 9517857"/>
              <a:gd name="connsiteY63" fmla="*/ 246965 h 918344"/>
              <a:gd name="connsiteX64" fmla="*/ 4892569 w 9517857"/>
              <a:gd name="connsiteY64" fmla="*/ 249921 h 918344"/>
              <a:gd name="connsiteX65" fmla="*/ 4896611 w 9517857"/>
              <a:gd name="connsiteY65" fmla="*/ 240436 h 918344"/>
              <a:gd name="connsiteX66" fmla="*/ 4917286 w 9517857"/>
              <a:gd name="connsiteY66" fmla="*/ 243647 h 918344"/>
              <a:gd name="connsiteX67" fmla="*/ 5060397 w 9517857"/>
              <a:gd name="connsiteY67" fmla="*/ 263676 h 918344"/>
              <a:gd name="connsiteX68" fmla="*/ 5252996 w 9517857"/>
              <a:gd name="connsiteY68" fmla="*/ 270643 h 918344"/>
              <a:gd name="connsiteX69" fmla="*/ 5358056 w 9517857"/>
              <a:gd name="connsiteY69" fmla="*/ 247236 h 918344"/>
              <a:gd name="connsiteX70" fmla="*/ 5426496 w 9517857"/>
              <a:gd name="connsiteY70" fmla="*/ 235130 h 918344"/>
              <a:gd name="connsiteX71" fmla="*/ 5497161 w 9517857"/>
              <a:gd name="connsiteY71" fmla="*/ 228796 h 918344"/>
              <a:gd name="connsiteX72" fmla="*/ 5856152 w 9517857"/>
              <a:gd name="connsiteY72" fmla="*/ 156354 h 918344"/>
              <a:gd name="connsiteX73" fmla="*/ 6014778 w 9517857"/>
              <a:gd name="connsiteY73" fmla="*/ 168326 h 918344"/>
              <a:gd name="connsiteX74" fmla="*/ 6194152 w 9517857"/>
              <a:gd name="connsiteY74" fmla="*/ 151760 h 918344"/>
              <a:gd name="connsiteX75" fmla="*/ 6281379 w 9517857"/>
              <a:gd name="connsiteY75" fmla="*/ 181614 h 918344"/>
              <a:gd name="connsiteX76" fmla="*/ 6374947 w 9517857"/>
              <a:gd name="connsiteY76" fmla="*/ 179787 h 918344"/>
              <a:gd name="connsiteX77" fmla="*/ 6448518 w 9517857"/>
              <a:gd name="connsiteY77" fmla="*/ 164366 h 918344"/>
              <a:gd name="connsiteX78" fmla="*/ 6544700 w 9517857"/>
              <a:gd name="connsiteY78" fmla="*/ 167149 h 918344"/>
              <a:gd name="connsiteX79" fmla="*/ 6648353 w 9517857"/>
              <a:gd name="connsiteY79" fmla="*/ 172238 h 918344"/>
              <a:gd name="connsiteX80" fmla="*/ 6736227 w 9517857"/>
              <a:gd name="connsiteY80" fmla="*/ 173204 h 918344"/>
              <a:gd name="connsiteX81" fmla="*/ 6977218 w 9517857"/>
              <a:gd name="connsiteY81" fmla="*/ 184277 h 918344"/>
              <a:gd name="connsiteX82" fmla="*/ 7065221 w 9517857"/>
              <a:gd name="connsiteY82" fmla="*/ 227519 h 918344"/>
              <a:gd name="connsiteX83" fmla="*/ 7366801 w 9517857"/>
              <a:gd name="connsiteY83" fmla="*/ 258938 h 918344"/>
              <a:gd name="connsiteX84" fmla="*/ 7350974 w 9517857"/>
              <a:gd name="connsiteY84" fmla="*/ 380309 h 918344"/>
              <a:gd name="connsiteX85" fmla="*/ 7644411 w 9517857"/>
              <a:gd name="connsiteY85" fmla="*/ 258974 h 918344"/>
              <a:gd name="connsiteX86" fmla="*/ 7825110 w 9517857"/>
              <a:gd name="connsiteY86" fmla="*/ 229097 h 918344"/>
              <a:gd name="connsiteX87" fmla="*/ 7965804 w 9517857"/>
              <a:gd name="connsiteY87" fmla="*/ 190533 h 918344"/>
              <a:gd name="connsiteX88" fmla="*/ 8147401 w 9517857"/>
              <a:gd name="connsiteY88" fmla="*/ 205605 h 918344"/>
              <a:gd name="connsiteX89" fmla="*/ 8256033 w 9517857"/>
              <a:gd name="connsiteY89" fmla="*/ 193701 h 918344"/>
              <a:gd name="connsiteX90" fmla="*/ 8551625 w 9517857"/>
              <a:gd name="connsiteY90" fmla="*/ 161505 h 918344"/>
              <a:gd name="connsiteX91" fmla="*/ 8715976 w 9517857"/>
              <a:gd name="connsiteY91" fmla="*/ 178362 h 918344"/>
              <a:gd name="connsiteX92" fmla="*/ 8778827 w 9517857"/>
              <a:gd name="connsiteY92" fmla="*/ 172924 h 918344"/>
              <a:gd name="connsiteX93" fmla="*/ 8840778 w 9517857"/>
              <a:gd name="connsiteY93" fmla="*/ 143137 h 918344"/>
              <a:gd name="connsiteX94" fmla="*/ 9010380 w 9517857"/>
              <a:gd name="connsiteY94" fmla="*/ 91879 h 918344"/>
              <a:gd name="connsiteX95" fmla="*/ 9110856 w 9517857"/>
              <a:gd name="connsiteY95" fmla="*/ 70985 h 918344"/>
              <a:gd name="connsiteX96" fmla="*/ 9268817 w 9517857"/>
              <a:gd name="connsiteY96" fmla="*/ 53070 h 918344"/>
              <a:gd name="connsiteX97" fmla="*/ 9316667 w 9517857"/>
              <a:gd name="connsiteY97" fmla="*/ 45035 h 918344"/>
              <a:gd name="connsiteX98" fmla="*/ 9428209 w 9517857"/>
              <a:gd name="connsiteY98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750023 w 9517857"/>
              <a:gd name="connsiteY48" fmla="*/ 370666 h 918344"/>
              <a:gd name="connsiteX49" fmla="*/ 3844133 w 9517857"/>
              <a:gd name="connsiteY49" fmla="*/ 360636 h 918344"/>
              <a:gd name="connsiteX50" fmla="*/ 3913545 w 9517857"/>
              <a:gd name="connsiteY50" fmla="*/ 344223 h 918344"/>
              <a:gd name="connsiteX51" fmla="*/ 4266740 w 9517857"/>
              <a:gd name="connsiteY51" fmla="*/ 361442 h 918344"/>
              <a:gd name="connsiteX52" fmla="*/ 4430770 w 9517857"/>
              <a:gd name="connsiteY52" fmla="*/ 342631 h 918344"/>
              <a:gd name="connsiteX53" fmla="*/ 4512664 w 9517857"/>
              <a:gd name="connsiteY53" fmla="*/ 319936 h 918344"/>
              <a:gd name="connsiteX54" fmla="*/ 4616423 w 9517857"/>
              <a:gd name="connsiteY54" fmla="*/ 290902 h 918344"/>
              <a:gd name="connsiteX55" fmla="*/ 4691675 w 9517857"/>
              <a:gd name="connsiteY55" fmla="*/ 253999 h 918344"/>
              <a:gd name="connsiteX56" fmla="*/ 4689051 w 9517857"/>
              <a:gd name="connsiteY56" fmla="*/ 250956 h 918344"/>
              <a:gd name="connsiteX57" fmla="*/ 4719994 w 9517857"/>
              <a:gd name="connsiteY57" fmla="*/ 245295 h 918344"/>
              <a:gd name="connsiteX58" fmla="*/ 4752894 w 9517857"/>
              <a:gd name="connsiteY58" fmla="*/ 239863 h 918344"/>
              <a:gd name="connsiteX59" fmla="*/ 4769329 w 9517857"/>
              <a:gd name="connsiteY59" fmla="*/ 233573 h 918344"/>
              <a:gd name="connsiteX60" fmla="*/ 4775634 w 9517857"/>
              <a:gd name="connsiteY60" fmla="*/ 234051 h 918344"/>
              <a:gd name="connsiteX61" fmla="*/ 4790452 w 9517857"/>
              <a:gd name="connsiteY61" fmla="*/ 233560 h 918344"/>
              <a:gd name="connsiteX62" fmla="*/ 4789062 w 9517857"/>
              <a:gd name="connsiteY62" fmla="*/ 241912 h 918344"/>
              <a:gd name="connsiteX63" fmla="*/ 4827826 w 9517857"/>
              <a:gd name="connsiteY63" fmla="*/ 246965 h 918344"/>
              <a:gd name="connsiteX64" fmla="*/ 4892569 w 9517857"/>
              <a:gd name="connsiteY64" fmla="*/ 249921 h 918344"/>
              <a:gd name="connsiteX65" fmla="*/ 4896611 w 9517857"/>
              <a:gd name="connsiteY65" fmla="*/ 240436 h 918344"/>
              <a:gd name="connsiteX66" fmla="*/ 4917286 w 9517857"/>
              <a:gd name="connsiteY66" fmla="*/ 243647 h 918344"/>
              <a:gd name="connsiteX67" fmla="*/ 5060397 w 9517857"/>
              <a:gd name="connsiteY67" fmla="*/ 263676 h 918344"/>
              <a:gd name="connsiteX68" fmla="*/ 5252996 w 9517857"/>
              <a:gd name="connsiteY68" fmla="*/ 270643 h 918344"/>
              <a:gd name="connsiteX69" fmla="*/ 5358056 w 9517857"/>
              <a:gd name="connsiteY69" fmla="*/ 247236 h 918344"/>
              <a:gd name="connsiteX70" fmla="*/ 5426496 w 9517857"/>
              <a:gd name="connsiteY70" fmla="*/ 235130 h 918344"/>
              <a:gd name="connsiteX71" fmla="*/ 5497161 w 9517857"/>
              <a:gd name="connsiteY71" fmla="*/ 228796 h 918344"/>
              <a:gd name="connsiteX72" fmla="*/ 5856152 w 9517857"/>
              <a:gd name="connsiteY72" fmla="*/ 156354 h 918344"/>
              <a:gd name="connsiteX73" fmla="*/ 6014778 w 9517857"/>
              <a:gd name="connsiteY73" fmla="*/ 168326 h 918344"/>
              <a:gd name="connsiteX74" fmla="*/ 6194152 w 9517857"/>
              <a:gd name="connsiteY74" fmla="*/ 151760 h 918344"/>
              <a:gd name="connsiteX75" fmla="*/ 6281379 w 9517857"/>
              <a:gd name="connsiteY75" fmla="*/ 181614 h 918344"/>
              <a:gd name="connsiteX76" fmla="*/ 6374947 w 9517857"/>
              <a:gd name="connsiteY76" fmla="*/ 179787 h 918344"/>
              <a:gd name="connsiteX77" fmla="*/ 6448518 w 9517857"/>
              <a:gd name="connsiteY77" fmla="*/ 164366 h 918344"/>
              <a:gd name="connsiteX78" fmla="*/ 6544700 w 9517857"/>
              <a:gd name="connsiteY78" fmla="*/ 167149 h 918344"/>
              <a:gd name="connsiteX79" fmla="*/ 6648353 w 9517857"/>
              <a:gd name="connsiteY79" fmla="*/ 172238 h 918344"/>
              <a:gd name="connsiteX80" fmla="*/ 6736227 w 9517857"/>
              <a:gd name="connsiteY80" fmla="*/ 173204 h 918344"/>
              <a:gd name="connsiteX81" fmla="*/ 6977218 w 9517857"/>
              <a:gd name="connsiteY81" fmla="*/ 184277 h 918344"/>
              <a:gd name="connsiteX82" fmla="*/ 7065221 w 9517857"/>
              <a:gd name="connsiteY82" fmla="*/ 227519 h 918344"/>
              <a:gd name="connsiteX83" fmla="*/ 7366801 w 9517857"/>
              <a:gd name="connsiteY83" fmla="*/ 258938 h 918344"/>
              <a:gd name="connsiteX84" fmla="*/ 7433745 w 9517857"/>
              <a:gd name="connsiteY84" fmla="*/ 246959 h 918344"/>
              <a:gd name="connsiteX85" fmla="*/ 7644411 w 9517857"/>
              <a:gd name="connsiteY85" fmla="*/ 258974 h 918344"/>
              <a:gd name="connsiteX86" fmla="*/ 7825110 w 9517857"/>
              <a:gd name="connsiteY86" fmla="*/ 229097 h 918344"/>
              <a:gd name="connsiteX87" fmla="*/ 7965804 w 9517857"/>
              <a:gd name="connsiteY87" fmla="*/ 190533 h 918344"/>
              <a:gd name="connsiteX88" fmla="*/ 8147401 w 9517857"/>
              <a:gd name="connsiteY88" fmla="*/ 205605 h 918344"/>
              <a:gd name="connsiteX89" fmla="*/ 8256033 w 9517857"/>
              <a:gd name="connsiteY89" fmla="*/ 193701 h 918344"/>
              <a:gd name="connsiteX90" fmla="*/ 8551625 w 9517857"/>
              <a:gd name="connsiteY90" fmla="*/ 161505 h 918344"/>
              <a:gd name="connsiteX91" fmla="*/ 8715976 w 9517857"/>
              <a:gd name="connsiteY91" fmla="*/ 178362 h 918344"/>
              <a:gd name="connsiteX92" fmla="*/ 8778827 w 9517857"/>
              <a:gd name="connsiteY92" fmla="*/ 172924 h 918344"/>
              <a:gd name="connsiteX93" fmla="*/ 8840778 w 9517857"/>
              <a:gd name="connsiteY93" fmla="*/ 143137 h 918344"/>
              <a:gd name="connsiteX94" fmla="*/ 9010380 w 9517857"/>
              <a:gd name="connsiteY94" fmla="*/ 91879 h 918344"/>
              <a:gd name="connsiteX95" fmla="*/ 9110856 w 9517857"/>
              <a:gd name="connsiteY95" fmla="*/ 70985 h 918344"/>
              <a:gd name="connsiteX96" fmla="*/ 9268817 w 9517857"/>
              <a:gd name="connsiteY96" fmla="*/ 53070 h 918344"/>
              <a:gd name="connsiteX97" fmla="*/ 9316667 w 9517857"/>
              <a:gd name="connsiteY97" fmla="*/ 45035 h 918344"/>
              <a:gd name="connsiteX98" fmla="*/ 9428209 w 9517857"/>
              <a:gd name="connsiteY98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547829 w 9517857"/>
              <a:gd name="connsiteY34" fmla="*/ 5661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13545 w 9517857"/>
              <a:gd name="connsiteY49" fmla="*/ 34422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52996 w 9517857"/>
              <a:gd name="connsiteY67" fmla="*/ 2706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856152 w 9517857"/>
              <a:gd name="connsiteY71" fmla="*/ 156354 h 918344"/>
              <a:gd name="connsiteX72" fmla="*/ 6014778 w 9517857"/>
              <a:gd name="connsiteY72" fmla="*/ 168326 h 918344"/>
              <a:gd name="connsiteX73" fmla="*/ 6194152 w 9517857"/>
              <a:gd name="connsiteY73" fmla="*/ 151760 h 918344"/>
              <a:gd name="connsiteX74" fmla="*/ 6281379 w 9517857"/>
              <a:gd name="connsiteY74" fmla="*/ 181614 h 918344"/>
              <a:gd name="connsiteX75" fmla="*/ 6374947 w 9517857"/>
              <a:gd name="connsiteY75" fmla="*/ 179787 h 918344"/>
              <a:gd name="connsiteX76" fmla="*/ 6448518 w 9517857"/>
              <a:gd name="connsiteY76" fmla="*/ 164366 h 918344"/>
              <a:gd name="connsiteX77" fmla="*/ 6544700 w 9517857"/>
              <a:gd name="connsiteY77" fmla="*/ 167149 h 918344"/>
              <a:gd name="connsiteX78" fmla="*/ 6648353 w 9517857"/>
              <a:gd name="connsiteY78" fmla="*/ 172238 h 918344"/>
              <a:gd name="connsiteX79" fmla="*/ 6736227 w 9517857"/>
              <a:gd name="connsiteY79" fmla="*/ 173204 h 918344"/>
              <a:gd name="connsiteX80" fmla="*/ 6977218 w 9517857"/>
              <a:gd name="connsiteY80" fmla="*/ 184277 h 918344"/>
              <a:gd name="connsiteX81" fmla="*/ 7065221 w 9517857"/>
              <a:gd name="connsiteY81" fmla="*/ 227519 h 918344"/>
              <a:gd name="connsiteX82" fmla="*/ 7366801 w 9517857"/>
              <a:gd name="connsiteY82" fmla="*/ 258938 h 918344"/>
              <a:gd name="connsiteX83" fmla="*/ 7433745 w 9517857"/>
              <a:gd name="connsiteY83" fmla="*/ 246959 h 918344"/>
              <a:gd name="connsiteX84" fmla="*/ 7644411 w 9517857"/>
              <a:gd name="connsiteY84" fmla="*/ 258974 h 918344"/>
              <a:gd name="connsiteX85" fmla="*/ 7825110 w 9517857"/>
              <a:gd name="connsiteY85" fmla="*/ 229097 h 918344"/>
              <a:gd name="connsiteX86" fmla="*/ 7965804 w 9517857"/>
              <a:gd name="connsiteY86" fmla="*/ 190533 h 918344"/>
              <a:gd name="connsiteX87" fmla="*/ 8147401 w 9517857"/>
              <a:gd name="connsiteY87" fmla="*/ 205605 h 918344"/>
              <a:gd name="connsiteX88" fmla="*/ 8256033 w 9517857"/>
              <a:gd name="connsiteY88" fmla="*/ 193701 h 918344"/>
              <a:gd name="connsiteX89" fmla="*/ 8551625 w 9517857"/>
              <a:gd name="connsiteY89" fmla="*/ 161505 h 918344"/>
              <a:gd name="connsiteX90" fmla="*/ 8715976 w 9517857"/>
              <a:gd name="connsiteY90" fmla="*/ 178362 h 918344"/>
              <a:gd name="connsiteX91" fmla="*/ 8778827 w 9517857"/>
              <a:gd name="connsiteY91" fmla="*/ 172924 h 918344"/>
              <a:gd name="connsiteX92" fmla="*/ 8840778 w 9517857"/>
              <a:gd name="connsiteY92" fmla="*/ 143137 h 918344"/>
              <a:gd name="connsiteX93" fmla="*/ 9010380 w 9517857"/>
              <a:gd name="connsiteY93" fmla="*/ 91879 h 918344"/>
              <a:gd name="connsiteX94" fmla="*/ 9110856 w 9517857"/>
              <a:gd name="connsiteY94" fmla="*/ 70985 h 918344"/>
              <a:gd name="connsiteX95" fmla="*/ 9268817 w 9517857"/>
              <a:gd name="connsiteY95" fmla="*/ 53070 h 918344"/>
              <a:gd name="connsiteX96" fmla="*/ 9316667 w 9517857"/>
              <a:gd name="connsiteY96" fmla="*/ 45035 h 918344"/>
              <a:gd name="connsiteX97" fmla="*/ 9428209 w 9517857"/>
              <a:gd name="connsiteY97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13545 w 9517857"/>
              <a:gd name="connsiteY49" fmla="*/ 34422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52996 w 9517857"/>
              <a:gd name="connsiteY67" fmla="*/ 2706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856152 w 9517857"/>
              <a:gd name="connsiteY71" fmla="*/ 156354 h 918344"/>
              <a:gd name="connsiteX72" fmla="*/ 6014778 w 9517857"/>
              <a:gd name="connsiteY72" fmla="*/ 168326 h 918344"/>
              <a:gd name="connsiteX73" fmla="*/ 6194152 w 9517857"/>
              <a:gd name="connsiteY73" fmla="*/ 151760 h 918344"/>
              <a:gd name="connsiteX74" fmla="*/ 6281379 w 9517857"/>
              <a:gd name="connsiteY74" fmla="*/ 181614 h 918344"/>
              <a:gd name="connsiteX75" fmla="*/ 6374947 w 9517857"/>
              <a:gd name="connsiteY75" fmla="*/ 179787 h 918344"/>
              <a:gd name="connsiteX76" fmla="*/ 6448518 w 9517857"/>
              <a:gd name="connsiteY76" fmla="*/ 164366 h 918344"/>
              <a:gd name="connsiteX77" fmla="*/ 6544700 w 9517857"/>
              <a:gd name="connsiteY77" fmla="*/ 167149 h 918344"/>
              <a:gd name="connsiteX78" fmla="*/ 6648353 w 9517857"/>
              <a:gd name="connsiteY78" fmla="*/ 172238 h 918344"/>
              <a:gd name="connsiteX79" fmla="*/ 6736227 w 9517857"/>
              <a:gd name="connsiteY79" fmla="*/ 173204 h 918344"/>
              <a:gd name="connsiteX80" fmla="*/ 6977218 w 9517857"/>
              <a:gd name="connsiteY80" fmla="*/ 184277 h 918344"/>
              <a:gd name="connsiteX81" fmla="*/ 7065221 w 9517857"/>
              <a:gd name="connsiteY81" fmla="*/ 227519 h 918344"/>
              <a:gd name="connsiteX82" fmla="*/ 7366801 w 9517857"/>
              <a:gd name="connsiteY82" fmla="*/ 258938 h 918344"/>
              <a:gd name="connsiteX83" fmla="*/ 7433745 w 9517857"/>
              <a:gd name="connsiteY83" fmla="*/ 246959 h 918344"/>
              <a:gd name="connsiteX84" fmla="*/ 7644411 w 9517857"/>
              <a:gd name="connsiteY84" fmla="*/ 258974 h 918344"/>
              <a:gd name="connsiteX85" fmla="*/ 7825110 w 9517857"/>
              <a:gd name="connsiteY85" fmla="*/ 229097 h 918344"/>
              <a:gd name="connsiteX86" fmla="*/ 7965804 w 9517857"/>
              <a:gd name="connsiteY86" fmla="*/ 190533 h 918344"/>
              <a:gd name="connsiteX87" fmla="*/ 8147401 w 9517857"/>
              <a:gd name="connsiteY87" fmla="*/ 205605 h 918344"/>
              <a:gd name="connsiteX88" fmla="*/ 8256033 w 9517857"/>
              <a:gd name="connsiteY88" fmla="*/ 193701 h 918344"/>
              <a:gd name="connsiteX89" fmla="*/ 8551625 w 9517857"/>
              <a:gd name="connsiteY89" fmla="*/ 161505 h 918344"/>
              <a:gd name="connsiteX90" fmla="*/ 8715976 w 9517857"/>
              <a:gd name="connsiteY90" fmla="*/ 178362 h 918344"/>
              <a:gd name="connsiteX91" fmla="*/ 8778827 w 9517857"/>
              <a:gd name="connsiteY91" fmla="*/ 172924 h 918344"/>
              <a:gd name="connsiteX92" fmla="*/ 8840778 w 9517857"/>
              <a:gd name="connsiteY92" fmla="*/ 143137 h 918344"/>
              <a:gd name="connsiteX93" fmla="*/ 9010380 w 9517857"/>
              <a:gd name="connsiteY93" fmla="*/ 91879 h 918344"/>
              <a:gd name="connsiteX94" fmla="*/ 9110856 w 9517857"/>
              <a:gd name="connsiteY94" fmla="*/ 70985 h 918344"/>
              <a:gd name="connsiteX95" fmla="*/ 9268817 w 9517857"/>
              <a:gd name="connsiteY95" fmla="*/ 53070 h 918344"/>
              <a:gd name="connsiteX96" fmla="*/ 9316667 w 9517857"/>
              <a:gd name="connsiteY96" fmla="*/ 45035 h 918344"/>
              <a:gd name="connsiteX97" fmla="*/ 9428209 w 9517857"/>
              <a:gd name="connsiteY97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79762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52996 w 9517857"/>
              <a:gd name="connsiteY67" fmla="*/ 2706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856152 w 9517857"/>
              <a:gd name="connsiteY71" fmla="*/ 156354 h 918344"/>
              <a:gd name="connsiteX72" fmla="*/ 6014778 w 9517857"/>
              <a:gd name="connsiteY72" fmla="*/ 168326 h 918344"/>
              <a:gd name="connsiteX73" fmla="*/ 6194152 w 9517857"/>
              <a:gd name="connsiteY73" fmla="*/ 151760 h 918344"/>
              <a:gd name="connsiteX74" fmla="*/ 6281379 w 9517857"/>
              <a:gd name="connsiteY74" fmla="*/ 181614 h 918344"/>
              <a:gd name="connsiteX75" fmla="*/ 6374947 w 9517857"/>
              <a:gd name="connsiteY75" fmla="*/ 179787 h 918344"/>
              <a:gd name="connsiteX76" fmla="*/ 6448518 w 9517857"/>
              <a:gd name="connsiteY76" fmla="*/ 164366 h 918344"/>
              <a:gd name="connsiteX77" fmla="*/ 6544700 w 9517857"/>
              <a:gd name="connsiteY77" fmla="*/ 167149 h 918344"/>
              <a:gd name="connsiteX78" fmla="*/ 6648353 w 9517857"/>
              <a:gd name="connsiteY78" fmla="*/ 172238 h 918344"/>
              <a:gd name="connsiteX79" fmla="*/ 6736227 w 9517857"/>
              <a:gd name="connsiteY79" fmla="*/ 173204 h 918344"/>
              <a:gd name="connsiteX80" fmla="*/ 6977218 w 9517857"/>
              <a:gd name="connsiteY80" fmla="*/ 184277 h 918344"/>
              <a:gd name="connsiteX81" fmla="*/ 7065221 w 9517857"/>
              <a:gd name="connsiteY81" fmla="*/ 227519 h 918344"/>
              <a:gd name="connsiteX82" fmla="*/ 7366801 w 9517857"/>
              <a:gd name="connsiteY82" fmla="*/ 258938 h 918344"/>
              <a:gd name="connsiteX83" fmla="*/ 7433745 w 9517857"/>
              <a:gd name="connsiteY83" fmla="*/ 246959 h 918344"/>
              <a:gd name="connsiteX84" fmla="*/ 7644411 w 9517857"/>
              <a:gd name="connsiteY84" fmla="*/ 258974 h 918344"/>
              <a:gd name="connsiteX85" fmla="*/ 7825110 w 9517857"/>
              <a:gd name="connsiteY85" fmla="*/ 229097 h 918344"/>
              <a:gd name="connsiteX86" fmla="*/ 7965804 w 9517857"/>
              <a:gd name="connsiteY86" fmla="*/ 190533 h 918344"/>
              <a:gd name="connsiteX87" fmla="*/ 8147401 w 9517857"/>
              <a:gd name="connsiteY87" fmla="*/ 205605 h 918344"/>
              <a:gd name="connsiteX88" fmla="*/ 8256033 w 9517857"/>
              <a:gd name="connsiteY88" fmla="*/ 193701 h 918344"/>
              <a:gd name="connsiteX89" fmla="*/ 8551625 w 9517857"/>
              <a:gd name="connsiteY89" fmla="*/ 161505 h 918344"/>
              <a:gd name="connsiteX90" fmla="*/ 8715976 w 9517857"/>
              <a:gd name="connsiteY90" fmla="*/ 178362 h 918344"/>
              <a:gd name="connsiteX91" fmla="*/ 8778827 w 9517857"/>
              <a:gd name="connsiteY91" fmla="*/ 172924 h 918344"/>
              <a:gd name="connsiteX92" fmla="*/ 8840778 w 9517857"/>
              <a:gd name="connsiteY92" fmla="*/ 143137 h 918344"/>
              <a:gd name="connsiteX93" fmla="*/ 9010380 w 9517857"/>
              <a:gd name="connsiteY93" fmla="*/ 91879 h 918344"/>
              <a:gd name="connsiteX94" fmla="*/ 9110856 w 9517857"/>
              <a:gd name="connsiteY94" fmla="*/ 70985 h 918344"/>
              <a:gd name="connsiteX95" fmla="*/ 9268817 w 9517857"/>
              <a:gd name="connsiteY95" fmla="*/ 53070 h 918344"/>
              <a:gd name="connsiteX96" fmla="*/ 9316667 w 9517857"/>
              <a:gd name="connsiteY96" fmla="*/ 45035 h 918344"/>
              <a:gd name="connsiteX97" fmla="*/ 9428209 w 9517857"/>
              <a:gd name="connsiteY97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79762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52996 w 9517857"/>
              <a:gd name="connsiteY67" fmla="*/ 2706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856152 w 9517857"/>
              <a:gd name="connsiteY71" fmla="*/ 156354 h 918344"/>
              <a:gd name="connsiteX72" fmla="*/ 6014778 w 9517857"/>
              <a:gd name="connsiteY72" fmla="*/ 168326 h 918344"/>
              <a:gd name="connsiteX73" fmla="*/ 6194152 w 9517857"/>
              <a:gd name="connsiteY73" fmla="*/ 151760 h 918344"/>
              <a:gd name="connsiteX74" fmla="*/ 6281379 w 9517857"/>
              <a:gd name="connsiteY74" fmla="*/ 181614 h 918344"/>
              <a:gd name="connsiteX75" fmla="*/ 6374947 w 9517857"/>
              <a:gd name="connsiteY75" fmla="*/ 179787 h 918344"/>
              <a:gd name="connsiteX76" fmla="*/ 6448518 w 9517857"/>
              <a:gd name="connsiteY76" fmla="*/ 164366 h 918344"/>
              <a:gd name="connsiteX77" fmla="*/ 6544700 w 9517857"/>
              <a:gd name="connsiteY77" fmla="*/ 167149 h 918344"/>
              <a:gd name="connsiteX78" fmla="*/ 6648353 w 9517857"/>
              <a:gd name="connsiteY78" fmla="*/ 172238 h 918344"/>
              <a:gd name="connsiteX79" fmla="*/ 6736227 w 9517857"/>
              <a:gd name="connsiteY79" fmla="*/ 173204 h 918344"/>
              <a:gd name="connsiteX80" fmla="*/ 6977218 w 9517857"/>
              <a:gd name="connsiteY80" fmla="*/ 184277 h 918344"/>
              <a:gd name="connsiteX81" fmla="*/ 7065221 w 9517857"/>
              <a:gd name="connsiteY81" fmla="*/ 227519 h 918344"/>
              <a:gd name="connsiteX82" fmla="*/ 7366801 w 9517857"/>
              <a:gd name="connsiteY82" fmla="*/ 258938 h 918344"/>
              <a:gd name="connsiteX83" fmla="*/ 7433745 w 9517857"/>
              <a:gd name="connsiteY83" fmla="*/ 246959 h 918344"/>
              <a:gd name="connsiteX84" fmla="*/ 7644411 w 9517857"/>
              <a:gd name="connsiteY84" fmla="*/ 258974 h 918344"/>
              <a:gd name="connsiteX85" fmla="*/ 7825110 w 9517857"/>
              <a:gd name="connsiteY85" fmla="*/ 229097 h 918344"/>
              <a:gd name="connsiteX86" fmla="*/ 8147401 w 9517857"/>
              <a:gd name="connsiteY86" fmla="*/ 205605 h 918344"/>
              <a:gd name="connsiteX87" fmla="*/ 8256033 w 9517857"/>
              <a:gd name="connsiteY87" fmla="*/ 193701 h 918344"/>
              <a:gd name="connsiteX88" fmla="*/ 8551625 w 9517857"/>
              <a:gd name="connsiteY88" fmla="*/ 161505 h 918344"/>
              <a:gd name="connsiteX89" fmla="*/ 8715976 w 9517857"/>
              <a:gd name="connsiteY89" fmla="*/ 178362 h 918344"/>
              <a:gd name="connsiteX90" fmla="*/ 8778827 w 9517857"/>
              <a:gd name="connsiteY90" fmla="*/ 172924 h 918344"/>
              <a:gd name="connsiteX91" fmla="*/ 8840778 w 9517857"/>
              <a:gd name="connsiteY91" fmla="*/ 143137 h 918344"/>
              <a:gd name="connsiteX92" fmla="*/ 9010380 w 9517857"/>
              <a:gd name="connsiteY92" fmla="*/ 91879 h 918344"/>
              <a:gd name="connsiteX93" fmla="*/ 9110856 w 9517857"/>
              <a:gd name="connsiteY93" fmla="*/ 70985 h 918344"/>
              <a:gd name="connsiteX94" fmla="*/ 9268817 w 9517857"/>
              <a:gd name="connsiteY94" fmla="*/ 53070 h 918344"/>
              <a:gd name="connsiteX95" fmla="*/ 9316667 w 9517857"/>
              <a:gd name="connsiteY95" fmla="*/ 45035 h 918344"/>
              <a:gd name="connsiteX96" fmla="*/ 9428209 w 9517857"/>
              <a:gd name="connsiteY96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79762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52996 w 9517857"/>
              <a:gd name="connsiteY67" fmla="*/ 2706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856152 w 9517857"/>
              <a:gd name="connsiteY71" fmla="*/ 156354 h 918344"/>
              <a:gd name="connsiteX72" fmla="*/ 6014778 w 9517857"/>
              <a:gd name="connsiteY72" fmla="*/ 168326 h 918344"/>
              <a:gd name="connsiteX73" fmla="*/ 6194152 w 9517857"/>
              <a:gd name="connsiteY73" fmla="*/ 151760 h 918344"/>
              <a:gd name="connsiteX74" fmla="*/ 6281379 w 9517857"/>
              <a:gd name="connsiteY74" fmla="*/ 181614 h 918344"/>
              <a:gd name="connsiteX75" fmla="*/ 6374947 w 9517857"/>
              <a:gd name="connsiteY75" fmla="*/ 179787 h 918344"/>
              <a:gd name="connsiteX76" fmla="*/ 6448518 w 9517857"/>
              <a:gd name="connsiteY76" fmla="*/ 164366 h 918344"/>
              <a:gd name="connsiteX77" fmla="*/ 6544700 w 9517857"/>
              <a:gd name="connsiteY77" fmla="*/ 167149 h 918344"/>
              <a:gd name="connsiteX78" fmla="*/ 6648353 w 9517857"/>
              <a:gd name="connsiteY78" fmla="*/ 172238 h 918344"/>
              <a:gd name="connsiteX79" fmla="*/ 6736227 w 9517857"/>
              <a:gd name="connsiteY79" fmla="*/ 173204 h 918344"/>
              <a:gd name="connsiteX80" fmla="*/ 6977218 w 9517857"/>
              <a:gd name="connsiteY80" fmla="*/ 184277 h 918344"/>
              <a:gd name="connsiteX81" fmla="*/ 7065221 w 9517857"/>
              <a:gd name="connsiteY81" fmla="*/ 227519 h 918344"/>
              <a:gd name="connsiteX82" fmla="*/ 7366801 w 9517857"/>
              <a:gd name="connsiteY82" fmla="*/ 258938 h 918344"/>
              <a:gd name="connsiteX83" fmla="*/ 7433745 w 9517857"/>
              <a:gd name="connsiteY83" fmla="*/ 246959 h 918344"/>
              <a:gd name="connsiteX84" fmla="*/ 7644411 w 9517857"/>
              <a:gd name="connsiteY84" fmla="*/ 258974 h 918344"/>
              <a:gd name="connsiteX85" fmla="*/ 7825110 w 9517857"/>
              <a:gd name="connsiteY85" fmla="*/ 229097 h 918344"/>
              <a:gd name="connsiteX86" fmla="*/ 8106016 w 9517857"/>
              <a:gd name="connsiteY86" fmla="*/ 231005 h 918344"/>
              <a:gd name="connsiteX87" fmla="*/ 8256033 w 9517857"/>
              <a:gd name="connsiteY87" fmla="*/ 193701 h 918344"/>
              <a:gd name="connsiteX88" fmla="*/ 8551625 w 9517857"/>
              <a:gd name="connsiteY88" fmla="*/ 161505 h 918344"/>
              <a:gd name="connsiteX89" fmla="*/ 8715976 w 9517857"/>
              <a:gd name="connsiteY89" fmla="*/ 178362 h 918344"/>
              <a:gd name="connsiteX90" fmla="*/ 8778827 w 9517857"/>
              <a:gd name="connsiteY90" fmla="*/ 172924 h 918344"/>
              <a:gd name="connsiteX91" fmla="*/ 8840778 w 9517857"/>
              <a:gd name="connsiteY91" fmla="*/ 143137 h 918344"/>
              <a:gd name="connsiteX92" fmla="*/ 9010380 w 9517857"/>
              <a:gd name="connsiteY92" fmla="*/ 91879 h 918344"/>
              <a:gd name="connsiteX93" fmla="*/ 9110856 w 9517857"/>
              <a:gd name="connsiteY93" fmla="*/ 70985 h 918344"/>
              <a:gd name="connsiteX94" fmla="*/ 9268817 w 9517857"/>
              <a:gd name="connsiteY94" fmla="*/ 53070 h 918344"/>
              <a:gd name="connsiteX95" fmla="*/ 9316667 w 9517857"/>
              <a:gd name="connsiteY95" fmla="*/ 45035 h 918344"/>
              <a:gd name="connsiteX96" fmla="*/ 9428209 w 9517857"/>
              <a:gd name="connsiteY96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79762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52996 w 9517857"/>
              <a:gd name="connsiteY67" fmla="*/ 2706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6014778 w 9517857"/>
              <a:gd name="connsiteY71" fmla="*/ 16832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15976 w 9517857"/>
              <a:gd name="connsiteY88" fmla="*/ 178362 h 918344"/>
              <a:gd name="connsiteX89" fmla="*/ 8778827 w 9517857"/>
              <a:gd name="connsiteY89" fmla="*/ 172924 h 918344"/>
              <a:gd name="connsiteX90" fmla="*/ 8840778 w 9517857"/>
              <a:gd name="connsiteY90" fmla="*/ 143137 h 918344"/>
              <a:gd name="connsiteX91" fmla="*/ 9010380 w 9517857"/>
              <a:gd name="connsiteY91" fmla="*/ 91879 h 918344"/>
              <a:gd name="connsiteX92" fmla="*/ 9110856 w 9517857"/>
              <a:gd name="connsiteY92" fmla="*/ 70985 h 918344"/>
              <a:gd name="connsiteX93" fmla="*/ 9268817 w 9517857"/>
              <a:gd name="connsiteY93" fmla="*/ 53070 h 918344"/>
              <a:gd name="connsiteX94" fmla="*/ 9316667 w 9517857"/>
              <a:gd name="connsiteY94" fmla="*/ 45035 h 918344"/>
              <a:gd name="connsiteX95" fmla="*/ 9428209 w 9517857"/>
              <a:gd name="connsiteY95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79762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52996 w 9517857"/>
              <a:gd name="connsiteY67" fmla="*/ 2706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15976 w 9517857"/>
              <a:gd name="connsiteY88" fmla="*/ 178362 h 918344"/>
              <a:gd name="connsiteX89" fmla="*/ 8778827 w 9517857"/>
              <a:gd name="connsiteY89" fmla="*/ 172924 h 918344"/>
              <a:gd name="connsiteX90" fmla="*/ 8840778 w 9517857"/>
              <a:gd name="connsiteY90" fmla="*/ 143137 h 918344"/>
              <a:gd name="connsiteX91" fmla="*/ 9010380 w 9517857"/>
              <a:gd name="connsiteY91" fmla="*/ 91879 h 918344"/>
              <a:gd name="connsiteX92" fmla="*/ 9110856 w 9517857"/>
              <a:gd name="connsiteY92" fmla="*/ 70985 h 918344"/>
              <a:gd name="connsiteX93" fmla="*/ 9268817 w 9517857"/>
              <a:gd name="connsiteY93" fmla="*/ 53070 h 918344"/>
              <a:gd name="connsiteX94" fmla="*/ 9316667 w 9517857"/>
              <a:gd name="connsiteY94" fmla="*/ 45035 h 918344"/>
              <a:gd name="connsiteX95" fmla="*/ 9428209 w 9517857"/>
              <a:gd name="connsiteY95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79762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52996 w 9517857"/>
              <a:gd name="connsiteY67" fmla="*/ 2706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15976 w 9517857"/>
              <a:gd name="connsiteY88" fmla="*/ 178362 h 918344"/>
              <a:gd name="connsiteX89" fmla="*/ 8778827 w 9517857"/>
              <a:gd name="connsiteY89" fmla="*/ 172924 h 918344"/>
              <a:gd name="connsiteX90" fmla="*/ 8840778 w 9517857"/>
              <a:gd name="connsiteY90" fmla="*/ 143137 h 918344"/>
              <a:gd name="connsiteX91" fmla="*/ 9010380 w 9517857"/>
              <a:gd name="connsiteY91" fmla="*/ 91879 h 918344"/>
              <a:gd name="connsiteX92" fmla="*/ 9110856 w 9517857"/>
              <a:gd name="connsiteY92" fmla="*/ 70985 h 918344"/>
              <a:gd name="connsiteX93" fmla="*/ 9268817 w 9517857"/>
              <a:gd name="connsiteY93" fmla="*/ 53070 h 918344"/>
              <a:gd name="connsiteX94" fmla="*/ 9316667 w 9517857"/>
              <a:gd name="connsiteY94" fmla="*/ 45035 h 918344"/>
              <a:gd name="connsiteX95" fmla="*/ 9428209 w 9517857"/>
              <a:gd name="connsiteY95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79762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15976 w 9517857"/>
              <a:gd name="connsiteY88" fmla="*/ 178362 h 918344"/>
              <a:gd name="connsiteX89" fmla="*/ 8778827 w 9517857"/>
              <a:gd name="connsiteY89" fmla="*/ 172924 h 918344"/>
              <a:gd name="connsiteX90" fmla="*/ 8840778 w 9517857"/>
              <a:gd name="connsiteY90" fmla="*/ 143137 h 918344"/>
              <a:gd name="connsiteX91" fmla="*/ 9010380 w 9517857"/>
              <a:gd name="connsiteY91" fmla="*/ 91879 h 918344"/>
              <a:gd name="connsiteX92" fmla="*/ 9110856 w 9517857"/>
              <a:gd name="connsiteY92" fmla="*/ 70985 h 918344"/>
              <a:gd name="connsiteX93" fmla="*/ 9268817 w 9517857"/>
              <a:gd name="connsiteY93" fmla="*/ 53070 h 918344"/>
              <a:gd name="connsiteX94" fmla="*/ 9316667 w 9517857"/>
              <a:gd name="connsiteY94" fmla="*/ 45035 h 918344"/>
              <a:gd name="connsiteX95" fmla="*/ 9428209 w 9517857"/>
              <a:gd name="connsiteY95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15976 w 9517857"/>
              <a:gd name="connsiteY88" fmla="*/ 178362 h 918344"/>
              <a:gd name="connsiteX89" fmla="*/ 8778827 w 9517857"/>
              <a:gd name="connsiteY89" fmla="*/ 172924 h 918344"/>
              <a:gd name="connsiteX90" fmla="*/ 8840778 w 9517857"/>
              <a:gd name="connsiteY90" fmla="*/ 143137 h 918344"/>
              <a:gd name="connsiteX91" fmla="*/ 9010380 w 9517857"/>
              <a:gd name="connsiteY91" fmla="*/ 91879 h 918344"/>
              <a:gd name="connsiteX92" fmla="*/ 9110856 w 9517857"/>
              <a:gd name="connsiteY92" fmla="*/ 70985 h 918344"/>
              <a:gd name="connsiteX93" fmla="*/ 9268817 w 9517857"/>
              <a:gd name="connsiteY93" fmla="*/ 53070 h 918344"/>
              <a:gd name="connsiteX94" fmla="*/ 9316667 w 9517857"/>
              <a:gd name="connsiteY94" fmla="*/ 45035 h 918344"/>
              <a:gd name="connsiteX95" fmla="*/ 9428209 w 9517857"/>
              <a:gd name="connsiteY95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15976 w 9517857"/>
              <a:gd name="connsiteY88" fmla="*/ 178362 h 918344"/>
              <a:gd name="connsiteX89" fmla="*/ 8778827 w 9517857"/>
              <a:gd name="connsiteY89" fmla="*/ 172924 h 918344"/>
              <a:gd name="connsiteX90" fmla="*/ 8840778 w 9517857"/>
              <a:gd name="connsiteY90" fmla="*/ 143137 h 918344"/>
              <a:gd name="connsiteX91" fmla="*/ 9010380 w 9517857"/>
              <a:gd name="connsiteY91" fmla="*/ 91879 h 918344"/>
              <a:gd name="connsiteX92" fmla="*/ 9110856 w 9517857"/>
              <a:gd name="connsiteY92" fmla="*/ 70985 h 918344"/>
              <a:gd name="connsiteX93" fmla="*/ 9268817 w 9517857"/>
              <a:gd name="connsiteY93" fmla="*/ 53070 h 918344"/>
              <a:gd name="connsiteX94" fmla="*/ 9316667 w 9517857"/>
              <a:gd name="connsiteY94" fmla="*/ 45035 h 918344"/>
              <a:gd name="connsiteX95" fmla="*/ 9428209 w 9517857"/>
              <a:gd name="connsiteY95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15976 w 9517857"/>
              <a:gd name="connsiteY88" fmla="*/ 178362 h 918344"/>
              <a:gd name="connsiteX89" fmla="*/ 8840778 w 9517857"/>
              <a:gd name="connsiteY89" fmla="*/ 143137 h 918344"/>
              <a:gd name="connsiteX90" fmla="*/ 9010380 w 9517857"/>
              <a:gd name="connsiteY90" fmla="*/ 91879 h 918344"/>
              <a:gd name="connsiteX91" fmla="*/ 9110856 w 9517857"/>
              <a:gd name="connsiteY91" fmla="*/ 70985 h 918344"/>
              <a:gd name="connsiteX92" fmla="*/ 9268817 w 9517857"/>
              <a:gd name="connsiteY92" fmla="*/ 53070 h 918344"/>
              <a:gd name="connsiteX93" fmla="*/ 9316667 w 9517857"/>
              <a:gd name="connsiteY93" fmla="*/ 45035 h 918344"/>
              <a:gd name="connsiteX94" fmla="*/ 9428209 w 9517857"/>
              <a:gd name="connsiteY94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840778 w 9517857"/>
              <a:gd name="connsiteY88" fmla="*/ 143137 h 918344"/>
              <a:gd name="connsiteX89" fmla="*/ 9010380 w 9517857"/>
              <a:gd name="connsiteY89" fmla="*/ 91879 h 918344"/>
              <a:gd name="connsiteX90" fmla="*/ 9110856 w 9517857"/>
              <a:gd name="connsiteY90" fmla="*/ 70985 h 918344"/>
              <a:gd name="connsiteX91" fmla="*/ 9268817 w 9517857"/>
              <a:gd name="connsiteY91" fmla="*/ 53070 h 918344"/>
              <a:gd name="connsiteX92" fmla="*/ 9316667 w 9517857"/>
              <a:gd name="connsiteY92" fmla="*/ 45035 h 918344"/>
              <a:gd name="connsiteX93" fmla="*/ 9428209 w 9517857"/>
              <a:gd name="connsiteY93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91116 w 9517857"/>
              <a:gd name="connsiteY88" fmla="*/ 143137 h 918344"/>
              <a:gd name="connsiteX89" fmla="*/ 9010380 w 9517857"/>
              <a:gd name="connsiteY89" fmla="*/ 91879 h 918344"/>
              <a:gd name="connsiteX90" fmla="*/ 9110856 w 9517857"/>
              <a:gd name="connsiteY90" fmla="*/ 70985 h 918344"/>
              <a:gd name="connsiteX91" fmla="*/ 9268817 w 9517857"/>
              <a:gd name="connsiteY91" fmla="*/ 53070 h 918344"/>
              <a:gd name="connsiteX92" fmla="*/ 9316667 w 9517857"/>
              <a:gd name="connsiteY92" fmla="*/ 45035 h 918344"/>
              <a:gd name="connsiteX93" fmla="*/ 9428209 w 9517857"/>
              <a:gd name="connsiteY93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91116 w 9517857"/>
              <a:gd name="connsiteY88" fmla="*/ 143137 h 918344"/>
              <a:gd name="connsiteX89" fmla="*/ 9010380 w 9517857"/>
              <a:gd name="connsiteY89" fmla="*/ 91879 h 918344"/>
              <a:gd name="connsiteX90" fmla="*/ 9110856 w 9517857"/>
              <a:gd name="connsiteY90" fmla="*/ 70985 h 918344"/>
              <a:gd name="connsiteX91" fmla="*/ 9268817 w 9517857"/>
              <a:gd name="connsiteY91" fmla="*/ 53070 h 918344"/>
              <a:gd name="connsiteX92" fmla="*/ 9316667 w 9517857"/>
              <a:gd name="connsiteY92" fmla="*/ 45035 h 918344"/>
              <a:gd name="connsiteX93" fmla="*/ 9428209 w 9517857"/>
              <a:gd name="connsiteY93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91116 w 9517857"/>
              <a:gd name="connsiteY88" fmla="*/ 143137 h 918344"/>
              <a:gd name="connsiteX89" fmla="*/ 9002103 w 9517857"/>
              <a:gd name="connsiteY89" fmla="*/ 85529 h 918344"/>
              <a:gd name="connsiteX90" fmla="*/ 9110856 w 9517857"/>
              <a:gd name="connsiteY90" fmla="*/ 70985 h 918344"/>
              <a:gd name="connsiteX91" fmla="*/ 9268817 w 9517857"/>
              <a:gd name="connsiteY91" fmla="*/ 53070 h 918344"/>
              <a:gd name="connsiteX92" fmla="*/ 9316667 w 9517857"/>
              <a:gd name="connsiteY92" fmla="*/ 45035 h 918344"/>
              <a:gd name="connsiteX93" fmla="*/ 9428209 w 9517857"/>
              <a:gd name="connsiteY93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683515 w 9517857"/>
              <a:gd name="connsiteY88" fmla="*/ 143137 h 918344"/>
              <a:gd name="connsiteX89" fmla="*/ 9002103 w 9517857"/>
              <a:gd name="connsiteY89" fmla="*/ 85529 h 918344"/>
              <a:gd name="connsiteX90" fmla="*/ 9110856 w 9517857"/>
              <a:gd name="connsiteY90" fmla="*/ 70985 h 918344"/>
              <a:gd name="connsiteX91" fmla="*/ 9268817 w 9517857"/>
              <a:gd name="connsiteY91" fmla="*/ 53070 h 918344"/>
              <a:gd name="connsiteX92" fmla="*/ 9316667 w 9517857"/>
              <a:gd name="connsiteY92" fmla="*/ 45035 h 918344"/>
              <a:gd name="connsiteX93" fmla="*/ 9428209 w 9517857"/>
              <a:gd name="connsiteY93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63955 w 9517857"/>
              <a:gd name="connsiteY85" fmla="*/ 2056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683515 w 9517857"/>
              <a:gd name="connsiteY88" fmla="*/ 143137 h 918344"/>
              <a:gd name="connsiteX89" fmla="*/ 9002103 w 9517857"/>
              <a:gd name="connsiteY89" fmla="*/ 85529 h 918344"/>
              <a:gd name="connsiteX90" fmla="*/ 9110856 w 9517857"/>
              <a:gd name="connsiteY90" fmla="*/ 70985 h 918344"/>
              <a:gd name="connsiteX91" fmla="*/ 9268817 w 9517857"/>
              <a:gd name="connsiteY91" fmla="*/ 53070 h 918344"/>
              <a:gd name="connsiteX92" fmla="*/ 9316667 w 9517857"/>
              <a:gd name="connsiteY92" fmla="*/ 45035 h 918344"/>
              <a:gd name="connsiteX93" fmla="*/ 9428209 w 9517857"/>
              <a:gd name="connsiteY93" fmla="*/ 29911 h 918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9517857" h="918344">
                <a:moveTo>
                  <a:pt x="4686423" y="247907"/>
                </a:moveTo>
                <a:lnTo>
                  <a:pt x="4689051" y="250956"/>
                </a:lnTo>
                <a:lnTo>
                  <a:pt x="4687244" y="251286"/>
                </a:lnTo>
                <a:lnTo>
                  <a:pt x="4686423" y="247907"/>
                </a:lnTo>
                <a:close/>
                <a:moveTo>
                  <a:pt x="4685225" y="246518"/>
                </a:moveTo>
                <a:cubicBezTo>
                  <a:pt x="4688837" y="243186"/>
                  <a:pt x="4687468" y="244586"/>
                  <a:pt x="4686133" y="246715"/>
                </a:cubicBezTo>
                <a:cubicBezTo>
                  <a:pt x="4686230" y="247112"/>
                  <a:pt x="4686326" y="247510"/>
                  <a:pt x="4686423" y="247907"/>
                </a:cubicBezTo>
                <a:lnTo>
                  <a:pt x="4685225" y="246518"/>
                </a:lnTo>
                <a:close/>
                <a:moveTo>
                  <a:pt x="9428209" y="29911"/>
                </a:moveTo>
                <a:lnTo>
                  <a:pt x="9517857" y="0"/>
                </a:lnTo>
                <a:lnTo>
                  <a:pt x="9517857" y="918344"/>
                </a:lnTo>
                <a:lnTo>
                  <a:pt x="14604" y="918344"/>
                </a:lnTo>
                <a:lnTo>
                  <a:pt x="12841" y="917751"/>
                </a:lnTo>
                <a:cubicBezTo>
                  <a:pt x="4532" y="914852"/>
                  <a:pt x="-773" y="912795"/>
                  <a:pt x="93" y="912459"/>
                </a:cubicBezTo>
                <a:cubicBezTo>
                  <a:pt x="172" y="912286"/>
                  <a:pt x="58594" y="890483"/>
                  <a:pt x="58674" y="890310"/>
                </a:cubicBezTo>
                <a:cubicBezTo>
                  <a:pt x="127436" y="929602"/>
                  <a:pt x="206243" y="828214"/>
                  <a:pt x="275005" y="807217"/>
                </a:cubicBezTo>
                <a:cubicBezTo>
                  <a:pt x="303983" y="806075"/>
                  <a:pt x="504960" y="777363"/>
                  <a:pt x="587824" y="798183"/>
                </a:cubicBezTo>
                <a:cubicBezTo>
                  <a:pt x="598733" y="769336"/>
                  <a:pt x="682904" y="785912"/>
                  <a:pt x="651826" y="738326"/>
                </a:cubicBezTo>
                <a:cubicBezTo>
                  <a:pt x="688440" y="737850"/>
                  <a:pt x="753255" y="750384"/>
                  <a:pt x="727985" y="719814"/>
                </a:cubicBezTo>
                <a:cubicBezTo>
                  <a:pt x="739648" y="718737"/>
                  <a:pt x="775717" y="715075"/>
                  <a:pt x="778982" y="710130"/>
                </a:cubicBezTo>
                <a:cubicBezTo>
                  <a:pt x="779189" y="709395"/>
                  <a:pt x="849736" y="718709"/>
                  <a:pt x="849944" y="717975"/>
                </a:cubicBezTo>
                <a:lnTo>
                  <a:pt x="921659" y="712683"/>
                </a:lnTo>
                <a:lnTo>
                  <a:pt x="930946" y="734034"/>
                </a:lnTo>
                <a:lnTo>
                  <a:pt x="986250" y="713518"/>
                </a:lnTo>
                <a:lnTo>
                  <a:pt x="1013752" y="713349"/>
                </a:lnTo>
                <a:lnTo>
                  <a:pt x="1023734" y="718559"/>
                </a:lnTo>
                <a:cubicBezTo>
                  <a:pt x="1033291" y="721264"/>
                  <a:pt x="1045398" y="721382"/>
                  <a:pt x="1063207" y="715639"/>
                </a:cubicBezTo>
                <a:lnTo>
                  <a:pt x="1081980" y="738443"/>
                </a:lnTo>
                <a:lnTo>
                  <a:pt x="1218120" y="713268"/>
                </a:lnTo>
                <a:cubicBezTo>
                  <a:pt x="1230137" y="716150"/>
                  <a:pt x="1387179" y="685167"/>
                  <a:pt x="1397459" y="691178"/>
                </a:cubicBezTo>
                <a:cubicBezTo>
                  <a:pt x="1490025" y="704972"/>
                  <a:pt x="1465878" y="715592"/>
                  <a:pt x="1580688" y="693685"/>
                </a:cubicBezTo>
                <a:cubicBezTo>
                  <a:pt x="1607067" y="704367"/>
                  <a:pt x="1719477" y="658227"/>
                  <a:pt x="1772334" y="710628"/>
                </a:cubicBezTo>
                <a:cubicBezTo>
                  <a:pt x="1745536" y="644812"/>
                  <a:pt x="1976078" y="716424"/>
                  <a:pt x="2002561" y="659905"/>
                </a:cubicBezTo>
                <a:cubicBezTo>
                  <a:pt x="2045346" y="660345"/>
                  <a:pt x="2166676" y="654379"/>
                  <a:pt x="2135144" y="636489"/>
                </a:cubicBezTo>
                <a:cubicBezTo>
                  <a:pt x="2226022" y="620861"/>
                  <a:pt x="2361353" y="588467"/>
                  <a:pt x="2448505" y="578838"/>
                </a:cubicBezTo>
                <a:cubicBezTo>
                  <a:pt x="2446114" y="626857"/>
                  <a:pt x="2632278" y="528268"/>
                  <a:pt x="2658055" y="578715"/>
                </a:cubicBezTo>
                <a:cubicBezTo>
                  <a:pt x="2670795" y="573569"/>
                  <a:pt x="2682322" y="566993"/>
                  <a:pt x="2693698" y="560017"/>
                </a:cubicBezTo>
                <a:lnTo>
                  <a:pt x="2699673" y="556388"/>
                </a:lnTo>
                <a:lnTo>
                  <a:pt x="2727306" y="550686"/>
                </a:lnTo>
                <a:lnTo>
                  <a:pt x="2730451" y="538046"/>
                </a:lnTo>
                <a:lnTo>
                  <a:pt x="2768713" y="521563"/>
                </a:lnTo>
                <a:cubicBezTo>
                  <a:pt x="2783756" y="517092"/>
                  <a:pt x="2800788" y="514279"/>
                  <a:pt x="2820868" y="514148"/>
                </a:cubicBezTo>
                <a:cubicBezTo>
                  <a:pt x="2894791" y="532873"/>
                  <a:pt x="2981506" y="465495"/>
                  <a:pt x="3073635" y="491282"/>
                </a:cubicBezTo>
                <a:cubicBezTo>
                  <a:pt x="3106872" y="496612"/>
                  <a:pt x="3205785" y="487706"/>
                  <a:pt x="3222071" y="470547"/>
                </a:cubicBezTo>
                <a:cubicBezTo>
                  <a:pt x="3242193" y="465502"/>
                  <a:pt x="3267163" y="469124"/>
                  <a:pt x="3274069" y="451593"/>
                </a:cubicBezTo>
                <a:cubicBezTo>
                  <a:pt x="3286659" y="430153"/>
                  <a:pt x="3363648" y="455559"/>
                  <a:pt x="3349632" y="432571"/>
                </a:cubicBezTo>
                <a:lnTo>
                  <a:pt x="3479593" y="390425"/>
                </a:lnTo>
                <a:cubicBezTo>
                  <a:pt x="3546325" y="380108"/>
                  <a:pt x="3689266" y="375631"/>
                  <a:pt x="3750023" y="370666"/>
                </a:cubicBezTo>
                <a:cubicBezTo>
                  <a:pt x="3810780" y="365701"/>
                  <a:pt x="3796187" y="363985"/>
                  <a:pt x="3844133" y="360636"/>
                </a:cubicBezTo>
                <a:cubicBezTo>
                  <a:pt x="3892079" y="357287"/>
                  <a:pt x="4007004" y="338828"/>
                  <a:pt x="4037701" y="350573"/>
                </a:cubicBezTo>
                <a:cubicBezTo>
                  <a:pt x="4133026" y="338752"/>
                  <a:pt x="4159924" y="363178"/>
                  <a:pt x="4266740" y="361442"/>
                </a:cubicBezTo>
                <a:cubicBezTo>
                  <a:pt x="4385770" y="354362"/>
                  <a:pt x="4314535" y="340131"/>
                  <a:pt x="4430770" y="342631"/>
                </a:cubicBezTo>
                <a:cubicBezTo>
                  <a:pt x="4439969" y="322582"/>
                  <a:pt x="4478290" y="314633"/>
                  <a:pt x="4512664" y="319936"/>
                </a:cubicBezTo>
                <a:cubicBezTo>
                  <a:pt x="4570011" y="315126"/>
                  <a:pt x="4549085" y="269587"/>
                  <a:pt x="4616423" y="290902"/>
                </a:cubicBezTo>
                <a:cubicBezTo>
                  <a:pt x="4599641" y="270265"/>
                  <a:pt x="4692085" y="269204"/>
                  <a:pt x="4691675" y="253999"/>
                </a:cubicBezTo>
                <a:lnTo>
                  <a:pt x="4689051" y="250956"/>
                </a:lnTo>
                <a:lnTo>
                  <a:pt x="4719994" y="245295"/>
                </a:lnTo>
                <a:cubicBezTo>
                  <a:pt x="4732635" y="242763"/>
                  <a:pt x="4745300" y="240323"/>
                  <a:pt x="4752894" y="239863"/>
                </a:cubicBezTo>
                <a:lnTo>
                  <a:pt x="4769329" y="233573"/>
                </a:lnTo>
                <a:lnTo>
                  <a:pt x="4775634" y="234051"/>
                </a:lnTo>
                <a:lnTo>
                  <a:pt x="4790452" y="233560"/>
                </a:lnTo>
                <a:lnTo>
                  <a:pt x="4789062" y="241912"/>
                </a:lnTo>
                <a:cubicBezTo>
                  <a:pt x="4786342" y="249920"/>
                  <a:pt x="4804560" y="248619"/>
                  <a:pt x="4827826" y="246965"/>
                </a:cubicBezTo>
                <a:cubicBezTo>
                  <a:pt x="4875782" y="239557"/>
                  <a:pt x="4874112" y="283401"/>
                  <a:pt x="4892569" y="249921"/>
                </a:cubicBezTo>
                <a:lnTo>
                  <a:pt x="4896611" y="240436"/>
                </a:lnTo>
                <a:lnTo>
                  <a:pt x="4917286" y="243647"/>
                </a:lnTo>
                <a:cubicBezTo>
                  <a:pt x="4944584" y="247520"/>
                  <a:pt x="5004445" y="259177"/>
                  <a:pt x="5060397" y="263676"/>
                </a:cubicBezTo>
                <a:cubicBezTo>
                  <a:pt x="5093356" y="238577"/>
                  <a:pt x="5149615" y="249939"/>
                  <a:pt x="5244719" y="245243"/>
                </a:cubicBezTo>
                <a:cubicBezTo>
                  <a:pt x="5280563" y="216460"/>
                  <a:pt x="5287005" y="287909"/>
                  <a:pt x="5358056" y="247236"/>
                </a:cubicBezTo>
                <a:cubicBezTo>
                  <a:pt x="5361752" y="250245"/>
                  <a:pt x="5403312" y="238203"/>
                  <a:pt x="5426496" y="235130"/>
                </a:cubicBezTo>
                <a:cubicBezTo>
                  <a:pt x="5449679" y="232057"/>
                  <a:pt x="5473549" y="245599"/>
                  <a:pt x="5497161" y="228796"/>
                </a:cubicBezTo>
                <a:cubicBezTo>
                  <a:pt x="5639351" y="214989"/>
                  <a:pt x="5707050" y="169433"/>
                  <a:pt x="5923732" y="187376"/>
                </a:cubicBezTo>
                <a:cubicBezTo>
                  <a:pt x="5980821" y="181528"/>
                  <a:pt x="6140195" y="184371"/>
                  <a:pt x="6194152" y="151760"/>
                </a:cubicBezTo>
                <a:cubicBezTo>
                  <a:pt x="6187280" y="177771"/>
                  <a:pt x="6304222" y="153398"/>
                  <a:pt x="6281379" y="181614"/>
                </a:cubicBezTo>
                <a:cubicBezTo>
                  <a:pt x="6321899" y="201807"/>
                  <a:pt x="6335111" y="162578"/>
                  <a:pt x="6374947" y="179787"/>
                </a:cubicBezTo>
                <a:cubicBezTo>
                  <a:pt x="6417404" y="181324"/>
                  <a:pt x="6402484" y="169682"/>
                  <a:pt x="6448518" y="164366"/>
                </a:cubicBezTo>
                <a:cubicBezTo>
                  <a:pt x="6504958" y="162476"/>
                  <a:pt x="6493438" y="111191"/>
                  <a:pt x="6544700" y="167149"/>
                </a:cubicBezTo>
                <a:cubicBezTo>
                  <a:pt x="6601507" y="148685"/>
                  <a:pt x="6566269" y="164374"/>
                  <a:pt x="6648353" y="172238"/>
                </a:cubicBezTo>
                <a:cubicBezTo>
                  <a:pt x="6680008" y="155211"/>
                  <a:pt x="6707960" y="160661"/>
                  <a:pt x="6736227" y="173204"/>
                </a:cubicBezTo>
                <a:cubicBezTo>
                  <a:pt x="6813963" y="164272"/>
                  <a:pt x="6888143" y="181284"/>
                  <a:pt x="6977218" y="184277"/>
                </a:cubicBezTo>
                <a:cubicBezTo>
                  <a:pt x="7040424" y="188306"/>
                  <a:pt x="7000291" y="215076"/>
                  <a:pt x="7065221" y="227519"/>
                </a:cubicBezTo>
                <a:cubicBezTo>
                  <a:pt x="7130151" y="239962"/>
                  <a:pt x="7277790" y="252523"/>
                  <a:pt x="7366801" y="258938"/>
                </a:cubicBezTo>
                <a:cubicBezTo>
                  <a:pt x="7377311" y="252420"/>
                  <a:pt x="7435314" y="238566"/>
                  <a:pt x="7433745" y="246959"/>
                </a:cubicBezTo>
                <a:cubicBezTo>
                  <a:pt x="7446076" y="243878"/>
                  <a:pt x="7639946" y="245807"/>
                  <a:pt x="7644411" y="258974"/>
                </a:cubicBezTo>
                <a:cubicBezTo>
                  <a:pt x="7708015" y="258000"/>
                  <a:pt x="7770249" y="247712"/>
                  <a:pt x="7825110" y="229097"/>
                </a:cubicBezTo>
                <a:cubicBezTo>
                  <a:pt x="7908941" y="220202"/>
                  <a:pt x="8092134" y="211504"/>
                  <a:pt x="8163955" y="205605"/>
                </a:cubicBezTo>
                <a:cubicBezTo>
                  <a:pt x="8183007" y="196598"/>
                  <a:pt x="8225048" y="207087"/>
                  <a:pt x="8256033" y="193701"/>
                </a:cubicBezTo>
                <a:cubicBezTo>
                  <a:pt x="8334440" y="185293"/>
                  <a:pt x="8474968" y="164062"/>
                  <a:pt x="8551625" y="161505"/>
                </a:cubicBezTo>
                <a:cubicBezTo>
                  <a:pt x="8649083" y="153078"/>
                  <a:pt x="8607056" y="154741"/>
                  <a:pt x="8683515" y="143137"/>
                </a:cubicBezTo>
                <a:cubicBezTo>
                  <a:pt x="8746256" y="121084"/>
                  <a:pt x="8897706" y="99547"/>
                  <a:pt x="9002103" y="85529"/>
                </a:cubicBezTo>
                <a:cubicBezTo>
                  <a:pt x="9018826" y="50490"/>
                  <a:pt x="9112524" y="108345"/>
                  <a:pt x="9110856" y="70985"/>
                </a:cubicBezTo>
                <a:cubicBezTo>
                  <a:pt x="9148189" y="94238"/>
                  <a:pt x="9209809" y="53273"/>
                  <a:pt x="9268817" y="53070"/>
                </a:cubicBezTo>
                <a:cubicBezTo>
                  <a:pt x="9279135" y="35985"/>
                  <a:pt x="9292736" y="36508"/>
                  <a:pt x="9316667" y="45035"/>
                </a:cubicBezTo>
                <a:cubicBezTo>
                  <a:pt x="9352186" y="45850"/>
                  <a:pt x="9390008" y="39787"/>
                  <a:pt x="9428209" y="29911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943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16D1AFC-B517-68F8-8B0D-4C55C4E5E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>
            <a:normAutofit/>
          </a:bodyPr>
          <a:lstStyle/>
          <a:p>
            <a:r>
              <a:rPr lang="en-US" sz="41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A* using misplaced tiles as heuristic function</a:t>
            </a:r>
            <a:endParaRPr lang="en-US" sz="4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5D4D512-BECF-8A5C-0E7F-9BCDF73D52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7987" y="2650865"/>
            <a:ext cx="8276026" cy="332003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Total Cost of a Node in A* = Heuristic + Cost</a:t>
            </a:r>
          </a:p>
          <a:p>
            <a:pPr marL="0" indent="0">
              <a:buNone/>
            </a:pPr>
            <a:r>
              <a:rPr lang="pt-BR" dirty="0"/>
              <a:t>f(n) = h(n)  + g(n) 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719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2412A9-A8E6-7D4F-389F-CD78DF400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7198D60-EC65-F16F-20E9-94B2E5088F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467" y="1028188"/>
            <a:ext cx="2082907" cy="225436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AB14629-6B4A-E405-3C26-1E0E34885337}"/>
              </a:ext>
            </a:extLst>
          </p:cNvPr>
          <p:cNvSpPr txBox="1"/>
          <p:nvPr/>
        </p:nvSpPr>
        <p:spPr>
          <a:xfrm>
            <a:off x="2386974" y="3315211"/>
            <a:ext cx="1479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Initial State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FFCB82-AD82-E155-BB71-6611C9D50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6955" y="1028188"/>
            <a:ext cx="1917732" cy="21525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AE45D7B-388C-54C6-69E1-2200FDE2BECC}"/>
              </a:ext>
            </a:extLst>
          </p:cNvPr>
          <p:cNvSpPr txBox="1"/>
          <p:nvPr/>
        </p:nvSpPr>
        <p:spPr>
          <a:xfrm>
            <a:off x="9067800" y="3277232"/>
            <a:ext cx="1354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Goal State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18356D-53D5-2072-79F1-4165F7A41B68}"/>
              </a:ext>
            </a:extLst>
          </p:cNvPr>
          <p:cNvSpPr txBox="1"/>
          <p:nvPr/>
        </p:nvSpPr>
        <p:spPr>
          <a:xfrm>
            <a:off x="489857" y="304800"/>
            <a:ext cx="70727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First, Calculate Heuristic using Misplaced Tiles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78F967-F1F7-E2AB-6C21-38F6010721B8}"/>
              </a:ext>
            </a:extLst>
          </p:cNvPr>
          <p:cNvSpPr txBox="1"/>
          <p:nvPr/>
        </p:nvSpPr>
        <p:spPr>
          <a:xfrm>
            <a:off x="1266971" y="3651736"/>
            <a:ext cx="3719898" cy="313932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is misplaced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is misplaced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 is ok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 is ok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 is ok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 is misplaced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 is ok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 is misplaced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So, heuristic here = 1+1+1+1 =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H(n)=4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2B3239-024B-A765-62FF-D879B7C139A9}"/>
              </a:ext>
            </a:extLst>
          </p:cNvPr>
          <p:cNvSpPr txBox="1"/>
          <p:nvPr/>
        </p:nvSpPr>
        <p:spPr>
          <a:xfrm>
            <a:off x="7872823" y="3743051"/>
            <a:ext cx="338599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H(n) = 0</a:t>
            </a:r>
          </a:p>
        </p:txBody>
      </p:sp>
    </p:spTree>
    <p:extLst>
      <p:ext uri="{BB962C8B-B14F-4D97-AF65-F5344CB8AC3E}">
        <p14:creationId xmlns:p14="http://schemas.microsoft.com/office/powerpoint/2010/main" val="3777012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F446D-59DE-653C-E2EF-072582E2F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Then , Add the number of steps to the heuristic </a:t>
            </a:r>
          </a:p>
        </p:txBody>
      </p:sp>
      <p:pic>
        <p:nvPicPr>
          <p:cNvPr id="3" name="Google Shape;210;p7">
            <a:extLst>
              <a:ext uri="{FF2B5EF4-FFF2-40B4-BE49-F238E27FC236}">
                <a16:creationId xmlns:a16="http://schemas.microsoft.com/office/drawing/2014/main" id="{99AEF2BD-C79E-8A6B-6E22-AA8848AF07B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-1" b="68577"/>
          <a:stretch/>
        </p:blipFill>
        <p:spPr>
          <a:xfrm>
            <a:off x="0" y="1545391"/>
            <a:ext cx="12192000" cy="215472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1A87CA1-7266-0B1C-5A28-B44D139E43E0}"/>
              </a:ext>
            </a:extLst>
          </p:cNvPr>
          <p:cNvSpPr txBox="1"/>
          <p:nvPr/>
        </p:nvSpPr>
        <p:spPr>
          <a:xfrm>
            <a:off x="0" y="4026456"/>
            <a:ext cx="6096000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The difference between Best first and A*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Best First</a:t>
            </a:r>
            <a:endParaRPr lang="en-US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Total Cost of a Node</a:t>
            </a:r>
            <a:endParaRPr lang="en-US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 Heuristic Only</a:t>
            </a:r>
            <a:endParaRPr lang="en-US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A*</a:t>
            </a:r>
            <a:endParaRPr lang="en-US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Total Cost of a Node</a:t>
            </a:r>
            <a:endParaRPr lang="en-US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 Heuristic + Cost</a:t>
            </a:r>
            <a:endParaRPr lang="en-US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1" u="sng" dirty="0">
                <a:solidFill>
                  <a:srgbClr val="C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Heuristic is calculated using </a:t>
            </a:r>
            <a:r>
              <a:rPr lang="en-US" sz="1600" b="1" i="1" u="sng" dirty="0">
                <a:solidFill>
                  <a:srgbClr val="C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Misplaced</a:t>
            </a:r>
            <a:r>
              <a:rPr lang="en-US" sz="1600" i="1" u="sng" dirty="0">
                <a:solidFill>
                  <a:srgbClr val="C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or </a:t>
            </a:r>
            <a:r>
              <a:rPr lang="en-US" sz="1600" b="1" i="1" u="sng" dirty="0">
                <a:solidFill>
                  <a:srgbClr val="C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Manhattan</a:t>
            </a:r>
            <a:r>
              <a:rPr lang="en-US" sz="1600" i="1" u="sng" dirty="0">
                <a:solidFill>
                  <a:srgbClr val="C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or other methods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1" name="Google Shape;213;p7">
            <a:extLst>
              <a:ext uri="{FF2B5EF4-FFF2-40B4-BE49-F238E27FC236}">
                <a16:creationId xmlns:a16="http://schemas.microsoft.com/office/drawing/2014/main" id="{DBFA6AF2-04BD-7FDA-0AEB-86CF55E8D5A3}"/>
              </a:ext>
            </a:extLst>
          </p:cNvPr>
          <p:cNvSpPr/>
          <p:nvPr/>
        </p:nvSpPr>
        <p:spPr>
          <a:xfrm>
            <a:off x="6023572" y="1545391"/>
            <a:ext cx="2441418" cy="860079"/>
          </a:xfrm>
          <a:prstGeom prst="roundRect">
            <a:avLst>
              <a:gd name="adj" fmla="val 16667"/>
            </a:avLst>
          </a:prstGeom>
          <a:solidFill>
            <a:srgbClr val="F7EBD9">
              <a:alpha val="9803"/>
            </a:srgbClr>
          </a:solidFill>
          <a:ln w="15875" cap="flat" cmpd="sng">
            <a:solidFill>
              <a:srgbClr val="000000">
                <a:alpha val="2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2" name="Google Shape;214;p7">
            <a:extLst>
              <a:ext uri="{FF2B5EF4-FFF2-40B4-BE49-F238E27FC236}">
                <a16:creationId xmlns:a16="http://schemas.microsoft.com/office/drawing/2014/main" id="{1AEC874C-DA61-A6B9-E3F9-3718437BF247}"/>
              </a:ext>
            </a:extLst>
          </p:cNvPr>
          <p:cNvSpPr txBox="1"/>
          <p:nvPr/>
        </p:nvSpPr>
        <p:spPr>
          <a:xfrm>
            <a:off x="6871579" y="1721933"/>
            <a:ext cx="171110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1+1+1+1+ </a:t>
            </a:r>
            <a:r>
              <a:rPr lang="en-U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0</a:t>
            </a:r>
            <a:r>
              <a:rPr lang="en-US" sz="1800" b="1" dirty="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 4</a:t>
            </a:r>
            <a:endParaRPr dirty="0"/>
          </a:p>
        </p:txBody>
      </p:sp>
      <p:sp>
        <p:nvSpPr>
          <p:cNvPr id="13" name="Google Shape;215;p7">
            <a:extLst>
              <a:ext uri="{FF2B5EF4-FFF2-40B4-BE49-F238E27FC236}">
                <a16:creationId xmlns:a16="http://schemas.microsoft.com/office/drawing/2014/main" id="{5008BFCF-DC63-7D4A-3A7A-9D1CE8274453}"/>
              </a:ext>
            </a:extLst>
          </p:cNvPr>
          <p:cNvSpPr txBox="1"/>
          <p:nvPr/>
        </p:nvSpPr>
        <p:spPr>
          <a:xfrm>
            <a:off x="1157335" y="2969803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1+1+1+1+1</a:t>
            </a:r>
            <a:r>
              <a:rPr lang="en-U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+1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=6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14" name="Google Shape;216;p7">
            <a:extLst>
              <a:ext uri="{FF2B5EF4-FFF2-40B4-BE49-F238E27FC236}">
                <a16:creationId xmlns:a16="http://schemas.microsoft.com/office/drawing/2014/main" id="{A13625A3-F515-478E-2CBC-F0F6704BFC64}"/>
              </a:ext>
            </a:extLst>
          </p:cNvPr>
          <p:cNvSpPr txBox="1"/>
          <p:nvPr/>
        </p:nvSpPr>
        <p:spPr>
          <a:xfrm>
            <a:off x="5097855" y="2923831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</a:t>
            </a:r>
            <a:r>
              <a:rPr lang="en-U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+1</a:t>
            </a:r>
            <a:endParaRPr sz="1800" b="1" dirty="0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=4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15" name="Google Shape;217;p7">
            <a:extLst>
              <a:ext uri="{FF2B5EF4-FFF2-40B4-BE49-F238E27FC236}">
                <a16:creationId xmlns:a16="http://schemas.microsoft.com/office/drawing/2014/main" id="{E3B4415E-4E20-556B-7904-20C04B1B1D46}"/>
              </a:ext>
            </a:extLst>
          </p:cNvPr>
          <p:cNvSpPr txBox="1"/>
          <p:nvPr/>
        </p:nvSpPr>
        <p:spPr>
          <a:xfrm>
            <a:off x="8274867" y="2969801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1+1+1+1+1</a:t>
            </a:r>
            <a:r>
              <a:rPr lang="en-U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+1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=6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7FF665D-6E37-C28D-1C61-B76D18D2907C}"/>
              </a:ext>
            </a:extLst>
          </p:cNvPr>
          <p:cNvSpPr/>
          <p:nvPr/>
        </p:nvSpPr>
        <p:spPr>
          <a:xfrm>
            <a:off x="6957040" y="4442454"/>
            <a:ext cx="4176252" cy="174030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Cost depends on the problem type</a:t>
            </a:r>
          </a:p>
          <a:p>
            <a:pPr algn="ctr"/>
            <a:r>
              <a:rPr lang="en-US" dirty="0"/>
              <a:t>In 8 puzzle problem the cost to move from one node to another is 1 </a:t>
            </a:r>
          </a:p>
        </p:txBody>
      </p:sp>
    </p:spTree>
    <p:extLst>
      <p:ext uri="{BB962C8B-B14F-4D97-AF65-F5344CB8AC3E}">
        <p14:creationId xmlns:p14="http://schemas.microsoft.com/office/powerpoint/2010/main" val="13111645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304DD-D098-7EF6-5D69-69DB4CFFF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335" y="115431"/>
            <a:ext cx="10515600" cy="1325563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Google Shape;226;p8">
            <a:extLst>
              <a:ext uri="{FF2B5EF4-FFF2-40B4-BE49-F238E27FC236}">
                <a16:creationId xmlns:a16="http://schemas.microsoft.com/office/drawing/2014/main" id="{E7B2D530-296C-D0FD-9853-B1FA4B6277F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b="51678"/>
          <a:stretch/>
        </p:blipFill>
        <p:spPr>
          <a:xfrm>
            <a:off x="0" y="115431"/>
            <a:ext cx="12192000" cy="331356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229;p8">
            <a:extLst>
              <a:ext uri="{FF2B5EF4-FFF2-40B4-BE49-F238E27FC236}">
                <a16:creationId xmlns:a16="http://schemas.microsoft.com/office/drawing/2014/main" id="{4D575754-F0C7-8631-8782-F74B739ACA58}"/>
              </a:ext>
            </a:extLst>
          </p:cNvPr>
          <p:cNvSpPr/>
          <p:nvPr/>
        </p:nvSpPr>
        <p:spPr>
          <a:xfrm>
            <a:off x="6096000" y="115432"/>
            <a:ext cx="2441418" cy="860079"/>
          </a:xfrm>
          <a:prstGeom prst="roundRect">
            <a:avLst>
              <a:gd name="adj" fmla="val 16667"/>
            </a:avLst>
          </a:prstGeom>
          <a:solidFill>
            <a:srgbClr val="F7EBD9">
              <a:alpha val="9803"/>
            </a:srgbClr>
          </a:solidFill>
          <a:ln w="15875" cap="flat" cmpd="sng">
            <a:solidFill>
              <a:srgbClr val="000000">
                <a:alpha val="2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kern="0" dirty="0">
              <a:solidFill>
                <a:srgbClr val="FFFFF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7" name="Google Shape;230;p8">
            <a:extLst>
              <a:ext uri="{FF2B5EF4-FFF2-40B4-BE49-F238E27FC236}">
                <a16:creationId xmlns:a16="http://schemas.microsoft.com/office/drawing/2014/main" id="{E9EA94CB-4285-F9FF-9433-5B85A4BD4462}"/>
              </a:ext>
            </a:extLst>
          </p:cNvPr>
          <p:cNvSpPr/>
          <p:nvPr/>
        </p:nvSpPr>
        <p:spPr>
          <a:xfrm>
            <a:off x="5204233" y="1326095"/>
            <a:ext cx="2441418" cy="860079"/>
          </a:xfrm>
          <a:prstGeom prst="roundRect">
            <a:avLst>
              <a:gd name="adj" fmla="val 16667"/>
            </a:avLst>
          </a:prstGeom>
          <a:solidFill>
            <a:srgbClr val="F7EBD9">
              <a:alpha val="9803"/>
            </a:srgbClr>
          </a:solidFill>
          <a:ln w="15875" cap="flat" cmpd="sng">
            <a:solidFill>
              <a:srgbClr val="000000">
                <a:alpha val="2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kern="0">
              <a:solidFill>
                <a:srgbClr val="FFFFF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8" name="Google Shape;231;p8">
            <a:extLst>
              <a:ext uri="{FF2B5EF4-FFF2-40B4-BE49-F238E27FC236}">
                <a16:creationId xmlns:a16="http://schemas.microsoft.com/office/drawing/2014/main" id="{B9082BDD-B6CE-AEF0-23AA-990537C1C390}"/>
              </a:ext>
            </a:extLst>
          </p:cNvPr>
          <p:cNvSpPr/>
          <p:nvPr/>
        </p:nvSpPr>
        <p:spPr>
          <a:xfrm>
            <a:off x="334147" y="2080033"/>
            <a:ext cx="3712752" cy="1348967"/>
          </a:xfrm>
          <a:prstGeom prst="rect">
            <a:avLst/>
          </a:prstGeom>
          <a:solidFill>
            <a:srgbClr val="FFFFFF"/>
          </a:solidFill>
          <a:ln w="158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9" name="Google Shape;232;p8">
            <a:extLst>
              <a:ext uri="{FF2B5EF4-FFF2-40B4-BE49-F238E27FC236}">
                <a16:creationId xmlns:a16="http://schemas.microsoft.com/office/drawing/2014/main" id="{A5339470-C256-5B02-D8B2-2A191A4204F9}"/>
              </a:ext>
            </a:extLst>
          </p:cNvPr>
          <p:cNvSpPr/>
          <p:nvPr/>
        </p:nvSpPr>
        <p:spPr>
          <a:xfrm>
            <a:off x="9251132" y="2079043"/>
            <a:ext cx="2940868" cy="1348967"/>
          </a:xfrm>
          <a:prstGeom prst="rect">
            <a:avLst/>
          </a:prstGeom>
          <a:solidFill>
            <a:srgbClr val="FFFFFF"/>
          </a:solidFill>
          <a:ln w="158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4" name="Google Shape;237;p8">
            <a:extLst>
              <a:ext uri="{FF2B5EF4-FFF2-40B4-BE49-F238E27FC236}">
                <a16:creationId xmlns:a16="http://schemas.microsoft.com/office/drawing/2014/main" id="{68D118D6-AF4F-9458-2450-22DDDA25BC88}"/>
              </a:ext>
            </a:extLst>
          </p:cNvPr>
          <p:cNvSpPr txBox="1"/>
          <p:nvPr/>
        </p:nvSpPr>
        <p:spPr>
          <a:xfrm>
            <a:off x="6944007" y="291974"/>
            <a:ext cx="171110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-US" b="1" kern="0" dirty="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1+1+1+1 = 4</a:t>
            </a:r>
            <a:endParaRPr sz="14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5" name="Google Shape;238;p8">
            <a:extLst>
              <a:ext uri="{FF2B5EF4-FFF2-40B4-BE49-F238E27FC236}">
                <a16:creationId xmlns:a16="http://schemas.microsoft.com/office/drawing/2014/main" id="{AD0BCA73-3C75-94B8-AAF0-796DE12E7BC3}"/>
              </a:ext>
            </a:extLst>
          </p:cNvPr>
          <p:cNvSpPr txBox="1"/>
          <p:nvPr/>
        </p:nvSpPr>
        <p:spPr>
          <a:xfrm>
            <a:off x="1229763" y="1539844"/>
            <a:ext cx="1540598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-US" b="1" kern="0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1+1+1+1+1+</a:t>
            </a:r>
            <a:r>
              <a:rPr lang="en-US" b="1" kern="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</a:t>
            </a:r>
            <a:r>
              <a:rPr lang="en-US" b="1" kern="0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=6</a:t>
            </a:r>
            <a:endParaRPr sz="1400" kern="0" dirty="0">
              <a:solidFill>
                <a:srgbClr val="7030A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6" name="Google Shape;239;p8">
            <a:extLst>
              <a:ext uri="{FF2B5EF4-FFF2-40B4-BE49-F238E27FC236}">
                <a16:creationId xmlns:a16="http://schemas.microsoft.com/office/drawing/2014/main" id="{0B051B1B-8BCD-0703-4F48-706767C0DD4A}"/>
              </a:ext>
            </a:extLst>
          </p:cNvPr>
          <p:cNvSpPr txBox="1"/>
          <p:nvPr/>
        </p:nvSpPr>
        <p:spPr>
          <a:xfrm>
            <a:off x="5170283" y="1493872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-US" b="1" kern="0" dirty="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</a:t>
            </a:r>
            <a:r>
              <a:rPr lang="en-US" b="1" kern="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+1</a:t>
            </a:r>
            <a:endParaRPr sz="1400" kern="0" dirty="0">
              <a:solidFill>
                <a:srgbClr val="FF0000"/>
              </a:solidFill>
              <a:latin typeface="Arial"/>
              <a:cs typeface="Arial"/>
              <a:sym typeface="Arial"/>
            </a:endParaRPr>
          </a:p>
          <a:p>
            <a:pPr>
              <a:buClr>
                <a:srgbClr val="000000"/>
              </a:buClr>
              <a:buFont typeface="Arial"/>
              <a:buNone/>
            </a:pPr>
            <a:r>
              <a:rPr lang="en-US" b="1" kern="0" dirty="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=4</a:t>
            </a:r>
            <a:endParaRPr sz="14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7" name="Google Shape;240;p8">
            <a:extLst>
              <a:ext uri="{FF2B5EF4-FFF2-40B4-BE49-F238E27FC236}">
                <a16:creationId xmlns:a16="http://schemas.microsoft.com/office/drawing/2014/main" id="{60521F5E-CCAE-E587-F382-991CFEC0F4E6}"/>
              </a:ext>
            </a:extLst>
          </p:cNvPr>
          <p:cNvSpPr txBox="1"/>
          <p:nvPr/>
        </p:nvSpPr>
        <p:spPr>
          <a:xfrm>
            <a:off x="8213756" y="1507672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-US" b="1" kern="0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1+1+1+1+1</a:t>
            </a:r>
            <a:r>
              <a:rPr lang="en-US" b="1" kern="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+1</a:t>
            </a:r>
            <a:r>
              <a:rPr lang="en-US" b="1" kern="0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=6</a:t>
            </a:r>
            <a:endParaRPr sz="1400" kern="0" dirty="0">
              <a:solidFill>
                <a:srgbClr val="7030A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F396258-FDC4-17BA-377F-79C80473681A}"/>
              </a:ext>
            </a:extLst>
          </p:cNvPr>
          <p:cNvSpPr/>
          <p:nvPr/>
        </p:nvSpPr>
        <p:spPr>
          <a:xfrm>
            <a:off x="1123335" y="4080387"/>
            <a:ext cx="4080898" cy="170098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We Choose the Node with the least</a:t>
            </a:r>
          </a:p>
          <a:p>
            <a:pPr algn="ctr"/>
            <a:r>
              <a:rPr lang="en-US" sz="18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Heuristic + Cost in the </a:t>
            </a:r>
            <a:r>
              <a:rPr lang="en-US" sz="18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whole tree</a:t>
            </a:r>
            <a:endParaRPr lang="en-US" dirty="0">
              <a:solidFill>
                <a:srgbClr val="FF0000"/>
              </a:solidFill>
            </a:endParaRPr>
          </a:p>
          <a:p>
            <a:pPr algn="ctr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460145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65073-E97B-4B82-E2DF-6E691FCB2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A60AB-EC69-375A-1D1F-67E26431A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335" y="115431"/>
            <a:ext cx="10515600" cy="1325563"/>
          </a:xfrm>
        </p:spPr>
        <p:txBody>
          <a:bodyPr/>
          <a:lstStyle/>
          <a:p>
            <a:r>
              <a:rPr lang="en-US" dirty="0"/>
              <a:t>D</a:t>
            </a:r>
          </a:p>
        </p:txBody>
      </p:sp>
      <p:pic>
        <p:nvPicPr>
          <p:cNvPr id="3" name="Google Shape;226;p8">
            <a:extLst>
              <a:ext uri="{FF2B5EF4-FFF2-40B4-BE49-F238E27FC236}">
                <a16:creationId xmlns:a16="http://schemas.microsoft.com/office/drawing/2014/main" id="{AEA00F62-D39C-CD16-6F0B-DB7EA23A1FE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b="51678"/>
          <a:stretch/>
        </p:blipFill>
        <p:spPr>
          <a:xfrm>
            <a:off x="0" y="115431"/>
            <a:ext cx="12192000" cy="331356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229;p8">
            <a:extLst>
              <a:ext uri="{FF2B5EF4-FFF2-40B4-BE49-F238E27FC236}">
                <a16:creationId xmlns:a16="http://schemas.microsoft.com/office/drawing/2014/main" id="{24207F72-0A13-69E2-5AE8-B810DC69E99A}"/>
              </a:ext>
            </a:extLst>
          </p:cNvPr>
          <p:cNvSpPr/>
          <p:nvPr/>
        </p:nvSpPr>
        <p:spPr>
          <a:xfrm>
            <a:off x="6096000" y="115432"/>
            <a:ext cx="2441418" cy="860079"/>
          </a:xfrm>
          <a:prstGeom prst="roundRect">
            <a:avLst>
              <a:gd name="adj" fmla="val 16667"/>
            </a:avLst>
          </a:prstGeom>
          <a:solidFill>
            <a:srgbClr val="F7EBD9">
              <a:alpha val="9803"/>
            </a:srgbClr>
          </a:solidFill>
          <a:ln w="15875" cap="flat" cmpd="sng">
            <a:solidFill>
              <a:srgbClr val="000000">
                <a:alpha val="2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kern="0">
              <a:solidFill>
                <a:srgbClr val="FFFFF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7" name="Google Shape;230;p8">
            <a:extLst>
              <a:ext uri="{FF2B5EF4-FFF2-40B4-BE49-F238E27FC236}">
                <a16:creationId xmlns:a16="http://schemas.microsoft.com/office/drawing/2014/main" id="{3B0DAB0D-C96B-5719-128E-99D48E4ACFDC}"/>
              </a:ext>
            </a:extLst>
          </p:cNvPr>
          <p:cNvSpPr/>
          <p:nvPr/>
        </p:nvSpPr>
        <p:spPr>
          <a:xfrm>
            <a:off x="5204233" y="1326095"/>
            <a:ext cx="2441418" cy="860079"/>
          </a:xfrm>
          <a:prstGeom prst="roundRect">
            <a:avLst>
              <a:gd name="adj" fmla="val 16667"/>
            </a:avLst>
          </a:prstGeom>
          <a:solidFill>
            <a:srgbClr val="F7EBD9">
              <a:alpha val="9803"/>
            </a:srgbClr>
          </a:solidFill>
          <a:ln w="15875" cap="flat" cmpd="sng">
            <a:solidFill>
              <a:srgbClr val="000000">
                <a:alpha val="2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kern="0">
              <a:solidFill>
                <a:srgbClr val="FFFFF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8" name="Google Shape;231;p8">
            <a:extLst>
              <a:ext uri="{FF2B5EF4-FFF2-40B4-BE49-F238E27FC236}">
                <a16:creationId xmlns:a16="http://schemas.microsoft.com/office/drawing/2014/main" id="{348F525C-1353-0218-D354-05F48995B1C0}"/>
              </a:ext>
            </a:extLst>
          </p:cNvPr>
          <p:cNvSpPr/>
          <p:nvPr/>
        </p:nvSpPr>
        <p:spPr>
          <a:xfrm>
            <a:off x="334147" y="2080033"/>
            <a:ext cx="3712752" cy="1348967"/>
          </a:xfrm>
          <a:prstGeom prst="rect">
            <a:avLst/>
          </a:prstGeom>
          <a:solidFill>
            <a:srgbClr val="FFFFFF"/>
          </a:solidFill>
          <a:ln w="158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9" name="Google Shape;232;p8">
            <a:extLst>
              <a:ext uri="{FF2B5EF4-FFF2-40B4-BE49-F238E27FC236}">
                <a16:creationId xmlns:a16="http://schemas.microsoft.com/office/drawing/2014/main" id="{7592CC07-9BBE-3742-3F01-2C11B6BC6DA7}"/>
              </a:ext>
            </a:extLst>
          </p:cNvPr>
          <p:cNvSpPr/>
          <p:nvPr/>
        </p:nvSpPr>
        <p:spPr>
          <a:xfrm>
            <a:off x="9251132" y="2079043"/>
            <a:ext cx="2940868" cy="1348967"/>
          </a:xfrm>
          <a:prstGeom prst="rect">
            <a:avLst/>
          </a:prstGeom>
          <a:solidFill>
            <a:srgbClr val="FFFFFF"/>
          </a:solidFill>
          <a:ln w="158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0" name="Google Shape;233;p8">
            <a:extLst>
              <a:ext uri="{FF2B5EF4-FFF2-40B4-BE49-F238E27FC236}">
                <a16:creationId xmlns:a16="http://schemas.microsoft.com/office/drawing/2014/main" id="{B51E019D-606E-0FA1-9CCF-A116512D3701}"/>
              </a:ext>
            </a:extLst>
          </p:cNvPr>
          <p:cNvSpPr txBox="1"/>
          <p:nvPr/>
        </p:nvSpPr>
        <p:spPr>
          <a:xfrm>
            <a:off x="3276600" y="2662992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-US" b="1" kern="0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</a:t>
            </a:r>
            <a:endParaRPr sz="1400" kern="0" dirty="0">
              <a:solidFill>
                <a:srgbClr val="7030A0"/>
              </a:solidFill>
              <a:latin typeface="Arial"/>
              <a:cs typeface="Arial"/>
              <a:sym typeface="Arial"/>
            </a:endParaRPr>
          </a:p>
          <a:p>
            <a:pPr>
              <a:buClr>
                <a:srgbClr val="000000"/>
              </a:buClr>
              <a:buFont typeface="Arial"/>
              <a:buNone/>
            </a:pPr>
            <a:r>
              <a:rPr lang="en-US" b="1" kern="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+2</a:t>
            </a:r>
            <a:r>
              <a:rPr lang="en-US" b="1" kern="0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=5</a:t>
            </a:r>
            <a:endParaRPr sz="1400" kern="0" dirty="0">
              <a:solidFill>
                <a:srgbClr val="7030A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2" name="Google Shape;235;p8">
            <a:extLst>
              <a:ext uri="{FF2B5EF4-FFF2-40B4-BE49-F238E27FC236}">
                <a16:creationId xmlns:a16="http://schemas.microsoft.com/office/drawing/2014/main" id="{AF0AD365-B053-C4E4-EE34-FFE758A0B5A4}"/>
              </a:ext>
            </a:extLst>
          </p:cNvPr>
          <p:cNvSpPr txBox="1"/>
          <p:nvPr/>
        </p:nvSpPr>
        <p:spPr>
          <a:xfrm>
            <a:off x="5426798" y="2662991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-US" b="1" kern="0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</a:t>
            </a:r>
            <a:endParaRPr sz="1400" kern="0" dirty="0">
              <a:solidFill>
                <a:srgbClr val="7030A0"/>
              </a:solidFill>
              <a:latin typeface="Arial"/>
              <a:cs typeface="Arial"/>
              <a:sym typeface="Arial"/>
            </a:endParaRPr>
          </a:p>
          <a:p>
            <a:pPr>
              <a:buClr>
                <a:srgbClr val="000000"/>
              </a:buClr>
              <a:buFont typeface="Arial"/>
              <a:buNone/>
            </a:pPr>
            <a:r>
              <a:rPr lang="en-US" b="1" kern="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+2</a:t>
            </a:r>
            <a:r>
              <a:rPr lang="en-US" b="1" kern="0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=5</a:t>
            </a:r>
            <a:endParaRPr sz="1400" kern="0" dirty="0">
              <a:solidFill>
                <a:srgbClr val="7030A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3" name="Google Shape;236;p8">
            <a:extLst>
              <a:ext uri="{FF2B5EF4-FFF2-40B4-BE49-F238E27FC236}">
                <a16:creationId xmlns:a16="http://schemas.microsoft.com/office/drawing/2014/main" id="{D8F3EE12-7F51-AEF5-6DDE-9F9ABFACD25F}"/>
              </a:ext>
            </a:extLst>
          </p:cNvPr>
          <p:cNvSpPr txBox="1"/>
          <p:nvPr/>
        </p:nvSpPr>
        <p:spPr>
          <a:xfrm>
            <a:off x="7435720" y="2637296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-US" b="1" kern="0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1+1+1+1</a:t>
            </a:r>
            <a:endParaRPr sz="1400" kern="0" dirty="0">
              <a:solidFill>
                <a:srgbClr val="7030A0"/>
              </a:solidFill>
              <a:latin typeface="Arial"/>
              <a:cs typeface="Arial"/>
              <a:sym typeface="Arial"/>
            </a:endParaRPr>
          </a:p>
          <a:p>
            <a:pPr>
              <a:buClr>
                <a:srgbClr val="000000"/>
              </a:buClr>
              <a:buFont typeface="Arial"/>
              <a:buNone/>
            </a:pPr>
            <a:r>
              <a:rPr lang="en-US" b="1" kern="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+2</a:t>
            </a:r>
            <a:r>
              <a:rPr lang="en-US" b="1" kern="0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=6</a:t>
            </a:r>
            <a:endParaRPr sz="1400" kern="0" dirty="0">
              <a:solidFill>
                <a:srgbClr val="7030A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4" name="Google Shape;237;p8">
            <a:extLst>
              <a:ext uri="{FF2B5EF4-FFF2-40B4-BE49-F238E27FC236}">
                <a16:creationId xmlns:a16="http://schemas.microsoft.com/office/drawing/2014/main" id="{33334743-AB2D-38CF-6302-6AF8BEFCE791}"/>
              </a:ext>
            </a:extLst>
          </p:cNvPr>
          <p:cNvSpPr txBox="1"/>
          <p:nvPr/>
        </p:nvSpPr>
        <p:spPr>
          <a:xfrm>
            <a:off x="6944007" y="291974"/>
            <a:ext cx="171110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-US" b="1" kern="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1+1+1+1 = 4</a:t>
            </a: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5" name="Google Shape;238;p8">
            <a:extLst>
              <a:ext uri="{FF2B5EF4-FFF2-40B4-BE49-F238E27FC236}">
                <a16:creationId xmlns:a16="http://schemas.microsoft.com/office/drawing/2014/main" id="{C3F01A7E-F0EA-F996-21EE-0DA988D1FA94}"/>
              </a:ext>
            </a:extLst>
          </p:cNvPr>
          <p:cNvSpPr txBox="1"/>
          <p:nvPr/>
        </p:nvSpPr>
        <p:spPr>
          <a:xfrm>
            <a:off x="1229763" y="1539844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-US" b="1" kern="0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1+1+1+1+1</a:t>
            </a:r>
            <a:r>
              <a:rPr lang="en-US" b="1" kern="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+1</a:t>
            </a:r>
            <a:r>
              <a:rPr lang="en-US" b="1" kern="0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=6</a:t>
            </a:r>
            <a:endParaRPr sz="1400" kern="0" dirty="0">
              <a:solidFill>
                <a:srgbClr val="7030A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6" name="Google Shape;239;p8">
            <a:extLst>
              <a:ext uri="{FF2B5EF4-FFF2-40B4-BE49-F238E27FC236}">
                <a16:creationId xmlns:a16="http://schemas.microsoft.com/office/drawing/2014/main" id="{660DC916-8E63-B79E-7A19-58895660AFAB}"/>
              </a:ext>
            </a:extLst>
          </p:cNvPr>
          <p:cNvSpPr txBox="1"/>
          <p:nvPr/>
        </p:nvSpPr>
        <p:spPr>
          <a:xfrm>
            <a:off x="5170283" y="1493872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-US" b="1" kern="0" dirty="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</a:t>
            </a:r>
            <a:r>
              <a:rPr lang="en-US" b="1" kern="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+1</a:t>
            </a:r>
            <a:endParaRPr sz="1400" kern="0" dirty="0">
              <a:solidFill>
                <a:srgbClr val="FF0000"/>
              </a:solidFill>
              <a:latin typeface="Arial"/>
              <a:cs typeface="Arial"/>
              <a:sym typeface="Arial"/>
            </a:endParaRPr>
          </a:p>
          <a:p>
            <a:pPr>
              <a:buClr>
                <a:srgbClr val="000000"/>
              </a:buClr>
              <a:buFont typeface="Arial"/>
              <a:buNone/>
            </a:pPr>
            <a:r>
              <a:rPr lang="en-US" b="1" kern="0" dirty="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=4</a:t>
            </a:r>
            <a:endParaRPr sz="14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7" name="Google Shape;240;p8">
            <a:extLst>
              <a:ext uri="{FF2B5EF4-FFF2-40B4-BE49-F238E27FC236}">
                <a16:creationId xmlns:a16="http://schemas.microsoft.com/office/drawing/2014/main" id="{3D8C7CF5-7CF0-2DC9-1204-637BEEFFA40F}"/>
              </a:ext>
            </a:extLst>
          </p:cNvPr>
          <p:cNvSpPr txBox="1"/>
          <p:nvPr/>
        </p:nvSpPr>
        <p:spPr>
          <a:xfrm>
            <a:off x="8347295" y="1539842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-US" b="1" kern="0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1+1+1+1+1</a:t>
            </a:r>
            <a:r>
              <a:rPr lang="en-US" b="1" kern="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+1</a:t>
            </a:r>
            <a:r>
              <a:rPr lang="en-US" b="1" kern="0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=6</a:t>
            </a:r>
            <a:endParaRPr sz="1400" kern="0" dirty="0">
              <a:solidFill>
                <a:srgbClr val="7030A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5A7E24-6B16-CE05-0BBB-ED074EF20C75}"/>
              </a:ext>
            </a:extLst>
          </p:cNvPr>
          <p:cNvSpPr/>
          <p:nvPr/>
        </p:nvSpPr>
        <p:spPr>
          <a:xfrm>
            <a:off x="1123335" y="4080387"/>
            <a:ext cx="4080898" cy="170098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There are Two nodes with the same Total cost </a:t>
            </a:r>
          </a:p>
        </p:txBody>
      </p:sp>
    </p:spTree>
    <p:extLst>
      <p:ext uri="{BB962C8B-B14F-4D97-AF65-F5344CB8AC3E}">
        <p14:creationId xmlns:p14="http://schemas.microsoft.com/office/powerpoint/2010/main" val="11224961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DD0C7-08A0-7219-F08E-C7B2F10D7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71569-6AD8-BEA1-A049-87EC6CDDA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335" y="115431"/>
            <a:ext cx="10515600" cy="1325563"/>
          </a:xfrm>
        </p:spPr>
        <p:txBody>
          <a:bodyPr/>
          <a:lstStyle/>
          <a:p>
            <a:r>
              <a:rPr lang="en-US" dirty="0"/>
              <a:t>D</a:t>
            </a:r>
          </a:p>
        </p:txBody>
      </p:sp>
      <p:pic>
        <p:nvPicPr>
          <p:cNvPr id="3" name="Google Shape;226;p8">
            <a:extLst>
              <a:ext uri="{FF2B5EF4-FFF2-40B4-BE49-F238E27FC236}">
                <a16:creationId xmlns:a16="http://schemas.microsoft.com/office/drawing/2014/main" id="{CD5A0FC4-7C18-3D9A-38E2-0F7298A6E1D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b="51678"/>
          <a:stretch/>
        </p:blipFill>
        <p:spPr>
          <a:xfrm>
            <a:off x="0" y="115431"/>
            <a:ext cx="12192000" cy="331356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229;p8">
            <a:extLst>
              <a:ext uri="{FF2B5EF4-FFF2-40B4-BE49-F238E27FC236}">
                <a16:creationId xmlns:a16="http://schemas.microsoft.com/office/drawing/2014/main" id="{86AC4871-5CBF-B642-A667-E3DFCE2201E8}"/>
              </a:ext>
            </a:extLst>
          </p:cNvPr>
          <p:cNvSpPr/>
          <p:nvPr/>
        </p:nvSpPr>
        <p:spPr>
          <a:xfrm>
            <a:off x="6096000" y="115432"/>
            <a:ext cx="2441418" cy="860079"/>
          </a:xfrm>
          <a:prstGeom prst="roundRect">
            <a:avLst>
              <a:gd name="adj" fmla="val 16667"/>
            </a:avLst>
          </a:prstGeom>
          <a:solidFill>
            <a:srgbClr val="F7EBD9">
              <a:alpha val="9803"/>
            </a:srgbClr>
          </a:solidFill>
          <a:ln w="15875" cap="flat" cmpd="sng">
            <a:solidFill>
              <a:srgbClr val="000000">
                <a:alpha val="2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kern="0">
              <a:solidFill>
                <a:srgbClr val="FFFFF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7" name="Google Shape;230;p8">
            <a:extLst>
              <a:ext uri="{FF2B5EF4-FFF2-40B4-BE49-F238E27FC236}">
                <a16:creationId xmlns:a16="http://schemas.microsoft.com/office/drawing/2014/main" id="{287652E5-FCA9-84C3-FD91-DE47FF9F652F}"/>
              </a:ext>
            </a:extLst>
          </p:cNvPr>
          <p:cNvSpPr/>
          <p:nvPr/>
        </p:nvSpPr>
        <p:spPr>
          <a:xfrm>
            <a:off x="5204233" y="1326095"/>
            <a:ext cx="2441418" cy="860079"/>
          </a:xfrm>
          <a:prstGeom prst="roundRect">
            <a:avLst>
              <a:gd name="adj" fmla="val 16667"/>
            </a:avLst>
          </a:prstGeom>
          <a:solidFill>
            <a:srgbClr val="F7EBD9">
              <a:alpha val="9803"/>
            </a:srgbClr>
          </a:solidFill>
          <a:ln w="15875" cap="flat" cmpd="sng">
            <a:solidFill>
              <a:srgbClr val="000000">
                <a:alpha val="2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kern="0">
              <a:solidFill>
                <a:srgbClr val="FFFFF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8" name="Google Shape;231;p8">
            <a:extLst>
              <a:ext uri="{FF2B5EF4-FFF2-40B4-BE49-F238E27FC236}">
                <a16:creationId xmlns:a16="http://schemas.microsoft.com/office/drawing/2014/main" id="{41604AB3-AA71-1404-7EEA-7F3C24C562DB}"/>
              </a:ext>
            </a:extLst>
          </p:cNvPr>
          <p:cNvSpPr/>
          <p:nvPr/>
        </p:nvSpPr>
        <p:spPr>
          <a:xfrm>
            <a:off x="334147" y="2080033"/>
            <a:ext cx="3712752" cy="1348967"/>
          </a:xfrm>
          <a:prstGeom prst="rect">
            <a:avLst/>
          </a:prstGeom>
          <a:solidFill>
            <a:srgbClr val="FFFFFF"/>
          </a:solidFill>
          <a:ln w="158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9" name="Google Shape;232;p8">
            <a:extLst>
              <a:ext uri="{FF2B5EF4-FFF2-40B4-BE49-F238E27FC236}">
                <a16:creationId xmlns:a16="http://schemas.microsoft.com/office/drawing/2014/main" id="{79AEC8C2-51BC-9049-001E-A26A3619941C}"/>
              </a:ext>
            </a:extLst>
          </p:cNvPr>
          <p:cNvSpPr/>
          <p:nvPr/>
        </p:nvSpPr>
        <p:spPr>
          <a:xfrm>
            <a:off x="9251132" y="2079043"/>
            <a:ext cx="2940868" cy="1348967"/>
          </a:xfrm>
          <a:prstGeom prst="rect">
            <a:avLst/>
          </a:prstGeom>
          <a:solidFill>
            <a:srgbClr val="FFFFFF"/>
          </a:solidFill>
          <a:ln w="158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0" name="Google Shape;233;p8">
            <a:extLst>
              <a:ext uri="{FF2B5EF4-FFF2-40B4-BE49-F238E27FC236}">
                <a16:creationId xmlns:a16="http://schemas.microsoft.com/office/drawing/2014/main" id="{DECDA468-635A-1C7E-8DBD-4C9749E5ED42}"/>
              </a:ext>
            </a:extLst>
          </p:cNvPr>
          <p:cNvSpPr txBox="1"/>
          <p:nvPr/>
        </p:nvSpPr>
        <p:spPr>
          <a:xfrm>
            <a:off x="3276600" y="2662992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-US" b="1" kern="0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</a:t>
            </a:r>
            <a:endParaRPr sz="1400" kern="0" dirty="0">
              <a:solidFill>
                <a:srgbClr val="7030A0"/>
              </a:solidFill>
              <a:latin typeface="Arial"/>
              <a:cs typeface="Arial"/>
              <a:sym typeface="Arial"/>
            </a:endParaRPr>
          </a:p>
          <a:p>
            <a:pPr>
              <a:buClr>
                <a:srgbClr val="000000"/>
              </a:buClr>
              <a:buFont typeface="Arial"/>
              <a:buNone/>
            </a:pPr>
            <a:r>
              <a:rPr lang="en-US" b="1" kern="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+2</a:t>
            </a:r>
            <a:r>
              <a:rPr lang="en-US" b="1" kern="0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=5</a:t>
            </a:r>
            <a:endParaRPr sz="1400" kern="0" dirty="0">
              <a:solidFill>
                <a:srgbClr val="7030A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2" name="Google Shape;235;p8">
            <a:extLst>
              <a:ext uri="{FF2B5EF4-FFF2-40B4-BE49-F238E27FC236}">
                <a16:creationId xmlns:a16="http://schemas.microsoft.com/office/drawing/2014/main" id="{2414BDDD-933C-0C03-015F-0CDFF4218DB2}"/>
              </a:ext>
            </a:extLst>
          </p:cNvPr>
          <p:cNvSpPr txBox="1"/>
          <p:nvPr/>
        </p:nvSpPr>
        <p:spPr>
          <a:xfrm>
            <a:off x="5426798" y="2662991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-US" b="1" kern="0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</a:t>
            </a:r>
            <a:endParaRPr sz="1400" kern="0" dirty="0">
              <a:solidFill>
                <a:srgbClr val="7030A0"/>
              </a:solidFill>
              <a:latin typeface="Arial"/>
              <a:cs typeface="Arial"/>
              <a:sym typeface="Arial"/>
            </a:endParaRPr>
          </a:p>
          <a:p>
            <a:pPr>
              <a:buClr>
                <a:srgbClr val="000000"/>
              </a:buClr>
              <a:buFont typeface="Arial"/>
              <a:buNone/>
            </a:pPr>
            <a:r>
              <a:rPr lang="en-US" b="1" kern="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+2</a:t>
            </a:r>
            <a:r>
              <a:rPr lang="en-US" b="1" kern="0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=5</a:t>
            </a:r>
            <a:endParaRPr sz="1400" kern="0" dirty="0">
              <a:solidFill>
                <a:srgbClr val="7030A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3" name="Google Shape;236;p8">
            <a:extLst>
              <a:ext uri="{FF2B5EF4-FFF2-40B4-BE49-F238E27FC236}">
                <a16:creationId xmlns:a16="http://schemas.microsoft.com/office/drawing/2014/main" id="{B5F154C6-27A9-C5C2-F3DD-DFC8BD113931}"/>
              </a:ext>
            </a:extLst>
          </p:cNvPr>
          <p:cNvSpPr txBox="1"/>
          <p:nvPr/>
        </p:nvSpPr>
        <p:spPr>
          <a:xfrm>
            <a:off x="7435720" y="2637296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-US" b="1" kern="0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1+1+1+1</a:t>
            </a:r>
            <a:endParaRPr sz="1400" kern="0" dirty="0">
              <a:solidFill>
                <a:srgbClr val="7030A0"/>
              </a:solidFill>
              <a:latin typeface="Arial"/>
              <a:cs typeface="Arial"/>
              <a:sym typeface="Arial"/>
            </a:endParaRPr>
          </a:p>
          <a:p>
            <a:pPr>
              <a:buClr>
                <a:srgbClr val="000000"/>
              </a:buClr>
              <a:buFont typeface="Arial"/>
              <a:buNone/>
            </a:pPr>
            <a:r>
              <a:rPr lang="en-US" b="1" kern="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+2</a:t>
            </a:r>
            <a:r>
              <a:rPr lang="en-US" b="1" kern="0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=6</a:t>
            </a:r>
            <a:endParaRPr sz="1400" kern="0" dirty="0">
              <a:solidFill>
                <a:srgbClr val="7030A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4" name="Google Shape;237;p8">
            <a:extLst>
              <a:ext uri="{FF2B5EF4-FFF2-40B4-BE49-F238E27FC236}">
                <a16:creationId xmlns:a16="http://schemas.microsoft.com/office/drawing/2014/main" id="{25C7FFB5-72A1-9635-11E7-10ED0961436F}"/>
              </a:ext>
            </a:extLst>
          </p:cNvPr>
          <p:cNvSpPr txBox="1"/>
          <p:nvPr/>
        </p:nvSpPr>
        <p:spPr>
          <a:xfrm>
            <a:off x="6944007" y="291974"/>
            <a:ext cx="171110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-US" b="1" kern="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1+1+1+1 = 4</a:t>
            </a: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5" name="Google Shape;238;p8">
            <a:extLst>
              <a:ext uri="{FF2B5EF4-FFF2-40B4-BE49-F238E27FC236}">
                <a16:creationId xmlns:a16="http://schemas.microsoft.com/office/drawing/2014/main" id="{70AED26A-61C1-FCD9-1E90-89FE4F9E2046}"/>
              </a:ext>
            </a:extLst>
          </p:cNvPr>
          <p:cNvSpPr txBox="1"/>
          <p:nvPr/>
        </p:nvSpPr>
        <p:spPr>
          <a:xfrm>
            <a:off x="1229763" y="1539844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-US" b="1" kern="0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1+1+1+1+1</a:t>
            </a:r>
            <a:r>
              <a:rPr lang="en-US" b="1" kern="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+1</a:t>
            </a:r>
            <a:r>
              <a:rPr lang="en-US" b="1" kern="0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=6</a:t>
            </a:r>
            <a:endParaRPr sz="1400" kern="0" dirty="0">
              <a:solidFill>
                <a:srgbClr val="7030A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6" name="Google Shape;239;p8">
            <a:extLst>
              <a:ext uri="{FF2B5EF4-FFF2-40B4-BE49-F238E27FC236}">
                <a16:creationId xmlns:a16="http://schemas.microsoft.com/office/drawing/2014/main" id="{9D3E7AC8-59EF-93BB-558D-3DF8F5132A20}"/>
              </a:ext>
            </a:extLst>
          </p:cNvPr>
          <p:cNvSpPr txBox="1"/>
          <p:nvPr/>
        </p:nvSpPr>
        <p:spPr>
          <a:xfrm>
            <a:off x="5170283" y="1493872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-US" b="1" kern="0" dirty="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</a:t>
            </a:r>
            <a:r>
              <a:rPr lang="en-US" b="1" kern="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+1</a:t>
            </a:r>
            <a:endParaRPr sz="1400" kern="0" dirty="0">
              <a:solidFill>
                <a:srgbClr val="FF0000"/>
              </a:solidFill>
              <a:latin typeface="Arial"/>
              <a:cs typeface="Arial"/>
              <a:sym typeface="Arial"/>
            </a:endParaRPr>
          </a:p>
          <a:p>
            <a:pPr>
              <a:buClr>
                <a:srgbClr val="000000"/>
              </a:buClr>
              <a:buFont typeface="Arial"/>
              <a:buNone/>
            </a:pPr>
            <a:r>
              <a:rPr lang="en-US" b="1" kern="0" dirty="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=4</a:t>
            </a:r>
            <a:endParaRPr sz="14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7" name="Google Shape;240;p8">
            <a:extLst>
              <a:ext uri="{FF2B5EF4-FFF2-40B4-BE49-F238E27FC236}">
                <a16:creationId xmlns:a16="http://schemas.microsoft.com/office/drawing/2014/main" id="{38830676-F075-9C17-C7EF-93123BA6939D}"/>
              </a:ext>
            </a:extLst>
          </p:cNvPr>
          <p:cNvSpPr txBox="1"/>
          <p:nvPr/>
        </p:nvSpPr>
        <p:spPr>
          <a:xfrm>
            <a:off x="8347295" y="1539842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-US" b="1" kern="0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1+1+1+1+1</a:t>
            </a:r>
            <a:r>
              <a:rPr lang="en-US" b="1" kern="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+1</a:t>
            </a:r>
            <a:r>
              <a:rPr lang="en-US" b="1" kern="0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=6</a:t>
            </a:r>
            <a:endParaRPr sz="1400" kern="0" dirty="0">
              <a:solidFill>
                <a:srgbClr val="7030A0"/>
              </a:solidFill>
              <a:latin typeface="Arial"/>
              <a:cs typeface="Arial"/>
              <a:sym typeface="Arial"/>
            </a:endParaRPr>
          </a:p>
        </p:txBody>
      </p:sp>
      <p:cxnSp>
        <p:nvCxnSpPr>
          <p:cNvPr id="4" name="Google Shape;255;p9">
            <a:extLst>
              <a:ext uri="{FF2B5EF4-FFF2-40B4-BE49-F238E27FC236}">
                <a16:creationId xmlns:a16="http://schemas.microsoft.com/office/drawing/2014/main" id="{7F015531-6075-1DED-D378-5631D84150B4}"/>
              </a:ext>
            </a:extLst>
          </p:cNvPr>
          <p:cNvCxnSpPr/>
          <p:nvPr/>
        </p:nvCxnSpPr>
        <p:spPr>
          <a:xfrm rot="10800000" flipH="1">
            <a:off x="4304091" y="3470290"/>
            <a:ext cx="153909" cy="835422"/>
          </a:xfrm>
          <a:prstGeom prst="straightConnector1">
            <a:avLst/>
          </a:prstGeom>
          <a:noFill/>
          <a:ln w="9525" cap="flat" cmpd="sng">
            <a:solidFill>
              <a:srgbClr val="2581BC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" name="Google Shape;256;p9">
            <a:extLst>
              <a:ext uri="{FF2B5EF4-FFF2-40B4-BE49-F238E27FC236}">
                <a16:creationId xmlns:a16="http://schemas.microsoft.com/office/drawing/2014/main" id="{D619EB1D-A341-4F89-8B53-C2779AC74DC4}"/>
              </a:ext>
            </a:extLst>
          </p:cNvPr>
          <p:cNvCxnSpPr/>
          <p:nvPr/>
        </p:nvCxnSpPr>
        <p:spPr>
          <a:xfrm rot="10800000" flipH="1">
            <a:off x="6521058" y="3470290"/>
            <a:ext cx="209362" cy="869134"/>
          </a:xfrm>
          <a:prstGeom prst="straightConnector1">
            <a:avLst/>
          </a:prstGeom>
          <a:noFill/>
          <a:ln w="9525" cap="flat" cmpd="sng">
            <a:solidFill>
              <a:srgbClr val="2581BC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1" name="Google Shape;257;p9">
            <a:extLst>
              <a:ext uri="{FF2B5EF4-FFF2-40B4-BE49-F238E27FC236}">
                <a16:creationId xmlns:a16="http://schemas.microsoft.com/office/drawing/2014/main" id="{128A4596-33D0-F75A-89C5-5906A5A8B3C5}"/>
              </a:ext>
            </a:extLst>
          </p:cNvPr>
          <p:cNvSpPr txBox="1"/>
          <p:nvPr/>
        </p:nvSpPr>
        <p:spPr>
          <a:xfrm>
            <a:off x="4107744" y="4226982"/>
            <a:ext cx="86083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old</a:t>
            </a:r>
            <a:endParaRPr/>
          </a:p>
        </p:txBody>
      </p:sp>
      <p:sp>
        <p:nvSpPr>
          <p:cNvPr id="18" name="Google Shape;258;p9">
            <a:extLst>
              <a:ext uri="{FF2B5EF4-FFF2-40B4-BE49-F238E27FC236}">
                <a16:creationId xmlns:a16="http://schemas.microsoft.com/office/drawing/2014/main" id="{CE4A8C3D-6934-1E86-41AB-C316FDF75C4F}"/>
              </a:ext>
            </a:extLst>
          </p:cNvPr>
          <p:cNvSpPr txBox="1"/>
          <p:nvPr/>
        </p:nvSpPr>
        <p:spPr>
          <a:xfrm>
            <a:off x="6264920" y="4226982"/>
            <a:ext cx="86083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new</a:t>
            </a:r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21B6978-1BC6-FC60-EE16-E9C8EEC144F3}"/>
              </a:ext>
            </a:extLst>
          </p:cNvPr>
          <p:cNvSpPr/>
          <p:nvPr/>
        </p:nvSpPr>
        <p:spPr>
          <a:xfrm>
            <a:off x="729912" y="4817807"/>
            <a:ext cx="4080898" cy="170098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We Choose the Older one (The one we drew First)</a:t>
            </a:r>
          </a:p>
          <a:p>
            <a:pPr algn="ctr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789385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AD5E6-694E-0C3D-B8B8-A60F3C2EE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Google Shape;270;p10">
            <a:extLst>
              <a:ext uri="{FF2B5EF4-FFF2-40B4-BE49-F238E27FC236}">
                <a16:creationId xmlns:a16="http://schemas.microsoft.com/office/drawing/2014/main" id="{7904E909-DC27-9CAE-77A5-74F9C9376EF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b="35703"/>
          <a:stretch/>
        </p:blipFill>
        <p:spPr>
          <a:xfrm>
            <a:off x="0" y="-1"/>
            <a:ext cx="12192000" cy="440903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273;p10">
            <a:extLst>
              <a:ext uri="{FF2B5EF4-FFF2-40B4-BE49-F238E27FC236}">
                <a16:creationId xmlns:a16="http://schemas.microsoft.com/office/drawing/2014/main" id="{C39951EC-8060-CB54-8554-96113F473DA9}"/>
              </a:ext>
            </a:extLst>
          </p:cNvPr>
          <p:cNvSpPr/>
          <p:nvPr/>
        </p:nvSpPr>
        <p:spPr>
          <a:xfrm>
            <a:off x="6096000" y="0"/>
            <a:ext cx="2441418" cy="860079"/>
          </a:xfrm>
          <a:prstGeom prst="roundRect">
            <a:avLst>
              <a:gd name="adj" fmla="val 16667"/>
            </a:avLst>
          </a:prstGeom>
          <a:solidFill>
            <a:srgbClr val="F7EBD9">
              <a:alpha val="9803"/>
            </a:srgbClr>
          </a:solidFill>
          <a:ln w="15875" cap="flat" cmpd="sng">
            <a:solidFill>
              <a:srgbClr val="000000">
                <a:alpha val="2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7" name="Google Shape;274;p10">
            <a:extLst>
              <a:ext uri="{FF2B5EF4-FFF2-40B4-BE49-F238E27FC236}">
                <a16:creationId xmlns:a16="http://schemas.microsoft.com/office/drawing/2014/main" id="{A84B2BD0-227E-6140-BFF8-E9F6FF73BEA8}"/>
              </a:ext>
            </a:extLst>
          </p:cNvPr>
          <p:cNvSpPr/>
          <p:nvPr/>
        </p:nvSpPr>
        <p:spPr>
          <a:xfrm>
            <a:off x="5204233" y="1210663"/>
            <a:ext cx="2441418" cy="860079"/>
          </a:xfrm>
          <a:prstGeom prst="roundRect">
            <a:avLst>
              <a:gd name="adj" fmla="val 16667"/>
            </a:avLst>
          </a:prstGeom>
          <a:solidFill>
            <a:srgbClr val="F7EBD9">
              <a:alpha val="9803"/>
            </a:srgbClr>
          </a:solidFill>
          <a:ln w="15875" cap="flat" cmpd="sng">
            <a:solidFill>
              <a:srgbClr val="000000">
                <a:alpha val="2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8" name="Google Shape;275;p10">
            <a:extLst>
              <a:ext uri="{FF2B5EF4-FFF2-40B4-BE49-F238E27FC236}">
                <a16:creationId xmlns:a16="http://schemas.microsoft.com/office/drawing/2014/main" id="{B6E62810-FD05-4C84-4FEF-4DCA170B20A4}"/>
              </a:ext>
            </a:extLst>
          </p:cNvPr>
          <p:cNvSpPr/>
          <p:nvPr/>
        </p:nvSpPr>
        <p:spPr>
          <a:xfrm>
            <a:off x="334147" y="1964601"/>
            <a:ext cx="3712752" cy="1348967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9" name="Google Shape;276;p10">
            <a:extLst>
              <a:ext uri="{FF2B5EF4-FFF2-40B4-BE49-F238E27FC236}">
                <a16:creationId xmlns:a16="http://schemas.microsoft.com/office/drawing/2014/main" id="{BEC68FA1-BA12-1D16-1D6A-18169991B19A}"/>
              </a:ext>
            </a:extLst>
          </p:cNvPr>
          <p:cNvSpPr/>
          <p:nvPr/>
        </p:nvSpPr>
        <p:spPr>
          <a:xfrm>
            <a:off x="9251132" y="1963611"/>
            <a:ext cx="2940868" cy="1348967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0" name="Google Shape;277;p10">
            <a:extLst>
              <a:ext uri="{FF2B5EF4-FFF2-40B4-BE49-F238E27FC236}">
                <a16:creationId xmlns:a16="http://schemas.microsoft.com/office/drawing/2014/main" id="{A2FA5D4E-3848-A599-805B-E2DF6053A17D}"/>
              </a:ext>
            </a:extLst>
          </p:cNvPr>
          <p:cNvSpPr/>
          <p:nvPr/>
        </p:nvSpPr>
        <p:spPr>
          <a:xfrm>
            <a:off x="59333" y="3050972"/>
            <a:ext cx="3414557" cy="1348967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1" name="Google Shape;278;p10">
            <a:extLst>
              <a:ext uri="{FF2B5EF4-FFF2-40B4-BE49-F238E27FC236}">
                <a16:creationId xmlns:a16="http://schemas.microsoft.com/office/drawing/2014/main" id="{26DEFF9F-66D4-658C-4393-5C9B0E577A7C}"/>
              </a:ext>
            </a:extLst>
          </p:cNvPr>
          <p:cNvSpPr/>
          <p:nvPr/>
        </p:nvSpPr>
        <p:spPr>
          <a:xfrm>
            <a:off x="2826190" y="2414989"/>
            <a:ext cx="2441418" cy="860079"/>
          </a:xfrm>
          <a:prstGeom prst="roundRect">
            <a:avLst>
              <a:gd name="adj" fmla="val 16667"/>
            </a:avLst>
          </a:prstGeom>
          <a:solidFill>
            <a:srgbClr val="F7EBD9">
              <a:alpha val="9803"/>
            </a:srgbClr>
          </a:solidFill>
          <a:ln w="15875" cap="flat" cmpd="sng">
            <a:solidFill>
              <a:srgbClr val="000000">
                <a:alpha val="2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3" name="Google Shape;280;p10">
            <a:extLst>
              <a:ext uri="{FF2B5EF4-FFF2-40B4-BE49-F238E27FC236}">
                <a16:creationId xmlns:a16="http://schemas.microsoft.com/office/drawing/2014/main" id="{8802B001-7F6C-025E-6B44-F2667E7365D7}"/>
              </a:ext>
            </a:extLst>
          </p:cNvPr>
          <p:cNvSpPr/>
          <p:nvPr/>
        </p:nvSpPr>
        <p:spPr>
          <a:xfrm>
            <a:off x="5542422" y="3193890"/>
            <a:ext cx="6507740" cy="1206049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6" name="Google Shape;283;p10">
            <a:extLst>
              <a:ext uri="{FF2B5EF4-FFF2-40B4-BE49-F238E27FC236}">
                <a16:creationId xmlns:a16="http://schemas.microsoft.com/office/drawing/2014/main" id="{8014FACC-93D7-2CAD-676E-460896CEB3C3}"/>
              </a:ext>
            </a:extLst>
          </p:cNvPr>
          <p:cNvSpPr txBox="1"/>
          <p:nvPr/>
        </p:nvSpPr>
        <p:spPr>
          <a:xfrm>
            <a:off x="3276600" y="2547560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C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+2</a:t>
            </a:r>
            <a:r>
              <a:rPr lang="en-US" sz="1800" b="1" dirty="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=5</a:t>
            </a:r>
            <a:endParaRPr dirty="0"/>
          </a:p>
        </p:txBody>
      </p:sp>
      <p:sp>
        <p:nvSpPr>
          <p:cNvPr id="17" name="Google Shape;284;p10">
            <a:extLst>
              <a:ext uri="{FF2B5EF4-FFF2-40B4-BE49-F238E27FC236}">
                <a16:creationId xmlns:a16="http://schemas.microsoft.com/office/drawing/2014/main" id="{1CB28AD1-D6F7-CA5F-7FE8-FDE94289F077}"/>
              </a:ext>
            </a:extLst>
          </p:cNvPr>
          <p:cNvSpPr txBox="1"/>
          <p:nvPr/>
        </p:nvSpPr>
        <p:spPr>
          <a:xfrm>
            <a:off x="5493567" y="2547559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</a:t>
            </a:r>
            <a:endParaRPr dirty="0">
              <a:solidFill>
                <a:srgbClr val="7030A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C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+2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=5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18" name="Google Shape;285;p10">
            <a:extLst>
              <a:ext uri="{FF2B5EF4-FFF2-40B4-BE49-F238E27FC236}">
                <a16:creationId xmlns:a16="http://schemas.microsoft.com/office/drawing/2014/main" id="{8F2C41B0-BB0C-0D30-2C20-60C133B93414}"/>
              </a:ext>
            </a:extLst>
          </p:cNvPr>
          <p:cNvSpPr txBox="1"/>
          <p:nvPr/>
        </p:nvSpPr>
        <p:spPr>
          <a:xfrm>
            <a:off x="7435720" y="2521864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1+1+1+1</a:t>
            </a:r>
            <a:endParaRPr dirty="0">
              <a:solidFill>
                <a:srgbClr val="7030A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C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+2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=6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19" name="Google Shape;286;p10">
            <a:extLst>
              <a:ext uri="{FF2B5EF4-FFF2-40B4-BE49-F238E27FC236}">
                <a16:creationId xmlns:a16="http://schemas.microsoft.com/office/drawing/2014/main" id="{B87A4953-CBDB-E652-5950-4A0DD2B6CD1F}"/>
              </a:ext>
            </a:extLst>
          </p:cNvPr>
          <p:cNvSpPr txBox="1"/>
          <p:nvPr/>
        </p:nvSpPr>
        <p:spPr>
          <a:xfrm>
            <a:off x="6944007" y="176542"/>
            <a:ext cx="171110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1+1+1+1 = 4</a:t>
            </a:r>
            <a:endParaRPr/>
          </a:p>
        </p:txBody>
      </p:sp>
      <p:sp>
        <p:nvSpPr>
          <p:cNvPr id="20" name="Google Shape;287;p10">
            <a:extLst>
              <a:ext uri="{FF2B5EF4-FFF2-40B4-BE49-F238E27FC236}">
                <a16:creationId xmlns:a16="http://schemas.microsoft.com/office/drawing/2014/main" id="{D9C86EC8-05D3-25AE-CDD5-863C0E0987EB}"/>
              </a:ext>
            </a:extLst>
          </p:cNvPr>
          <p:cNvSpPr txBox="1"/>
          <p:nvPr/>
        </p:nvSpPr>
        <p:spPr>
          <a:xfrm>
            <a:off x="1229763" y="1424412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1+1+1+1+1</a:t>
            </a:r>
            <a:r>
              <a:rPr lang="en-US" sz="1800" b="1" dirty="0">
                <a:solidFill>
                  <a:srgbClr val="C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+1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=6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21" name="Google Shape;288;p10">
            <a:extLst>
              <a:ext uri="{FF2B5EF4-FFF2-40B4-BE49-F238E27FC236}">
                <a16:creationId xmlns:a16="http://schemas.microsoft.com/office/drawing/2014/main" id="{28F61FE9-BF3E-B503-7A19-CA5BE8FD1761}"/>
              </a:ext>
            </a:extLst>
          </p:cNvPr>
          <p:cNvSpPr txBox="1"/>
          <p:nvPr/>
        </p:nvSpPr>
        <p:spPr>
          <a:xfrm>
            <a:off x="5170283" y="1378440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</a:t>
            </a:r>
            <a:r>
              <a:rPr lang="en-US" sz="1800" b="1">
                <a:solidFill>
                  <a:srgbClr val="C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+1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=4</a:t>
            </a:r>
            <a:endParaRPr/>
          </a:p>
        </p:txBody>
      </p:sp>
      <p:sp>
        <p:nvSpPr>
          <p:cNvPr id="22" name="Google Shape;289;p10">
            <a:extLst>
              <a:ext uri="{FF2B5EF4-FFF2-40B4-BE49-F238E27FC236}">
                <a16:creationId xmlns:a16="http://schemas.microsoft.com/office/drawing/2014/main" id="{E1F94492-6A55-D54D-B533-381C94EA39B3}"/>
              </a:ext>
            </a:extLst>
          </p:cNvPr>
          <p:cNvSpPr txBox="1"/>
          <p:nvPr/>
        </p:nvSpPr>
        <p:spPr>
          <a:xfrm>
            <a:off x="8347295" y="1424410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1+1+1+1+1</a:t>
            </a:r>
            <a:r>
              <a:rPr lang="en-US" sz="1800" b="1" dirty="0">
                <a:solidFill>
                  <a:srgbClr val="C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+1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=6</a:t>
            </a:r>
            <a:endParaRPr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29329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0B976-3FE6-2A49-1FB3-799447660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A9815-EC9A-4701-6ABA-ABC5DB80D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Google Shape;270;p10">
            <a:extLst>
              <a:ext uri="{FF2B5EF4-FFF2-40B4-BE49-F238E27FC236}">
                <a16:creationId xmlns:a16="http://schemas.microsoft.com/office/drawing/2014/main" id="{3F39077A-FC76-80A6-1C15-A1593641FED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b="35703"/>
          <a:stretch/>
        </p:blipFill>
        <p:spPr>
          <a:xfrm>
            <a:off x="0" y="-1"/>
            <a:ext cx="12192000" cy="440903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273;p10">
            <a:extLst>
              <a:ext uri="{FF2B5EF4-FFF2-40B4-BE49-F238E27FC236}">
                <a16:creationId xmlns:a16="http://schemas.microsoft.com/office/drawing/2014/main" id="{EE8F7321-BFD5-CF54-0091-7A0CD8B490CA}"/>
              </a:ext>
            </a:extLst>
          </p:cNvPr>
          <p:cNvSpPr/>
          <p:nvPr/>
        </p:nvSpPr>
        <p:spPr>
          <a:xfrm>
            <a:off x="6096000" y="0"/>
            <a:ext cx="2441418" cy="860079"/>
          </a:xfrm>
          <a:prstGeom prst="roundRect">
            <a:avLst>
              <a:gd name="adj" fmla="val 16667"/>
            </a:avLst>
          </a:prstGeom>
          <a:solidFill>
            <a:srgbClr val="F7EBD9">
              <a:alpha val="9803"/>
            </a:srgbClr>
          </a:solidFill>
          <a:ln w="15875" cap="flat" cmpd="sng">
            <a:solidFill>
              <a:srgbClr val="000000">
                <a:alpha val="2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7" name="Google Shape;274;p10">
            <a:extLst>
              <a:ext uri="{FF2B5EF4-FFF2-40B4-BE49-F238E27FC236}">
                <a16:creationId xmlns:a16="http://schemas.microsoft.com/office/drawing/2014/main" id="{F841CDC6-1173-73EB-FA88-9B17D220B6E0}"/>
              </a:ext>
            </a:extLst>
          </p:cNvPr>
          <p:cNvSpPr/>
          <p:nvPr/>
        </p:nvSpPr>
        <p:spPr>
          <a:xfrm>
            <a:off x="5204233" y="1210663"/>
            <a:ext cx="2441418" cy="860079"/>
          </a:xfrm>
          <a:prstGeom prst="roundRect">
            <a:avLst>
              <a:gd name="adj" fmla="val 16667"/>
            </a:avLst>
          </a:prstGeom>
          <a:solidFill>
            <a:srgbClr val="F7EBD9">
              <a:alpha val="9803"/>
            </a:srgbClr>
          </a:solidFill>
          <a:ln w="15875" cap="flat" cmpd="sng">
            <a:solidFill>
              <a:srgbClr val="000000">
                <a:alpha val="2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8" name="Google Shape;275;p10">
            <a:extLst>
              <a:ext uri="{FF2B5EF4-FFF2-40B4-BE49-F238E27FC236}">
                <a16:creationId xmlns:a16="http://schemas.microsoft.com/office/drawing/2014/main" id="{C73A2C33-6C85-DEA3-1E15-4E6BF09CA738}"/>
              </a:ext>
            </a:extLst>
          </p:cNvPr>
          <p:cNvSpPr/>
          <p:nvPr/>
        </p:nvSpPr>
        <p:spPr>
          <a:xfrm>
            <a:off x="334147" y="1964601"/>
            <a:ext cx="3712752" cy="1348967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9" name="Google Shape;276;p10">
            <a:extLst>
              <a:ext uri="{FF2B5EF4-FFF2-40B4-BE49-F238E27FC236}">
                <a16:creationId xmlns:a16="http://schemas.microsoft.com/office/drawing/2014/main" id="{5C68EEA2-03F7-3434-BDF3-D1CEC96BC9F9}"/>
              </a:ext>
            </a:extLst>
          </p:cNvPr>
          <p:cNvSpPr/>
          <p:nvPr/>
        </p:nvSpPr>
        <p:spPr>
          <a:xfrm>
            <a:off x="9251132" y="1963611"/>
            <a:ext cx="2940868" cy="1348967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0" name="Google Shape;277;p10">
            <a:extLst>
              <a:ext uri="{FF2B5EF4-FFF2-40B4-BE49-F238E27FC236}">
                <a16:creationId xmlns:a16="http://schemas.microsoft.com/office/drawing/2014/main" id="{8BC3AE76-D6AB-2F4E-6485-1B0B877E7C7E}"/>
              </a:ext>
            </a:extLst>
          </p:cNvPr>
          <p:cNvSpPr/>
          <p:nvPr/>
        </p:nvSpPr>
        <p:spPr>
          <a:xfrm>
            <a:off x="59333" y="3050972"/>
            <a:ext cx="3414557" cy="1348967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1" name="Google Shape;278;p10">
            <a:extLst>
              <a:ext uri="{FF2B5EF4-FFF2-40B4-BE49-F238E27FC236}">
                <a16:creationId xmlns:a16="http://schemas.microsoft.com/office/drawing/2014/main" id="{2C00AB28-48ED-6D7B-3605-A3755B11924E}"/>
              </a:ext>
            </a:extLst>
          </p:cNvPr>
          <p:cNvSpPr/>
          <p:nvPr/>
        </p:nvSpPr>
        <p:spPr>
          <a:xfrm>
            <a:off x="2826190" y="2414989"/>
            <a:ext cx="2441418" cy="860079"/>
          </a:xfrm>
          <a:prstGeom prst="roundRect">
            <a:avLst>
              <a:gd name="adj" fmla="val 16667"/>
            </a:avLst>
          </a:prstGeom>
          <a:solidFill>
            <a:srgbClr val="F7EBD9">
              <a:alpha val="9803"/>
            </a:srgbClr>
          </a:solidFill>
          <a:ln w="15875" cap="flat" cmpd="sng">
            <a:solidFill>
              <a:srgbClr val="000000">
                <a:alpha val="2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3" name="Google Shape;280;p10">
            <a:extLst>
              <a:ext uri="{FF2B5EF4-FFF2-40B4-BE49-F238E27FC236}">
                <a16:creationId xmlns:a16="http://schemas.microsoft.com/office/drawing/2014/main" id="{8476CD77-7135-F30D-0556-B83D3B503177}"/>
              </a:ext>
            </a:extLst>
          </p:cNvPr>
          <p:cNvSpPr/>
          <p:nvPr/>
        </p:nvSpPr>
        <p:spPr>
          <a:xfrm>
            <a:off x="5542422" y="3193890"/>
            <a:ext cx="6507740" cy="1206049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4" name="Google Shape;281;p10">
            <a:extLst>
              <a:ext uri="{FF2B5EF4-FFF2-40B4-BE49-F238E27FC236}">
                <a16:creationId xmlns:a16="http://schemas.microsoft.com/office/drawing/2014/main" id="{DB3463CB-91C1-FA8B-CEBC-439F8E027D44}"/>
              </a:ext>
            </a:extLst>
          </p:cNvPr>
          <p:cNvSpPr txBox="1"/>
          <p:nvPr/>
        </p:nvSpPr>
        <p:spPr>
          <a:xfrm>
            <a:off x="2708119" y="3715108"/>
            <a:ext cx="175788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</a:t>
            </a:r>
            <a:endParaRPr dirty="0">
              <a:solidFill>
                <a:srgbClr val="7030A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C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+3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=6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15" name="Google Shape;282;p10">
            <a:extLst>
              <a:ext uri="{FF2B5EF4-FFF2-40B4-BE49-F238E27FC236}">
                <a16:creationId xmlns:a16="http://schemas.microsoft.com/office/drawing/2014/main" id="{01F2B7B9-B4DB-291A-9D58-6BCA8FC0E1AC}"/>
              </a:ext>
            </a:extLst>
          </p:cNvPr>
          <p:cNvSpPr txBox="1"/>
          <p:nvPr/>
        </p:nvSpPr>
        <p:spPr>
          <a:xfrm>
            <a:off x="5493567" y="3755127"/>
            <a:ext cx="175788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1+1+1+1</a:t>
            </a:r>
            <a:r>
              <a:rPr lang="en-US" sz="1800" b="1" dirty="0">
                <a:solidFill>
                  <a:srgbClr val="C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+3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=7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16" name="Google Shape;283;p10">
            <a:extLst>
              <a:ext uri="{FF2B5EF4-FFF2-40B4-BE49-F238E27FC236}">
                <a16:creationId xmlns:a16="http://schemas.microsoft.com/office/drawing/2014/main" id="{90DCA070-9A88-6A0F-AF22-6311F6CAF2E7}"/>
              </a:ext>
            </a:extLst>
          </p:cNvPr>
          <p:cNvSpPr txBox="1"/>
          <p:nvPr/>
        </p:nvSpPr>
        <p:spPr>
          <a:xfrm>
            <a:off x="3276600" y="2547560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C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+2</a:t>
            </a:r>
            <a:r>
              <a:rPr lang="en-US" sz="1800" b="1" dirty="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=5</a:t>
            </a:r>
            <a:endParaRPr dirty="0"/>
          </a:p>
        </p:txBody>
      </p:sp>
      <p:sp>
        <p:nvSpPr>
          <p:cNvPr id="17" name="Google Shape;284;p10">
            <a:extLst>
              <a:ext uri="{FF2B5EF4-FFF2-40B4-BE49-F238E27FC236}">
                <a16:creationId xmlns:a16="http://schemas.microsoft.com/office/drawing/2014/main" id="{F2D48A8B-2DC0-D258-6444-9D6568CFB3B9}"/>
              </a:ext>
            </a:extLst>
          </p:cNvPr>
          <p:cNvSpPr txBox="1"/>
          <p:nvPr/>
        </p:nvSpPr>
        <p:spPr>
          <a:xfrm>
            <a:off x="5493567" y="2547559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</a:t>
            </a:r>
            <a:endParaRPr dirty="0">
              <a:solidFill>
                <a:srgbClr val="7030A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C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+2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=5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18" name="Google Shape;285;p10">
            <a:extLst>
              <a:ext uri="{FF2B5EF4-FFF2-40B4-BE49-F238E27FC236}">
                <a16:creationId xmlns:a16="http://schemas.microsoft.com/office/drawing/2014/main" id="{06A4DD43-AADE-9F13-6702-2D1202C2B40E}"/>
              </a:ext>
            </a:extLst>
          </p:cNvPr>
          <p:cNvSpPr txBox="1"/>
          <p:nvPr/>
        </p:nvSpPr>
        <p:spPr>
          <a:xfrm>
            <a:off x="7435720" y="2521864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1+1+1+1</a:t>
            </a:r>
            <a:endParaRPr dirty="0">
              <a:solidFill>
                <a:srgbClr val="7030A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C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+2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=6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19" name="Google Shape;286;p10">
            <a:extLst>
              <a:ext uri="{FF2B5EF4-FFF2-40B4-BE49-F238E27FC236}">
                <a16:creationId xmlns:a16="http://schemas.microsoft.com/office/drawing/2014/main" id="{787A86C7-FA88-6137-B6BC-5BA15549A5AC}"/>
              </a:ext>
            </a:extLst>
          </p:cNvPr>
          <p:cNvSpPr txBox="1"/>
          <p:nvPr/>
        </p:nvSpPr>
        <p:spPr>
          <a:xfrm>
            <a:off x="6944007" y="176542"/>
            <a:ext cx="171110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1+1+1+1 = 4</a:t>
            </a:r>
            <a:endParaRPr/>
          </a:p>
        </p:txBody>
      </p:sp>
      <p:sp>
        <p:nvSpPr>
          <p:cNvPr id="20" name="Google Shape;287;p10">
            <a:extLst>
              <a:ext uri="{FF2B5EF4-FFF2-40B4-BE49-F238E27FC236}">
                <a16:creationId xmlns:a16="http://schemas.microsoft.com/office/drawing/2014/main" id="{4B645DDC-DAD0-A68A-9314-EB919206F14A}"/>
              </a:ext>
            </a:extLst>
          </p:cNvPr>
          <p:cNvSpPr txBox="1"/>
          <p:nvPr/>
        </p:nvSpPr>
        <p:spPr>
          <a:xfrm>
            <a:off x="1229763" y="1424412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1+1+1+1+1</a:t>
            </a:r>
            <a:r>
              <a:rPr lang="en-US" sz="1800" b="1" dirty="0">
                <a:solidFill>
                  <a:srgbClr val="C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+1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=6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21" name="Google Shape;288;p10">
            <a:extLst>
              <a:ext uri="{FF2B5EF4-FFF2-40B4-BE49-F238E27FC236}">
                <a16:creationId xmlns:a16="http://schemas.microsoft.com/office/drawing/2014/main" id="{D29C763A-B026-3A7B-D043-BCB94FF1CC6E}"/>
              </a:ext>
            </a:extLst>
          </p:cNvPr>
          <p:cNvSpPr txBox="1"/>
          <p:nvPr/>
        </p:nvSpPr>
        <p:spPr>
          <a:xfrm>
            <a:off x="5170283" y="1378440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</a:t>
            </a:r>
            <a:r>
              <a:rPr lang="en-US" sz="1800" b="1">
                <a:solidFill>
                  <a:srgbClr val="C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+1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=4</a:t>
            </a:r>
            <a:endParaRPr/>
          </a:p>
        </p:txBody>
      </p:sp>
      <p:sp>
        <p:nvSpPr>
          <p:cNvPr id="22" name="Google Shape;289;p10">
            <a:extLst>
              <a:ext uri="{FF2B5EF4-FFF2-40B4-BE49-F238E27FC236}">
                <a16:creationId xmlns:a16="http://schemas.microsoft.com/office/drawing/2014/main" id="{B4A58E1F-5480-86FA-1A74-0240A329D857}"/>
              </a:ext>
            </a:extLst>
          </p:cNvPr>
          <p:cNvSpPr txBox="1"/>
          <p:nvPr/>
        </p:nvSpPr>
        <p:spPr>
          <a:xfrm>
            <a:off x="8347295" y="1424410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1+1+1+1+1</a:t>
            </a:r>
            <a:r>
              <a:rPr lang="en-US" sz="1800" b="1" dirty="0">
                <a:solidFill>
                  <a:srgbClr val="C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+1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=6</a:t>
            </a:r>
            <a:endParaRPr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04889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3A11A-C12D-2B16-7BA9-A567C510D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B4083-30A7-B655-3BFD-A418D9839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Google Shape;270;p10">
            <a:extLst>
              <a:ext uri="{FF2B5EF4-FFF2-40B4-BE49-F238E27FC236}">
                <a16:creationId xmlns:a16="http://schemas.microsoft.com/office/drawing/2014/main" id="{730971E1-45CD-D61F-3594-B04D69A44A7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b="35703"/>
          <a:stretch/>
        </p:blipFill>
        <p:spPr>
          <a:xfrm>
            <a:off x="0" y="-1"/>
            <a:ext cx="12192000" cy="440903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273;p10">
            <a:extLst>
              <a:ext uri="{FF2B5EF4-FFF2-40B4-BE49-F238E27FC236}">
                <a16:creationId xmlns:a16="http://schemas.microsoft.com/office/drawing/2014/main" id="{918B6CDA-7AC1-3232-B3FF-1E1355FFBB28}"/>
              </a:ext>
            </a:extLst>
          </p:cNvPr>
          <p:cNvSpPr/>
          <p:nvPr/>
        </p:nvSpPr>
        <p:spPr>
          <a:xfrm>
            <a:off x="6096000" y="0"/>
            <a:ext cx="2441418" cy="860079"/>
          </a:xfrm>
          <a:prstGeom prst="roundRect">
            <a:avLst>
              <a:gd name="adj" fmla="val 16667"/>
            </a:avLst>
          </a:prstGeom>
          <a:solidFill>
            <a:srgbClr val="F7EBD9">
              <a:alpha val="9803"/>
            </a:srgbClr>
          </a:solidFill>
          <a:ln w="15875" cap="flat" cmpd="sng">
            <a:solidFill>
              <a:srgbClr val="000000">
                <a:alpha val="2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7" name="Google Shape;274;p10">
            <a:extLst>
              <a:ext uri="{FF2B5EF4-FFF2-40B4-BE49-F238E27FC236}">
                <a16:creationId xmlns:a16="http://schemas.microsoft.com/office/drawing/2014/main" id="{10226DCA-E7D4-B1AF-04BF-7374AFEAA14D}"/>
              </a:ext>
            </a:extLst>
          </p:cNvPr>
          <p:cNvSpPr/>
          <p:nvPr/>
        </p:nvSpPr>
        <p:spPr>
          <a:xfrm>
            <a:off x="5204233" y="1210663"/>
            <a:ext cx="2441418" cy="860079"/>
          </a:xfrm>
          <a:prstGeom prst="roundRect">
            <a:avLst>
              <a:gd name="adj" fmla="val 16667"/>
            </a:avLst>
          </a:prstGeom>
          <a:solidFill>
            <a:srgbClr val="F7EBD9">
              <a:alpha val="9803"/>
            </a:srgbClr>
          </a:solidFill>
          <a:ln w="15875" cap="flat" cmpd="sng">
            <a:solidFill>
              <a:srgbClr val="000000">
                <a:alpha val="2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8" name="Google Shape;275;p10">
            <a:extLst>
              <a:ext uri="{FF2B5EF4-FFF2-40B4-BE49-F238E27FC236}">
                <a16:creationId xmlns:a16="http://schemas.microsoft.com/office/drawing/2014/main" id="{CC0F6116-E2AD-AE1D-3428-EF37166F6522}"/>
              </a:ext>
            </a:extLst>
          </p:cNvPr>
          <p:cNvSpPr/>
          <p:nvPr/>
        </p:nvSpPr>
        <p:spPr>
          <a:xfrm>
            <a:off x="334147" y="1964601"/>
            <a:ext cx="3712752" cy="1348967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9" name="Google Shape;276;p10">
            <a:extLst>
              <a:ext uri="{FF2B5EF4-FFF2-40B4-BE49-F238E27FC236}">
                <a16:creationId xmlns:a16="http://schemas.microsoft.com/office/drawing/2014/main" id="{709D1FB5-0C43-FA97-D3FC-E71453BD03F4}"/>
              </a:ext>
            </a:extLst>
          </p:cNvPr>
          <p:cNvSpPr/>
          <p:nvPr/>
        </p:nvSpPr>
        <p:spPr>
          <a:xfrm>
            <a:off x="9251132" y="1963611"/>
            <a:ext cx="2940868" cy="1348967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0" name="Google Shape;277;p10">
            <a:extLst>
              <a:ext uri="{FF2B5EF4-FFF2-40B4-BE49-F238E27FC236}">
                <a16:creationId xmlns:a16="http://schemas.microsoft.com/office/drawing/2014/main" id="{3DA2A0C7-8FC5-0496-79DE-154B028752E5}"/>
              </a:ext>
            </a:extLst>
          </p:cNvPr>
          <p:cNvSpPr/>
          <p:nvPr/>
        </p:nvSpPr>
        <p:spPr>
          <a:xfrm>
            <a:off x="59333" y="3050972"/>
            <a:ext cx="3414557" cy="1348967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1" name="Google Shape;278;p10">
            <a:extLst>
              <a:ext uri="{FF2B5EF4-FFF2-40B4-BE49-F238E27FC236}">
                <a16:creationId xmlns:a16="http://schemas.microsoft.com/office/drawing/2014/main" id="{8FB2ECE2-3454-352B-EFD4-52ECC1BF04B8}"/>
              </a:ext>
            </a:extLst>
          </p:cNvPr>
          <p:cNvSpPr/>
          <p:nvPr/>
        </p:nvSpPr>
        <p:spPr>
          <a:xfrm>
            <a:off x="2826190" y="2414989"/>
            <a:ext cx="2441418" cy="860079"/>
          </a:xfrm>
          <a:prstGeom prst="roundRect">
            <a:avLst>
              <a:gd name="adj" fmla="val 16667"/>
            </a:avLst>
          </a:prstGeom>
          <a:solidFill>
            <a:srgbClr val="F7EBD9">
              <a:alpha val="9803"/>
            </a:srgbClr>
          </a:solidFill>
          <a:ln w="15875" cap="flat" cmpd="sng">
            <a:solidFill>
              <a:srgbClr val="000000">
                <a:alpha val="2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3" name="Google Shape;280;p10">
            <a:extLst>
              <a:ext uri="{FF2B5EF4-FFF2-40B4-BE49-F238E27FC236}">
                <a16:creationId xmlns:a16="http://schemas.microsoft.com/office/drawing/2014/main" id="{69743146-0A9D-D122-D61D-B822A7EAFF99}"/>
              </a:ext>
            </a:extLst>
          </p:cNvPr>
          <p:cNvSpPr/>
          <p:nvPr/>
        </p:nvSpPr>
        <p:spPr>
          <a:xfrm>
            <a:off x="5542422" y="3193890"/>
            <a:ext cx="6507740" cy="1206049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4" name="Google Shape;281;p10">
            <a:extLst>
              <a:ext uri="{FF2B5EF4-FFF2-40B4-BE49-F238E27FC236}">
                <a16:creationId xmlns:a16="http://schemas.microsoft.com/office/drawing/2014/main" id="{7643612F-AD43-E42B-1DCF-3995FDCA6EC7}"/>
              </a:ext>
            </a:extLst>
          </p:cNvPr>
          <p:cNvSpPr txBox="1"/>
          <p:nvPr/>
        </p:nvSpPr>
        <p:spPr>
          <a:xfrm>
            <a:off x="2708119" y="3715108"/>
            <a:ext cx="175788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</a:t>
            </a:r>
            <a:endParaRPr dirty="0">
              <a:solidFill>
                <a:srgbClr val="7030A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C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+3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=6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15" name="Google Shape;282;p10">
            <a:extLst>
              <a:ext uri="{FF2B5EF4-FFF2-40B4-BE49-F238E27FC236}">
                <a16:creationId xmlns:a16="http://schemas.microsoft.com/office/drawing/2014/main" id="{02433B15-7A5C-4483-F9D6-0A900AF17A40}"/>
              </a:ext>
            </a:extLst>
          </p:cNvPr>
          <p:cNvSpPr txBox="1"/>
          <p:nvPr/>
        </p:nvSpPr>
        <p:spPr>
          <a:xfrm>
            <a:off x="5493567" y="3755127"/>
            <a:ext cx="175788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1+1+1+1</a:t>
            </a:r>
            <a:r>
              <a:rPr lang="en-US" sz="1800" b="1" dirty="0">
                <a:solidFill>
                  <a:srgbClr val="C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+3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=7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16" name="Google Shape;283;p10">
            <a:extLst>
              <a:ext uri="{FF2B5EF4-FFF2-40B4-BE49-F238E27FC236}">
                <a16:creationId xmlns:a16="http://schemas.microsoft.com/office/drawing/2014/main" id="{5AA0928E-AF5B-5EF8-24F9-56EA001FA8A1}"/>
              </a:ext>
            </a:extLst>
          </p:cNvPr>
          <p:cNvSpPr txBox="1"/>
          <p:nvPr/>
        </p:nvSpPr>
        <p:spPr>
          <a:xfrm>
            <a:off x="3276600" y="2547560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C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+2</a:t>
            </a:r>
            <a:r>
              <a:rPr lang="en-US" sz="1800" b="1" dirty="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=5</a:t>
            </a:r>
            <a:endParaRPr dirty="0"/>
          </a:p>
        </p:txBody>
      </p:sp>
      <p:sp>
        <p:nvSpPr>
          <p:cNvPr id="17" name="Google Shape;284;p10">
            <a:extLst>
              <a:ext uri="{FF2B5EF4-FFF2-40B4-BE49-F238E27FC236}">
                <a16:creationId xmlns:a16="http://schemas.microsoft.com/office/drawing/2014/main" id="{84F99E56-30F7-B722-8477-97E0FF5F61E9}"/>
              </a:ext>
            </a:extLst>
          </p:cNvPr>
          <p:cNvSpPr txBox="1"/>
          <p:nvPr/>
        </p:nvSpPr>
        <p:spPr>
          <a:xfrm>
            <a:off x="5493567" y="2547559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</a:t>
            </a:r>
            <a:endParaRPr dirty="0">
              <a:solidFill>
                <a:srgbClr val="7030A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C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+2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=5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18" name="Google Shape;285;p10">
            <a:extLst>
              <a:ext uri="{FF2B5EF4-FFF2-40B4-BE49-F238E27FC236}">
                <a16:creationId xmlns:a16="http://schemas.microsoft.com/office/drawing/2014/main" id="{FFC61F45-1EBB-B924-49B4-5E73679C5B3B}"/>
              </a:ext>
            </a:extLst>
          </p:cNvPr>
          <p:cNvSpPr txBox="1"/>
          <p:nvPr/>
        </p:nvSpPr>
        <p:spPr>
          <a:xfrm>
            <a:off x="7435720" y="2521864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1+1+1+1</a:t>
            </a:r>
            <a:endParaRPr dirty="0">
              <a:solidFill>
                <a:srgbClr val="7030A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C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+2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=6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19" name="Google Shape;286;p10">
            <a:extLst>
              <a:ext uri="{FF2B5EF4-FFF2-40B4-BE49-F238E27FC236}">
                <a16:creationId xmlns:a16="http://schemas.microsoft.com/office/drawing/2014/main" id="{5A2B397D-C01B-EEE2-4E73-C08129F3F617}"/>
              </a:ext>
            </a:extLst>
          </p:cNvPr>
          <p:cNvSpPr txBox="1"/>
          <p:nvPr/>
        </p:nvSpPr>
        <p:spPr>
          <a:xfrm>
            <a:off x="6944007" y="176542"/>
            <a:ext cx="171110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1+1+1+1 = 4</a:t>
            </a:r>
            <a:endParaRPr/>
          </a:p>
        </p:txBody>
      </p:sp>
      <p:sp>
        <p:nvSpPr>
          <p:cNvPr id="20" name="Google Shape;287;p10">
            <a:extLst>
              <a:ext uri="{FF2B5EF4-FFF2-40B4-BE49-F238E27FC236}">
                <a16:creationId xmlns:a16="http://schemas.microsoft.com/office/drawing/2014/main" id="{315FBCB2-4385-E424-6AF3-70ABF4E4AAD4}"/>
              </a:ext>
            </a:extLst>
          </p:cNvPr>
          <p:cNvSpPr txBox="1"/>
          <p:nvPr/>
        </p:nvSpPr>
        <p:spPr>
          <a:xfrm>
            <a:off x="1229763" y="1424412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1+1+1+1+1</a:t>
            </a:r>
            <a:r>
              <a:rPr lang="en-US" sz="1800" b="1" dirty="0">
                <a:solidFill>
                  <a:srgbClr val="C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+1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=6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21" name="Google Shape;288;p10">
            <a:extLst>
              <a:ext uri="{FF2B5EF4-FFF2-40B4-BE49-F238E27FC236}">
                <a16:creationId xmlns:a16="http://schemas.microsoft.com/office/drawing/2014/main" id="{A071B14A-BF94-BAB5-1AD6-8137BC54990B}"/>
              </a:ext>
            </a:extLst>
          </p:cNvPr>
          <p:cNvSpPr txBox="1"/>
          <p:nvPr/>
        </p:nvSpPr>
        <p:spPr>
          <a:xfrm>
            <a:off x="5170283" y="1378440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</a:t>
            </a:r>
            <a:r>
              <a:rPr lang="en-US" sz="1800" b="1">
                <a:solidFill>
                  <a:srgbClr val="C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+1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=4</a:t>
            </a:r>
            <a:endParaRPr/>
          </a:p>
        </p:txBody>
      </p:sp>
      <p:sp>
        <p:nvSpPr>
          <p:cNvPr id="22" name="Google Shape;289;p10">
            <a:extLst>
              <a:ext uri="{FF2B5EF4-FFF2-40B4-BE49-F238E27FC236}">
                <a16:creationId xmlns:a16="http://schemas.microsoft.com/office/drawing/2014/main" id="{BE90996C-7798-85C3-8FC7-6A01179134D0}"/>
              </a:ext>
            </a:extLst>
          </p:cNvPr>
          <p:cNvSpPr txBox="1"/>
          <p:nvPr/>
        </p:nvSpPr>
        <p:spPr>
          <a:xfrm>
            <a:off x="8347295" y="1424410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1+1+1+1+1</a:t>
            </a:r>
            <a:r>
              <a:rPr lang="en-US" sz="1800" b="1" dirty="0">
                <a:solidFill>
                  <a:srgbClr val="C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+1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=6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E92DCFA-9271-802A-6C38-DD41A9B2D712}"/>
              </a:ext>
            </a:extLst>
          </p:cNvPr>
          <p:cNvSpPr/>
          <p:nvPr/>
        </p:nvSpPr>
        <p:spPr>
          <a:xfrm>
            <a:off x="7435720" y="4724980"/>
            <a:ext cx="4080898" cy="170098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The Least Cost is not always at the current level , look at the previous levels  </a:t>
            </a:r>
          </a:p>
        </p:txBody>
      </p:sp>
      <p:cxnSp>
        <p:nvCxnSpPr>
          <p:cNvPr id="25" name="Google Shape;305;p11">
            <a:extLst>
              <a:ext uri="{FF2B5EF4-FFF2-40B4-BE49-F238E27FC236}">
                <a16:creationId xmlns:a16="http://schemas.microsoft.com/office/drawing/2014/main" id="{852EF803-7FB0-368B-5A58-A664F82892F7}"/>
              </a:ext>
            </a:extLst>
          </p:cNvPr>
          <p:cNvCxnSpPr>
            <a:cxnSpLocks/>
            <a:stCxn id="23" idx="0"/>
          </p:cNvCxnSpPr>
          <p:nvPr/>
        </p:nvCxnSpPr>
        <p:spPr>
          <a:xfrm flipH="1" flipV="1">
            <a:off x="6559239" y="3168195"/>
            <a:ext cx="2916930" cy="1556785"/>
          </a:xfrm>
          <a:prstGeom prst="straightConnector1">
            <a:avLst/>
          </a:prstGeom>
          <a:noFill/>
          <a:ln w="9525" cap="flat" cmpd="sng">
            <a:solidFill>
              <a:srgbClr val="2581BC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2492530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67060-CC2A-CA76-5D6E-A6A2FC77E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Google Shape;320;p12">
            <a:extLst>
              <a:ext uri="{FF2B5EF4-FFF2-40B4-BE49-F238E27FC236}">
                <a16:creationId xmlns:a16="http://schemas.microsoft.com/office/drawing/2014/main" id="{1CB4E41F-8F17-5306-AA6B-23846E38580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b="35703"/>
          <a:stretch/>
        </p:blipFill>
        <p:spPr>
          <a:xfrm>
            <a:off x="0" y="-1"/>
            <a:ext cx="12192000" cy="440903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23;p12">
            <a:extLst>
              <a:ext uri="{FF2B5EF4-FFF2-40B4-BE49-F238E27FC236}">
                <a16:creationId xmlns:a16="http://schemas.microsoft.com/office/drawing/2014/main" id="{22A21A0D-B8B3-14D0-7297-66D0E1248717}"/>
              </a:ext>
            </a:extLst>
          </p:cNvPr>
          <p:cNvSpPr/>
          <p:nvPr/>
        </p:nvSpPr>
        <p:spPr>
          <a:xfrm>
            <a:off x="6096000" y="0"/>
            <a:ext cx="2441418" cy="860079"/>
          </a:xfrm>
          <a:prstGeom prst="roundRect">
            <a:avLst>
              <a:gd name="adj" fmla="val 16667"/>
            </a:avLst>
          </a:prstGeom>
          <a:solidFill>
            <a:srgbClr val="F7EBD9">
              <a:alpha val="9803"/>
            </a:srgbClr>
          </a:solidFill>
          <a:ln w="15875" cap="flat" cmpd="sng">
            <a:solidFill>
              <a:srgbClr val="000000">
                <a:alpha val="2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7" name="Google Shape;324;p12">
            <a:extLst>
              <a:ext uri="{FF2B5EF4-FFF2-40B4-BE49-F238E27FC236}">
                <a16:creationId xmlns:a16="http://schemas.microsoft.com/office/drawing/2014/main" id="{ACCAE6B6-8648-D229-E89E-BAC00787B9A6}"/>
              </a:ext>
            </a:extLst>
          </p:cNvPr>
          <p:cNvSpPr/>
          <p:nvPr/>
        </p:nvSpPr>
        <p:spPr>
          <a:xfrm>
            <a:off x="5204233" y="1210663"/>
            <a:ext cx="2441418" cy="860079"/>
          </a:xfrm>
          <a:prstGeom prst="roundRect">
            <a:avLst>
              <a:gd name="adj" fmla="val 16667"/>
            </a:avLst>
          </a:prstGeom>
          <a:solidFill>
            <a:srgbClr val="F7EBD9">
              <a:alpha val="9803"/>
            </a:srgbClr>
          </a:solidFill>
          <a:ln w="15875" cap="flat" cmpd="sng">
            <a:solidFill>
              <a:srgbClr val="000000">
                <a:alpha val="2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8" name="Google Shape;325;p12">
            <a:extLst>
              <a:ext uri="{FF2B5EF4-FFF2-40B4-BE49-F238E27FC236}">
                <a16:creationId xmlns:a16="http://schemas.microsoft.com/office/drawing/2014/main" id="{A0D26ED5-BDED-8353-CE5C-4A3DB1F5A2BB}"/>
              </a:ext>
            </a:extLst>
          </p:cNvPr>
          <p:cNvSpPr/>
          <p:nvPr/>
        </p:nvSpPr>
        <p:spPr>
          <a:xfrm>
            <a:off x="334147" y="1964601"/>
            <a:ext cx="3712752" cy="1348967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9" name="Google Shape;326;p12">
            <a:extLst>
              <a:ext uri="{FF2B5EF4-FFF2-40B4-BE49-F238E27FC236}">
                <a16:creationId xmlns:a16="http://schemas.microsoft.com/office/drawing/2014/main" id="{420191FA-1410-4060-5C4A-9D8A45028F88}"/>
              </a:ext>
            </a:extLst>
          </p:cNvPr>
          <p:cNvSpPr/>
          <p:nvPr/>
        </p:nvSpPr>
        <p:spPr>
          <a:xfrm>
            <a:off x="9251132" y="1963611"/>
            <a:ext cx="2940868" cy="1348967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0" name="Google Shape;327;p12">
            <a:extLst>
              <a:ext uri="{FF2B5EF4-FFF2-40B4-BE49-F238E27FC236}">
                <a16:creationId xmlns:a16="http://schemas.microsoft.com/office/drawing/2014/main" id="{8D5B087D-46D2-67BA-B456-CF41CF0332AF}"/>
              </a:ext>
            </a:extLst>
          </p:cNvPr>
          <p:cNvSpPr/>
          <p:nvPr/>
        </p:nvSpPr>
        <p:spPr>
          <a:xfrm>
            <a:off x="59333" y="3050972"/>
            <a:ext cx="3414557" cy="1348967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2" name="Google Shape;329;p12">
            <a:extLst>
              <a:ext uri="{FF2B5EF4-FFF2-40B4-BE49-F238E27FC236}">
                <a16:creationId xmlns:a16="http://schemas.microsoft.com/office/drawing/2014/main" id="{90E27F70-4A77-CAE7-1330-A8B1775BCAB1}"/>
              </a:ext>
            </a:extLst>
          </p:cNvPr>
          <p:cNvSpPr/>
          <p:nvPr/>
        </p:nvSpPr>
        <p:spPr>
          <a:xfrm>
            <a:off x="7769572" y="3193890"/>
            <a:ext cx="4280589" cy="1206049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5" name="Google Shape;332;p12">
            <a:extLst>
              <a:ext uri="{FF2B5EF4-FFF2-40B4-BE49-F238E27FC236}">
                <a16:creationId xmlns:a16="http://schemas.microsoft.com/office/drawing/2014/main" id="{3BBFA669-CF20-3F6F-0E90-34840C292CE9}"/>
              </a:ext>
            </a:extLst>
          </p:cNvPr>
          <p:cNvSpPr txBox="1"/>
          <p:nvPr/>
        </p:nvSpPr>
        <p:spPr>
          <a:xfrm>
            <a:off x="2708119" y="3715108"/>
            <a:ext cx="175788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</a:t>
            </a:r>
            <a:endParaRPr dirty="0">
              <a:solidFill>
                <a:srgbClr val="7030A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+3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=6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16" name="Google Shape;333;p12">
            <a:extLst>
              <a:ext uri="{FF2B5EF4-FFF2-40B4-BE49-F238E27FC236}">
                <a16:creationId xmlns:a16="http://schemas.microsoft.com/office/drawing/2014/main" id="{330B94F1-1C67-DE94-D1FC-DDDD3ECEC3A7}"/>
              </a:ext>
            </a:extLst>
          </p:cNvPr>
          <p:cNvSpPr txBox="1"/>
          <p:nvPr/>
        </p:nvSpPr>
        <p:spPr>
          <a:xfrm>
            <a:off x="4227926" y="4455294"/>
            <a:ext cx="175788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1+1+1+1</a:t>
            </a:r>
            <a:r>
              <a:rPr lang="en-U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+3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=7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17" name="Google Shape;334;p12">
            <a:extLst>
              <a:ext uri="{FF2B5EF4-FFF2-40B4-BE49-F238E27FC236}">
                <a16:creationId xmlns:a16="http://schemas.microsoft.com/office/drawing/2014/main" id="{6F49E021-267D-356B-98B0-B86D75DA0061}"/>
              </a:ext>
            </a:extLst>
          </p:cNvPr>
          <p:cNvSpPr txBox="1"/>
          <p:nvPr/>
        </p:nvSpPr>
        <p:spPr>
          <a:xfrm>
            <a:off x="3276600" y="2547560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</a:t>
            </a:r>
            <a:endParaRPr dirty="0">
              <a:solidFill>
                <a:srgbClr val="7030A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+2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=5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18" name="Google Shape;335;p12">
            <a:extLst>
              <a:ext uri="{FF2B5EF4-FFF2-40B4-BE49-F238E27FC236}">
                <a16:creationId xmlns:a16="http://schemas.microsoft.com/office/drawing/2014/main" id="{E4E6FF6B-5CB9-7455-824C-92D90EEC1A22}"/>
              </a:ext>
            </a:extLst>
          </p:cNvPr>
          <p:cNvSpPr txBox="1"/>
          <p:nvPr/>
        </p:nvSpPr>
        <p:spPr>
          <a:xfrm>
            <a:off x="7435720" y="2521864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1+1+1+1</a:t>
            </a:r>
            <a:endParaRPr dirty="0">
              <a:solidFill>
                <a:srgbClr val="7030A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+2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=6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19" name="Google Shape;336;p12">
            <a:extLst>
              <a:ext uri="{FF2B5EF4-FFF2-40B4-BE49-F238E27FC236}">
                <a16:creationId xmlns:a16="http://schemas.microsoft.com/office/drawing/2014/main" id="{A8C9481B-946B-4D00-70A3-097E1A17D670}"/>
              </a:ext>
            </a:extLst>
          </p:cNvPr>
          <p:cNvSpPr txBox="1"/>
          <p:nvPr/>
        </p:nvSpPr>
        <p:spPr>
          <a:xfrm>
            <a:off x="6944007" y="176542"/>
            <a:ext cx="171110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1+1+1+1 = 4</a:t>
            </a:r>
            <a:endParaRPr/>
          </a:p>
        </p:txBody>
      </p:sp>
      <p:sp>
        <p:nvSpPr>
          <p:cNvPr id="20" name="Google Shape;337;p12">
            <a:extLst>
              <a:ext uri="{FF2B5EF4-FFF2-40B4-BE49-F238E27FC236}">
                <a16:creationId xmlns:a16="http://schemas.microsoft.com/office/drawing/2014/main" id="{C2F7A928-68C1-BAFB-3A97-1B4DDE2EA387}"/>
              </a:ext>
            </a:extLst>
          </p:cNvPr>
          <p:cNvSpPr txBox="1"/>
          <p:nvPr/>
        </p:nvSpPr>
        <p:spPr>
          <a:xfrm>
            <a:off x="1229763" y="1424412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1+1+1+1+1</a:t>
            </a:r>
            <a:r>
              <a:rPr lang="en-U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+1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=6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21" name="Google Shape;338;p12">
            <a:extLst>
              <a:ext uri="{FF2B5EF4-FFF2-40B4-BE49-F238E27FC236}">
                <a16:creationId xmlns:a16="http://schemas.microsoft.com/office/drawing/2014/main" id="{8A017B52-CE09-3359-D4E7-AE0F9A7A9E21}"/>
              </a:ext>
            </a:extLst>
          </p:cNvPr>
          <p:cNvSpPr txBox="1"/>
          <p:nvPr/>
        </p:nvSpPr>
        <p:spPr>
          <a:xfrm>
            <a:off x="5170283" y="1378440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</a:t>
            </a:r>
            <a:r>
              <a:rPr lang="en-US" sz="1800" b="1">
                <a:solidFill>
                  <a:srgbClr val="C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+1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=4</a:t>
            </a:r>
            <a:endParaRPr/>
          </a:p>
        </p:txBody>
      </p:sp>
      <p:sp>
        <p:nvSpPr>
          <p:cNvPr id="22" name="Google Shape;339;p12">
            <a:extLst>
              <a:ext uri="{FF2B5EF4-FFF2-40B4-BE49-F238E27FC236}">
                <a16:creationId xmlns:a16="http://schemas.microsoft.com/office/drawing/2014/main" id="{01DCD042-0A44-9939-DB53-FF6B19559F79}"/>
              </a:ext>
            </a:extLst>
          </p:cNvPr>
          <p:cNvSpPr txBox="1"/>
          <p:nvPr/>
        </p:nvSpPr>
        <p:spPr>
          <a:xfrm>
            <a:off x="8157487" y="1367522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1+1+1+1+1</a:t>
            </a:r>
            <a:r>
              <a:rPr lang="en-U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+1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=6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23" name="Google Shape;340;p12">
            <a:extLst>
              <a:ext uri="{FF2B5EF4-FFF2-40B4-BE49-F238E27FC236}">
                <a16:creationId xmlns:a16="http://schemas.microsoft.com/office/drawing/2014/main" id="{A0A34B3B-130D-2867-7181-1DA2E10224CC}"/>
              </a:ext>
            </a:extLst>
          </p:cNvPr>
          <p:cNvSpPr/>
          <p:nvPr/>
        </p:nvSpPr>
        <p:spPr>
          <a:xfrm>
            <a:off x="5428306" y="2392614"/>
            <a:ext cx="1865576" cy="860079"/>
          </a:xfrm>
          <a:prstGeom prst="roundRect">
            <a:avLst>
              <a:gd name="adj" fmla="val 16667"/>
            </a:avLst>
          </a:prstGeom>
          <a:solidFill>
            <a:srgbClr val="F7EBD9">
              <a:alpha val="9803"/>
            </a:srgbClr>
          </a:solidFill>
          <a:ln w="15875" cap="flat" cmpd="sng">
            <a:solidFill>
              <a:srgbClr val="000000">
                <a:alpha val="2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4" name="Google Shape;341;p12">
            <a:extLst>
              <a:ext uri="{FF2B5EF4-FFF2-40B4-BE49-F238E27FC236}">
                <a16:creationId xmlns:a16="http://schemas.microsoft.com/office/drawing/2014/main" id="{5FC1B671-2C21-8BE3-9E14-53EA745C9961}"/>
              </a:ext>
            </a:extLst>
          </p:cNvPr>
          <p:cNvSpPr txBox="1"/>
          <p:nvPr/>
        </p:nvSpPr>
        <p:spPr>
          <a:xfrm>
            <a:off x="5493567" y="2547559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C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+2</a:t>
            </a:r>
            <a:r>
              <a:rPr lang="en-US" sz="1800" b="1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=5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192402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284A0-F703-A49E-0AD5-6E3B1A272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99BC6-F5FB-865B-B138-DD758AD3A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Google Shape;320;p12">
            <a:extLst>
              <a:ext uri="{FF2B5EF4-FFF2-40B4-BE49-F238E27FC236}">
                <a16:creationId xmlns:a16="http://schemas.microsoft.com/office/drawing/2014/main" id="{6D1FD8EE-A1AF-F965-5B1D-C6330FA45BD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b="35703"/>
          <a:stretch/>
        </p:blipFill>
        <p:spPr>
          <a:xfrm>
            <a:off x="0" y="-1"/>
            <a:ext cx="12192000" cy="440903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23;p12">
            <a:extLst>
              <a:ext uri="{FF2B5EF4-FFF2-40B4-BE49-F238E27FC236}">
                <a16:creationId xmlns:a16="http://schemas.microsoft.com/office/drawing/2014/main" id="{443AFBBC-C1D0-0CD9-3304-9FF371AFAD63}"/>
              </a:ext>
            </a:extLst>
          </p:cNvPr>
          <p:cNvSpPr/>
          <p:nvPr/>
        </p:nvSpPr>
        <p:spPr>
          <a:xfrm>
            <a:off x="6096000" y="0"/>
            <a:ext cx="2441418" cy="860079"/>
          </a:xfrm>
          <a:prstGeom prst="roundRect">
            <a:avLst>
              <a:gd name="adj" fmla="val 16667"/>
            </a:avLst>
          </a:prstGeom>
          <a:solidFill>
            <a:srgbClr val="F7EBD9">
              <a:alpha val="9803"/>
            </a:srgbClr>
          </a:solidFill>
          <a:ln w="15875" cap="flat" cmpd="sng">
            <a:solidFill>
              <a:srgbClr val="000000">
                <a:alpha val="2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7" name="Google Shape;324;p12">
            <a:extLst>
              <a:ext uri="{FF2B5EF4-FFF2-40B4-BE49-F238E27FC236}">
                <a16:creationId xmlns:a16="http://schemas.microsoft.com/office/drawing/2014/main" id="{447128DC-6214-4359-26AC-9B229208AFD7}"/>
              </a:ext>
            </a:extLst>
          </p:cNvPr>
          <p:cNvSpPr/>
          <p:nvPr/>
        </p:nvSpPr>
        <p:spPr>
          <a:xfrm>
            <a:off x="5204233" y="1210663"/>
            <a:ext cx="2441418" cy="860079"/>
          </a:xfrm>
          <a:prstGeom prst="roundRect">
            <a:avLst>
              <a:gd name="adj" fmla="val 16667"/>
            </a:avLst>
          </a:prstGeom>
          <a:solidFill>
            <a:srgbClr val="F7EBD9">
              <a:alpha val="9803"/>
            </a:srgbClr>
          </a:solidFill>
          <a:ln w="15875" cap="flat" cmpd="sng">
            <a:solidFill>
              <a:srgbClr val="000000">
                <a:alpha val="2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8" name="Google Shape;325;p12">
            <a:extLst>
              <a:ext uri="{FF2B5EF4-FFF2-40B4-BE49-F238E27FC236}">
                <a16:creationId xmlns:a16="http://schemas.microsoft.com/office/drawing/2014/main" id="{3FB47921-26CC-C92F-489E-E5BDA4D39352}"/>
              </a:ext>
            </a:extLst>
          </p:cNvPr>
          <p:cNvSpPr/>
          <p:nvPr/>
        </p:nvSpPr>
        <p:spPr>
          <a:xfrm>
            <a:off x="334147" y="1964601"/>
            <a:ext cx="3712752" cy="1348967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9" name="Google Shape;326;p12">
            <a:extLst>
              <a:ext uri="{FF2B5EF4-FFF2-40B4-BE49-F238E27FC236}">
                <a16:creationId xmlns:a16="http://schemas.microsoft.com/office/drawing/2014/main" id="{0A3F1525-A323-A761-12B1-A33C82276BDB}"/>
              </a:ext>
            </a:extLst>
          </p:cNvPr>
          <p:cNvSpPr/>
          <p:nvPr/>
        </p:nvSpPr>
        <p:spPr>
          <a:xfrm>
            <a:off x="9251132" y="1963611"/>
            <a:ext cx="2940868" cy="1348967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0" name="Google Shape;327;p12">
            <a:extLst>
              <a:ext uri="{FF2B5EF4-FFF2-40B4-BE49-F238E27FC236}">
                <a16:creationId xmlns:a16="http://schemas.microsoft.com/office/drawing/2014/main" id="{D9A9BADF-C03E-074C-2E8D-096B3EF22A70}"/>
              </a:ext>
            </a:extLst>
          </p:cNvPr>
          <p:cNvSpPr/>
          <p:nvPr/>
        </p:nvSpPr>
        <p:spPr>
          <a:xfrm>
            <a:off x="59333" y="3050972"/>
            <a:ext cx="3414557" cy="1348967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2" name="Google Shape;329;p12">
            <a:extLst>
              <a:ext uri="{FF2B5EF4-FFF2-40B4-BE49-F238E27FC236}">
                <a16:creationId xmlns:a16="http://schemas.microsoft.com/office/drawing/2014/main" id="{42E5FC69-7F9F-383D-C143-C21E6B7434D1}"/>
              </a:ext>
            </a:extLst>
          </p:cNvPr>
          <p:cNvSpPr/>
          <p:nvPr/>
        </p:nvSpPr>
        <p:spPr>
          <a:xfrm>
            <a:off x="7769572" y="3193890"/>
            <a:ext cx="4280589" cy="1206049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3" name="Google Shape;330;p12">
            <a:extLst>
              <a:ext uri="{FF2B5EF4-FFF2-40B4-BE49-F238E27FC236}">
                <a16:creationId xmlns:a16="http://schemas.microsoft.com/office/drawing/2014/main" id="{4B5A3D42-8794-97FB-19E9-58BDC3495272}"/>
              </a:ext>
            </a:extLst>
          </p:cNvPr>
          <p:cNvSpPr txBox="1"/>
          <p:nvPr/>
        </p:nvSpPr>
        <p:spPr>
          <a:xfrm>
            <a:off x="5773846" y="4387832"/>
            <a:ext cx="175788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</a:t>
            </a:r>
            <a:r>
              <a:rPr lang="en-U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+3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=5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14" name="Google Shape;331;p12">
            <a:extLst>
              <a:ext uri="{FF2B5EF4-FFF2-40B4-BE49-F238E27FC236}">
                <a16:creationId xmlns:a16="http://schemas.microsoft.com/office/drawing/2014/main" id="{CE538372-6BB1-E8AE-A6EF-2F3ACDFCDA41}"/>
              </a:ext>
            </a:extLst>
          </p:cNvPr>
          <p:cNvSpPr txBox="1"/>
          <p:nvPr/>
        </p:nvSpPr>
        <p:spPr>
          <a:xfrm>
            <a:off x="7799559" y="3835925"/>
            <a:ext cx="175788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1+1+1+1</a:t>
            </a:r>
            <a:r>
              <a:rPr lang="en-U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+3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=7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15" name="Google Shape;332;p12">
            <a:extLst>
              <a:ext uri="{FF2B5EF4-FFF2-40B4-BE49-F238E27FC236}">
                <a16:creationId xmlns:a16="http://schemas.microsoft.com/office/drawing/2014/main" id="{72D1C8B8-91E8-A982-3E6F-952A6562D5A7}"/>
              </a:ext>
            </a:extLst>
          </p:cNvPr>
          <p:cNvSpPr txBox="1"/>
          <p:nvPr/>
        </p:nvSpPr>
        <p:spPr>
          <a:xfrm>
            <a:off x="2708119" y="3715108"/>
            <a:ext cx="175788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</a:t>
            </a:r>
            <a:endParaRPr dirty="0">
              <a:solidFill>
                <a:srgbClr val="7030A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+3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=6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16" name="Google Shape;333;p12">
            <a:extLst>
              <a:ext uri="{FF2B5EF4-FFF2-40B4-BE49-F238E27FC236}">
                <a16:creationId xmlns:a16="http://schemas.microsoft.com/office/drawing/2014/main" id="{CBF0A5FF-1B3A-269C-8AEF-715D0E661CFB}"/>
              </a:ext>
            </a:extLst>
          </p:cNvPr>
          <p:cNvSpPr txBox="1"/>
          <p:nvPr/>
        </p:nvSpPr>
        <p:spPr>
          <a:xfrm>
            <a:off x="4227926" y="4455294"/>
            <a:ext cx="175788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1+1+1+1</a:t>
            </a:r>
            <a:r>
              <a:rPr lang="en-U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+3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=7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17" name="Google Shape;334;p12">
            <a:extLst>
              <a:ext uri="{FF2B5EF4-FFF2-40B4-BE49-F238E27FC236}">
                <a16:creationId xmlns:a16="http://schemas.microsoft.com/office/drawing/2014/main" id="{9CC6D190-47DA-DA6C-D540-1A12BB74F379}"/>
              </a:ext>
            </a:extLst>
          </p:cNvPr>
          <p:cNvSpPr txBox="1"/>
          <p:nvPr/>
        </p:nvSpPr>
        <p:spPr>
          <a:xfrm>
            <a:off x="3276600" y="2547560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</a:t>
            </a:r>
            <a:endParaRPr dirty="0">
              <a:solidFill>
                <a:srgbClr val="7030A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+2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=5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18" name="Google Shape;335;p12">
            <a:extLst>
              <a:ext uri="{FF2B5EF4-FFF2-40B4-BE49-F238E27FC236}">
                <a16:creationId xmlns:a16="http://schemas.microsoft.com/office/drawing/2014/main" id="{76393E3D-A066-D686-8336-0D407DF82320}"/>
              </a:ext>
            </a:extLst>
          </p:cNvPr>
          <p:cNvSpPr txBox="1"/>
          <p:nvPr/>
        </p:nvSpPr>
        <p:spPr>
          <a:xfrm>
            <a:off x="7435720" y="2521864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1+1+1+1</a:t>
            </a:r>
            <a:endParaRPr dirty="0">
              <a:solidFill>
                <a:srgbClr val="7030A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+2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=6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19" name="Google Shape;336;p12">
            <a:extLst>
              <a:ext uri="{FF2B5EF4-FFF2-40B4-BE49-F238E27FC236}">
                <a16:creationId xmlns:a16="http://schemas.microsoft.com/office/drawing/2014/main" id="{9EA366EC-F7E7-6FAC-5E5D-43E0B3D1B63F}"/>
              </a:ext>
            </a:extLst>
          </p:cNvPr>
          <p:cNvSpPr txBox="1"/>
          <p:nvPr/>
        </p:nvSpPr>
        <p:spPr>
          <a:xfrm>
            <a:off x="6944007" y="176542"/>
            <a:ext cx="171110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1+1+1+1 = 4</a:t>
            </a:r>
            <a:endParaRPr/>
          </a:p>
        </p:txBody>
      </p:sp>
      <p:sp>
        <p:nvSpPr>
          <p:cNvPr id="20" name="Google Shape;337;p12">
            <a:extLst>
              <a:ext uri="{FF2B5EF4-FFF2-40B4-BE49-F238E27FC236}">
                <a16:creationId xmlns:a16="http://schemas.microsoft.com/office/drawing/2014/main" id="{7F8427E6-3AF9-E152-5ABD-FFB0AF4132ED}"/>
              </a:ext>
            </a:extLst>
          </p:cNvPr>
          <p:cNvSpPr txBox="1"/>
          <p:nvPr/>
        </p:nvSpPr>
        <p:spPr>
          <a:xfrm>
            <a:off x="1229763" y="1424412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1+1+1+1+1</a:t>
            </a:r>
            <a:r>
              <a:rPr lang="en-U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+1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=6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21" name="Google Shape;338;p12">
            <a:extLst>
              <a:ext uri="{FF2B5EF4-FFF2-40B4-BE49-F238E27FC236}">
                <a16:creationId xmlns:a16="http://schemas.microsoft.com/office/drawing/2014/main" id="{C36610F5-31FF-0CBA-4F99-D9DC23C9B10A}"/>
              </a:ext>
            </a:extLst>
          </p:cNvPr>
          <p:cNvSpPr txBox="1"/>
          <p:nvPr/>
        </p:nvSpPr>
        <p:spPr>
          <a:xfrm>
            <a:off x="5170283" y="1378440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</a:t>
            </a:r>
            <a:r>
              <a:rPr lang="en-US" sz="1800" b="1">
                <a:solidFill>
                  <a:srgbClr val="C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+1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=4</a:t>
            </a:r>
            <a:endParaRPr/>
          </a:p>
        </p:txBody>
      </p:sp>
      <p:sp>
        <p:nvSpPr>
          <p:cNvPr id="22" name="Google Shape;339;p12">
            <a:extLst>
              <a:ext uri="{FF2B5EF4-FFF2-40B4-BE49-F238E27FC236}">
                <a16:creationId xmlns:a16="http://schemas.microsoft.com/office/drawing/2014/main" id="{9318979C-DC02-633A-A3E8-68D5E08FB949}"/>
              </a:ext>
            </a:extLst>
          </p:cNvPr>
          <p:cNvSpPr txBox="1"/>
          <p:nvPr/>
        </p:nvSpPr>
        <p:spPr>
          <a:xfrm>
            <a:off x="8157487" y="1367522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1+1+1+1+1</a:t>
            </a:r>
            <a:r>
              <a:rPr lang="en-U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+1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=6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23" name="Google Shape;340;p12">
            <a:extLst>
              <a:ext uri="{FF2B5EF4-FFF2-40B4-BE49-F238E27FC236}">
                <a16:creationId xmlns:a16="http://schemas.microsoft.com/office/drawing/2014/main" id="{B2E78B30-30B5-5281-ED59-DA1A8BE1D2D7}"/>
              </a:ext>
            </a:extLst>
          </p:cNvPr>
          <p:cNvSpPr/>
          <p:nvPr/>
        </p:nvSpPr>
        <p:spPr>
          <a:xfrm>
            <a:off x="5428306" y="2392614"/>
            <a:ext cx="1865576" cy="860079"/>
          </a:xfrm>
          <a:prstGeom prst="roundRect">
            <a:avLst>
              <a:gd name="adj" fmla="val 16667"/>
            </a:avLst>
          </a:prstGeom>
          <a:solidFill>
            <a:srgbClr val="F7EBD9">
              <a:alpha val="9803"/>
            </a:srgbClr>
          </a:solidFill>
          <a:ln w="15875" cap="flat" cmpd="sng">
            <a:solidFill>
              <a:srgbClr val="000000">
                <a:alpha val="2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4" name="Google Shape;341;p12">
            <a:extLst>
              <a:ext uri="{FF2B5EF4-FFF2-40B4-BE49-F238E27FC236}">
                <a16:creationId xmlns:a16="http://schemas.microsoft.com/office/drawing/2014/main" id="{78B49900-14B9-231F-EE84-7B768E869B26}"/>
              </a:ext>
            </a:extLst>
          </p:cNvPr>
          <p:cNvSpPr txBox="1"/>
          <p:nvPr/>
        </p:nvSpPr>
        <p:spPr>
          <a:xfrm>
            <a:off x="5493567" y="2547559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C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+2</a:t>
            </a:r>
            <a:r>
              <a:rPr lang="en-US" sz="1800" b="1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=5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992232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E97D0-0D72-1AB5-A977-0A55C5945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Google Shape;346;p13">
            <a:extLst>
              <a:ext uri="{FF2B5EF4-FFF2-40B4-BE49-F238E27FC236}">
                <a16:creationId xmlns:a16="http://schemas.microsoft.com/office/drawing/2014/main" id="{6490165F-7C1E-0559-3F87-88A60B92407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b="17746"/>
          <a:stretch/>
        </p:blipFill>
        <p:spPr>
          <a:xfrm>
            <a:off x="0" y="-1"/>
            <a:ext cx="12192000" cy="564031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49;p13">
            <a:extLst>
              <a:ext uri="{FF2B5EF4-FFF2-40B4-BE49-F238E27FC236}">
                <a16:creationId xmlns:a16="http://schemas.microsoft.com/office/drawing/2014/main" id="{EEA40687-179D-433C-BC1B-9B3D31BCCB6D}"/>
              </a:ext>
            </a:extLst>
          </p:cNvPr>
          <p:cNvSpPr/>
          <p:nvPr/>
        </p:nvSpPr>
        <p:spPr>
          <a:xfrm>
            <a:off x="6096000" y="0"/>
            <a:ext cx="2441418" cy="860079"/>
          </a:xfrm>
          <a:prstGeom prst="roundRect">
            <a:avLst>
              <a:gd name="adj" fmla="val 16667"/>
            </a:avLst>
          </a:prstGeom>
          <a:solidFill>
            <a:srgbClr val="F7EBD9">
              <a:alpha val="9803"/>
            </a:srgbClr>
          </a:solidFill>
          <a:ln w="15875" cap="flat" cmpd="sng">
            <a:solidFill>
              <a:srgbClr val="000000">
                <a:alpha val="2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7" name="Google Shape;350;p13">
            <a:extLst>
              <a:ext uri="{FF2B5EF4-FFF2-40B4-BE49-F238E27FC236}">
                <a16:creationId xmlns:a16="http://schemas.microsoft.com/office/drawing/2014/main" id="{D23CF8C9-EC44-69F1-CB1F-808085E9A94A}"/>
              </a:ext>
            </a:extLst>
          </p:cNvPr>
          <p:cNvSpPr/>
          <p:nvPr/>
        </p:nvSpPr>
        <p:spPr>
          <a:xfrm>
            <a:off x="5204233" y="1210663"/>
            <a:ext cx="2441418" cy="860079"/>
          </a:xfrm>
          <a:prstGeom prst="roundRect">
            <a:avLst>
              <a:gd name="adj" fmla="val 16667"/>
            </a:avLst>
          </a:prstGeom>
          <a:solidFill>
            <a:srgbClr val="F7EBD9">
              <a:alpha val="9803"/>
            </a:srgbClr>
          </a:solidFill>
          <a:ln w="15875" cap="flat" cmpd="sng">
            <a:solidFill>
              <a:srgbClr val="000000">
                <a:alpha val="2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8" name="Google Shape;351;p13">
            <a:extLst>
              <a:ext uri="{FF2B5EF4-FFF2-40B4-BE49-F238E27FC236}">
                <a16:creationId xmlns:a16="http://schemas.microsoft.com/office/drawing/2014/main" id="{382AD1C9-E6F3-1671-83E2-4158598714CA}"/>
              </a:ext>
            </a:extLst>
          </p:cNvPr>
          <p:cNvSpPr/>
          <p:nvPr/>
        </p:nvSpPr>
        <p:spPr>
          <a:xfrm>
            <a:off x="334147" y="1964601"/>
            <a:ext cx="3712752" cy="1348967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9" name="Google Shape;352;p13">
            <a:extLst>
              <a:ext uri="{FF2B5EF4-FFF2-40B4-BE49-F238E27FC236}">
                <a16:creationId xmlns:a16="http://schemas.microsoft.com/office/drawing/2014/main" id="{25380AD6-9CEB-E0B4-EBDF-48EA7768B601}"/>
              </a:ext>
            </a:extLst>
          </p:cNvPr>
          <p:cNvSpPr/>
          <p:nvPr/>
        </p:nvSpPr>
        <p:spPr>
          <a:xfrm>
            <a:off x="9251132" y="1963611"/>
            <a:ext cx="2940868" cy="1348967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0" name="Google Shape;353;p13">
            <a:extLst>
              <a:ext uri="{FF2B5EF4-FFF2-40B4-BE49-F238E27FC236}">
                <a16:creationId xmlns:a16="http://schemas.microsoft.com/office/drawing/2014/main" id="{A3F592CF-9677-4AA5-1754-6516DD8A80DC}"/>
              </a:ext>
            </a:extLst>
          </p:cNvPr>
          <p:cNvSpPr/>
          <p:nvPr/>
        </p:nvSpPr>
        <p:spPr>
          <a:xfrm>
            <a:off x="59333" y="3050972"/>
            <a:ext cx="3414557" cy="2589337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2" name="Google Shape;355;p13">
            <a:extLst>
              <a:ext uri="{FF2B5EF4-FFF2-40B4-BE49-F238E27FC236}">
                <a16:creationId xmlns:a16="http://schemas.microsoft.com/office/drawing/2014/main" id="{1114C346-88DF-2F1B-5F6E-464C34A1D865}"/>
              </a:ext>
            </a:extLst>
          </p:cNvPr>
          <p:cNvSpPr/>
          <p:nvPr/>
        </p:nvSpPr>
        <p:spPr>
          <a:xfrm>
            <a:off x="7769572" y="3193890"/>
            <a:ext cx="4280589" cy="1206049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3" name="Google Shape;356;p13">
            <a:extLst>
              <a:ext uri="{FF2B5EF4-FFF2-40B4-BE49-F238E27FC236}">
                <a16:creationId xmlns:a16="http://schemas.microsoft.com/office/drawing/2014/main" id="{FE431293-83BC-1F93-5AA3-A13F455E4860}"/>
              </a:ext>
            </a:extLst>
          </p:cNvPr>
          <p:cNvSpPr/>
          <p:nvPr/>
        </p:nvSpPr>
        <p:spPr>
          <a:xfrm>
            <a:off x="2666448" y="4414706"/>
            <a:ext cx="3429552" cy="1225604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4" name="Google Shape;357;p13">
            <a:extLst>
              <a:ext uri="{FF2B5EF4-FFF2-40B4-BE49-F238E27FC236}">
                <a16:creationId xmlns:a16="http://schemas.microsoft.com/office/drawing/2014/main" id="{EAC919DD-C5DC-BCF8-A021-C7B53D3F784C}"/>
              </a:ext>
            </a:extLst>
          </p:cNvPr>
          <p:cNvSpPr/>
          <p:nvPr/>
        </p:nvSpPr>
        <p:spPr>
          <a:xfrm>
            <a:off x="2731330" y="4845161"/>
            <a:ext cx="3429552" cy="795148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5" name="Google Shape;358;p13">
            <a:extLst>
              <a:ext uri="{FF2B5EF4-FFF2-40B4-BE49-F238E27FC236}">
                <a16:creationId xmlns:a16="http://schemas.microsoft.com/office/drawing/2014/main" id="{3CEF22E6-4937-7AFA-7BF6-01DC75EF3571}"/>
              </a:ext>
            </a:extLst>
          </p:cNvPr>
          <p:cNvSpPr/>
          <p:nvPr/>
        </p:nvSpPr>
        <p:spPr>
          <a:xfrm>
            <a:off x="6940336" y="4411374"/>
            <a:ext cx="5251664" cy="1218843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6" name="Google Shape;359;p13">
            <a:extLst>
              <a:ext uri="{FF2B5EF4-FFF2-40B4-BE49-F238E27FC236}">
                <a16:creationId xmlns:a16="http://schemas.microsoft.com/office/drawing/2014/main" id="{AB44CAA9-033B-1CC8-4DF7-88339D274232}"/>
              </a:ext>
            </a:extLst>
          </p:cNvPr>
          <p:cNvSpPr/>
          <p:nvPr/>
        </p:nvSpPr>
        <p:spPr>
          <a:xfrm>
            <a:off x="5641063" y="3437408"/>
            <a:ext cx="1136399" cy="1018463"/>
          </a:xfrm>
          <a:prstGeom prst="roundRect">
            <a:avLst>
              <a:gd name="adj" fmla="val 16667"/>
            </a:avLst>
          </a:prstGeom>
          <a:solidFill>
            <a:srgbClr val="F7EBD9">
              <a:alpha val="9803"/>
            </a:srgbClr>
          </a:solidFill>
          <a:ln w="15875" cap="flat" cmpd="sng">
            <a:solidFill>
              <a:srgbClr val="000000">
                <a:alpha val="2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7" name="Google Shape;360;p13">
            <a:extLst>
              <a:ext uri="{FF2B5EF4-FFF2-40B4-BE49-F238E27FC236}">
                <a16:creationId xmlns:a16="http://schemas.microsoft.com/office/drawing/2014/main" id="{7D533857-7470-4ADD-35E4-1CE7E9DED41E}"/>
              </a:ext>
            </a:extLst>
          </p:cNvPr>
          <p:cNvSpPr txBox="1"/>
          <p:nvPr/>
        </p:nvSpPr>
        <p:spPr>
          <a:xfrm>
            <a:off x="5170283" y="5076220"/>
            <a:ext cx="175788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</a:t>
            </a:r>
            <a:r>
              <a:rPr lang="en-U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+4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=5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18" name="Google Shape;361;p13">
            <a:extLst>
              <a:ext uri="{FF2B5EF4-FFF2-40B4-BE49-F238E27FC236}">
                <a16:creationId xmlns:a16="http://schemas.microsoft.com/office/drawing/2014/main" id="{493E4E1D-0F1A-6E21-1E87-E146479440DB}"/>
              </a:ext>
            </a:extLst>
          </p:cNvPr>
          <p:cNvSpPr txBox="1"/>
          <p:nvPr/>
        </p:nvSpPr>
        <p:spPr>
          <a:xfrm>
            <a:off x="5644643" y="3421693"/>
            <a:ext cx="175788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</a:t>
            </a:r>
            <a:r>
              <a:rPr lang="en-US" sz="1800" b="1">
                <a:solidFill>
                  <a:srgbClr val="C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+3</a:t>
            </a:r>
            <a:r>
              <a:rPr lang="en-US" sz="1800" b="1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=5</a:t>
            </a:r>
            <a:endParaRPr/>
          </a:p>
        </p:txBody>
      </p:sp>
      <p:sp>
        <p:nvSpPr>
          <p:cNvPr id="19" name="Google Shape;362;p13">
            <a:extLst>
              <a:ext uri="{FF2B5EF4-FFF2-40B4-BE49-F238E27FC236}">
                <a16:creationId xmlns:a16="http://schemas.microsoft.com/office/drawing/2014/main" id="{938D5C0C-BA99-E79B-AE6E-130EBC2A9B9F}"/>
              </a:ext>
            </a:extLst>
          </p:cNvPr>
          <p:cNvSpPr/>
          <p:nvPr/>
        </p:nvSpPr>
        <p:spPr>
          <a:xfrm>
            <a:off x="5422832" y="2384759"/>
            <a:ext cx="1738074" cy="860079"/>
          </a:xfrm>
          <a:prstGeom prst="roundRect">
            <a:avLst>
              <a:gd name="adj" fmla="val 16667"/>
            </a:avLst>
          </a:prstGeom>
          <a:solidFill>
            <a:srgbClr val="F7EBD9">
              <a:alpha val="9803"/>
            </a:srgbClr>
          </a:solidFill>
          <a:ln w="15875" cap="flat" cmpd="sng">
            <a:solidFill>
              <a:srgbClr val="000000">
                <a:alpha val="2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0" name="Google Shape;363;p13">
            <a:extLst>
              <a:ext uri="{FF2B5EF4-FFF2-40B4-BE49-F238E27FC236}">
                <a16:creationId xmlns:a16="http://schemas.microsoft.com/office/drawing/2014/main" id="{31C47846-71F5-51A6-C5BD-00F891C44C44}"/>
              </a:ext>
            </a:extLst>
          </p:cNvPr>
          <p:cNvSpPr txBox="1"/>
          <p:nvPr/>
        </p:nvSpPr>
        <p:spPr>
          <a:xfrm>
            <a:off x="7532102" y="3851779"/>
            <a:ext cx="175788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1+1+1+1</a:t>
            </a:r>
            <a:r>
              <a:rPr lang="en-U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+3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=7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21" name="Google Shape;364;p13">
            <a:extLst>
              <a:ext uri="{FF2B5EF4-FFF2-40B4-BE49-F238E27FC236}">
                <a16:creationId xmlns:a16="http://schemas.microsoft.com/office/drawing/2014/main" id="{9B39662E-AA46-7BB0-0C70-498806C79E30}"/>
              </a:ext>
            </a:extLst>
          </p:cNvPr>
          <p:cNvSpPr txBox="1"/>
          <p:nvPr/>
        </p:nvSpPr>
        <p:spPr>
          <a:xfrm>
            <a:off x="2708119" y="3715108"/>
            <a:ext cx="175788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</a:t>
            </a:r>
            <a:endParaRPr dirty="0">
              <a:solidFill>
                <a:srgbClr val="7030A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+3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=6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22" name="Google Shape;365;p13">
            <a:extLst>
              <a:ext uri="{FF2B5EF4-FFF2-40B4-BE49-F238E27FC236}">
                <a16:creationId xmlns:a16="http://schemas.microsoft.com/office/drawing/2014/main" id="{65B2BB11-E4FB-1856-5470-CC366497E28C}"/>
              </a:ext>
            </a:extLst>
          </p:cNvPr>
          <p:cNvSpPr txBox="1"/>
          <p:nvPr/>
        </p:nvSpPr>
        <p:spPr>
          <a:xfrm>
            <a:off x="4062749" y="3400737"/>
            <a:ext cx="175788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1+1+1+1</a:t>
            </a:r>
            <a:r>
              <a:rPr lang="en-U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+3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=7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23" name="Google Shape;366;p13">
            <a:extLst>
              <a:ext uri="{FF2B5EF4-FFF2-40B4-BE49-F238E27FC236}">
                <a16:creationId xmlns:a16="http://schemas.microsoft.com/office/drawing/2014/main" id="{A31690C6-3429-FC47-7B9F-79EB5E0FB423}"/>
              </a:ext>
            </a:extLst>
          </p:cNvPr>
          <p:cNvSpPr txBox="1"/>
          <p:nvPr/>
        </p:nvSpPr>
        <p:spPr>
          <a:xfrm>
            <a:off x="3276600" y="2547560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</a:t>
            </a:r>
            <a:endParaRPr dirty="0">
              <a:solidFill>
                <a:srgbClr val="7030A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+2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=5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24" name="Google Shape;367;p13">
            <a:extLst>
              <a:ext uri="{FF2B5EF4-FFF2-40B4-BE49-F238E27FC236}">
                <a16:creationId xmlns:a16="http://schemas.microsoft.com/office/drawing/2014/main" id="{D2A30970-8C7A-8813-0673-70C0BEE01317}"/>
              </a:ext>
            </a:extLst>
          </p:cNvPr>
          <p:cNvSpPr txBox="1"/>
          <p:nvPr/>
        </p:nvSpPr>
        <p:spPr>
          <a:xfrm>
            <a:off x="7435720" y="2521864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1+1+1+1</a:t>
            </a:r>
            <a:endParaRPr dirty="0">
              <a:solidFill>
                <a:srgbClr val="7030A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+2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=6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25" name="Google Shape;368;p13">
            <a:extLst>
              <a:ext uri="{FF2B5EF4-FFF2-40B4-BE49-F238E27FC236}">
                <a16:creationId xmlns:a16="http://schemas.microsoft.com/office/drawing/2014/main" id="{53B067D4-878A-6051-0A72-1C05747ABC40}"/>
              </a:ext>
            </a:extLst>
          </p:cNvPr>
          <p:cNvSpPr txBox="1"/>
          <p:nvPr/>
        </p:nvSpPr>
        <p:spPr>
          <a:xfrm>
            <a:off x="6944007" y="176542"/>
            <a:ext cx="171110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1+1+1+1 = 4</a:t>
            </a:r>
            <a:endParaRPr/>
          </a:p>
        </p:txBody>
      </p:sp>
      <p:sp>
        <p:nvSpPr>
          <p:cNvPr id="26" name="Google Shape;369;p13">
            <a:extLst>
              <a:ext uri="{FF2B5EF4-FFF2-40B4-BE49-F238E27FC236}">
                <a16:creationId xmlns:a16="http://schemas.microsoft.com/office/drawing/2014/main" id="{3059DAA7-8B88-82FF-AB9C-290494814DB2}"/>
              </a:ext>
            </a:extLst>
          </p:cNvPr>
          <p:cNvSpPr txBox="1"/>
          <p:nvPr/>
        </p:nvSpPr>
        <p:spPr>
          <a:xfrm>
            <a:off x="1229763" y="1424412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1+1+1+1+1</a:t>
            </a:r>
            <a:r>
              <a:rPr lang="en-U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+1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=6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27" name="Google Shape;370;p13">
            <a:extLst>
              <a:ext uri="{FF2B5EF4-FFF2-40B4-BE49-F238E27FC236}">
                <a16:creationId xmlns:a16="http://schemas.microsoft.com/office/drawing/2014/main" id="{5D62EF85-08F9-7F1C-A25B-2A67ABCB1116}"/>
              </a:ext>
            </a:extLst>
          </p:cNvPr>
          <p:cNvSpPr txBox="1"/>
          <p:nvPr/>
        </p:nvSpPr>
        <p:spPr>
          <a:xfrm>
            <a:off x="5170283" y="1378440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</a:t>
            </a:r>
            <a:r>
              <a:rPr lang="en-US" sz="1800" b="1">
                <a:solidFill>
                  <a:srgbClr val="C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+1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=4</a:t>
            </a:r>
            <a:endParaRPr/>
          </a:p>
        </p:txBody>
      </p:sp>
      <p:sp>
        <p:nvSpPr>
          <p:cNvPr id="28" name="Google Shape;371;p13">
            <a:extLst>
              <a:ext uri="{FF2B5EF4-FFF2-40B4-BE49-F238E27FC236}">
                <a16:creationId xmlns:a16="http://schemas.microsoft.com/office/drawing/2014/main" id="{A039F4ED-8E36-11A0-64AA-A1D9BE4620B2}"/>
              </a:ext>
            </a:extLst>
          </p:cNvPr>
          <p:cNvSpPr txBox="1"/>
          <p:nvPr/>
        </p:nvSpPr>
        <p:spPr>
          <a:xfrm>
            <a:off x="8347295" y="1424410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1+1+1+1+1</a:t>
            </a:r>
            <a:r>
              <a:rPr lang="en-U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+1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=6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29" name="Google Shape;372;p13">
            <a:extLst>
              <a:ext uri="{FF2B5EF4-FFF2-40B4-BE49-F238E27FC236}">
                <a16:creationId xmlns:a16="http://schemas.microsoft.com/office/drawing/2014/main" id="{E4911165-E867-C913-5544-41491AB6DE8A}"/>
              </a:ext>
            </a:extLst>
          </p:cNvPr>
          <p:cNvSpPr txBox="1"/>
          <p:nvPr/>
        </p:nvSpPr>
        <p:spPr>
          <a:xfrm>
            <a:off x="5493567" y="2547559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C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+2</a:t>
            </a:r>
            <a:r>
              <a:rPr lang="en-US" sz="1800" b="1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=5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832380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325E2-E1A0-D081-3101-44BD31DFB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CA885-FE8A-A209-BABD-ABAF03DD6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Google Shape;377;p14">
            <a:extLst>
              <a:ext uri="{FF2B5EF4-FFF2-40B4-BE49-F238E27FC236}">
                <a16:creationId xmlns:a16="http://schemas.microsoft.com/office/drawing/2014/main" id="{24CDB482-E6FE-7655-9C10-D96A52509D1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b="-207"/>
          <a:stretch/>
        </p:blipFill>
        <p:spPr>
          <a:xfrm>
            <a:off x="0" y="-2"/>
            <a:ext cx="12192000" cy="687158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80;p14">
            <a:extLst>
              <a:ext uri="{FF2B5EF4-FFF2-40B4-BE49-F238E27FC236}">
                <a16:creationId xmlns:a16="http://schemas.microsoft.com/office/drawing/2014/main" id="{BB645827-FF71-DC8F-C897-A6394A121730}"/>
              </a:ext>
            </a:extLst>
          </p:cNvPr>
          <p:cNvSpPr/>
          <p:nvPr/>
        </p:nvSpPr>
        <p:spPr>
          <a:xfrm>
            <a:off x="6096000" y="0"/>
            <a:ext cx="2441418" cy="860079"/>
          </a:xfrm>
          <a:prstGeom prst="roundRect">
            <a:avLst>
              <a:gd name="adj" fmla="val 16667"/>
            </a:avLst>
          </a:prstGeom>
          <a:solidFill>
            <a:srgbClr val="F7EBD9">
              <a:alpha val="9803"/>
            </a:srgbClr>
          </a:solidFill>
          <a:ln w="15875" cap="flat" cmpd="sng">
            <a:solidFill>
              <a:srgbClr val="000000">
                <a:alpha val="2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7" name="Google Shape;381;p14">
            <a:extLst>
              <a:ext uri="{FF2B5EF4-FFF2-40B4-BE49-F238E27FC236}">
                <a16:creationId xmlns:a16="http://schemas.microsoft.com/office/drawing/2014/main" id="{C53049A4-FD38-B1ED-83D3-F49B8BB1F829}"/>
              </a:ext>
            </a:extLst>
          </p:cNvPr>
          <p:cNvSpPr/>
          <p:nvPr/>
        </p:nvSpPr>
        <p:spPr>
          <a:xfrm>
            <a:off x="5204233" y="1210663"/>
            <a:ext cx="2441418" cy="860079"/>
          </a:xfrm>
          <a:prstGeom prst="roundRect">
            <a:avLst>
              <a:gd name="adj" fmla="val 16667"/>
            </a:avLst>
          </a:prstGeom>
          <a:solidFill>
            <a:srgbClr val="F7EBD9">
              <a:alpha val="9803"/>
            </a:srgbClr>
          </a:solidFill>
          <a:ln w="15875" cap="flat" cmpd="sng">
            <a:solidFill>
              <a:srgbClr val="000000">
                <a:alpha val="2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8" name="Google Shape;382;p14">
            <a:extLst>
              <a:ext uri="{FF2B5EF4-FFF2-40B4-BE49-F238E27FC236}">
                <a16:creationId xmlns:a16="http://schemas.microsoft.com/office/drawing/2014/main" id="{47944021-5FE6-CA89-05DC-C3A022CEEB78}"/>
              </a:ext>
            </a:extLst>
          </p:cNvPr>
          <p:cNvSpPr/>
          <p:nvPr/>
        </p:nvSpPr>
        <p:spPr>
          <a:xfrm>
            <a:off x="334147" y="1964601"/>
            <a:ext cx="3712752" cy="1348967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9" name="Google Shape;383;p14">
            <a:extLst>
              <a:ext uri="{FF2B5EF4-FFF2-40B4-BE49-F238E27FC236}">
                <a16:creationId xmlns:a16="http://schemas.microsoft.com/office/drawing/2014/main" id="{71883A74-48A5-2DB7-E1B4-5D2823DF7D8F}"/>
              </a:ext>
            </a:extLst>
          </p:cNvPr>
          <p:cNvSpPr/>
          <p:nvPr/>
        </p:nvSpPr>
        <p:spPr>
          <a:xfrm>
            <a:off x="9251132" y="1963611"/>
            <a:ext cx="2940868" cy="1348967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0" name="Google Shape;384;p14">
            <a:extLst>
              <a:ext uri="{FF2B5EF4-FFF2-40B4-BE49-F238E27FC236}">
                <a16:creationId xmlns:a16="http://schemas.microsoft.com/office/drawing/2014/main" id="{EDE40463-F5ED-7974-4330-7724D249A503}"/>
              </a:ext>
            </a:extLst>
          </p:cNvPr>
          <p:cNvSpPr/>
          <p:nvPr/>
        </p:nvSpPr>
        <p:spPr>
          <a:xfrm>
            <a:off x="59333" y="3050972"/>
            <a:ext cx="3414557" cy="3807028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2" name="Google Shape;386;p14">
            <a:extLst>
              <a:ext uri="{FF2B5EF4-FFF2-40B4-BE49-F238E27FC236}">
                <a16:creationId xmlns:a16="http://schemas.microsoft.com/office/drawing/2014/main" id="{4ABBABBA-A420-AA70-9FCD-0C06F371EC83}"/>
              </a:ext>
            </a:extLst>
          </p:cNvPr>
          <p:cNvSpPr/>
          <p:nvPr/>
        </p:nvSpPr>
        <p:spPr>
          <a:xfrm>
            <a:off x="7769572" y="3193890"/>
            <a:ext cx="4280589" cy="1206049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3" name="Google Shape;387;p14">
            <a:extLst>
              <a:ext uri="{FF2B5EF4-FFF2-40B4-BE49-F238E27FC236}">
                <a16:creationId xmlns:a16="http://schemas.microsoft.com/office/drawing/2014/main" id="{9A7639AE-F1D0-F90B-6A13-1A3692C135EA}"/>
              </a:ext>
            </a:extLst>
          </p:cNvPr>
          <p:cNvSpPr/>
          <p:nvPr/>
        </p:nvSpPr>
        <p:spPr>
          <a:xfrm>
            <a:off x="2666448" y="4414706"/>
            <a:ext cx="3429552" cy="1225604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4" name="Google Shape;388;p14">
            <a:extLst>
              <a:ext uri="{FF2B5EF4-FFF2-40B4-BE49-F238E27FC236}">
                <a16:creationId xmlns:a16="http://schemas.microsoft.com/office/drawing/2014/main" id="{6DEB3423-33BB-4B88-580D-A84C40C90DB0}"/>
              </a:ext>
            </a:extLst>
          </p:cNvPr>
          <p:cNvSpPr/>
          <p:nvPr/>
        </p:nvSpPr>
        <p:spPr>
          <a:xfrm>
            <a:off x="2731330" y="4845161"/>
            <a:ext cx="3429552" cy="795148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5" name="Google Shape;389;p14">
            <a:extLst>
              <a:ext uri="{FF2B5EF4-FFF2-40B4-BE49-F238E27FC236}">
                <a16:creationId xmlns:a16="http://schemas.microsoft.com/office/drawing/2014/main" id="{1FE36D98-809A-5283-7842-F1E230A9AD63}"/>
              </a:ext>
            </a:extLst>
          </p:cNvPr>
          <p:cNvSpPr/>
          <p:nvPr/>
        </p:nvSpPr>
        <p:spPr>
          <a:xfrm>
            <a:off x="6940336" y="4411374"/>
            <a:ext cx="5251664" cy="1218843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6" name="Google Shape;390;p14">
            <a:extLst>
              <a:ext uri="{FF2B5EF4-FFF2-40B4-BE49-F238E27FC236}">
                <a16:creationId xmlns:a16="http://schemas.microsoft.com/office/drawing/2014/main" id="{3FB6EEA7-5E90-64F3-8F74-505F0156EEF1}"/>
              </a:ext>
            </a:extLst>
          </p:cNvPr>
          <p:cNvSpPr txBox="1"/>
          <p:nvPr/>
        </p:nvSpPr>
        <p:spPr>
          <a:xfrm>
            <a:off x="5170283" y="5076220"/>
            <a:ext cx="175788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</a:t>
            </a:r>
            <a:r>
              <a:rPr lang="en-US" sz="1800" b="1">
                <a:solidFill>
                  <a:srgbClr val="C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+4</a:t>
            </a:r>
            <a:r>
              <a:rPr lang="en-US" sz="1800" b="1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=5</a:t>
            </a:r>
            <a:endParaRPr/>
          </a:p>
        </p:txBody>
      </p:sp>
      <p:sp>
        <p:nvSpPr>
          <p:cNvPr id="17" name="Google Shape;391;p14">
            <a:extLst>
              <a:ext uri="{FF2B5EF4-FFF2-40B4-BE49-F238E27FC236}">
                <a16:creationId xmlns:a16="http://schemas.microsoft.com/office/drawing/2014/main" id="{C4846404-58CF-213A-10EC-43EDD78F03AE}"/>
              </a:ext>
            </a:extLst>
          </p:cNvPr>
          <p:cNvSpPr txBox="1"/>
          <p:nvPr/>
        </p:nvSpPr>
        <p:spPr>
          <a:xfrm>
            <a:off x="7532102" y="3851779"/>
            <a:ext cx="175788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1+1+1+1</a:t>
            </a:r>
            <a:r>
              <a:rPr lang="en-U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+3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=7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18" name="Google Shape;392;p14">
            <a:extLst>
              <a:ext uri="{FF2B5EF4-FFF2-40B4-BE49-F238E27FC236}">
                <a16:creationId xmlns:a16="http://schemas.microsoft.com/office/drawing/2014/main" id="{01ACF842-BC30-E30C-6C62-1A8A4334080E}"/>
              </a:ext>
            </a:extLst>
          </p:cNvPr>
          <p:cNvSpPr txBox="1"/>
          <p:nvPr/>
        </p:nvSpPr>
        <p:spPr>
          <a:xfrm>
            <a:off x="2708119" y="3715108"/>
            <a:ext cx="175788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</a:t>
            </a:r>
            <a:endParaRPr dirty="0">
              <a:solidFill>
                <a:srgbClr val="7030A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+3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=6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19" name="Google Shape;393;p14">
            <a:extLst>
              <a:ext uri="{FF2B5EF4-FFF2-40B4-BE49-F238E27FC236}">
                <a16:creationId xmlns:a16="http://schemas.microsoft.com/office/drawing/2014/main" id="{692431E1-E206-E4C0-FE52-EBC4A0F6FB68}"/>
              </a:ext>
            </a:extLst>
          </p:cNvPr>
          <p:cNvSpPr txBox="1"/>
          <p:nvPr/>
        </p:nvSpPr>
        <p:spPr>
          <a:xfrm>
            <a:off x="4062749" y="3400737"/>
            <a:ext cx="175788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1+1+1+1</a:t>
            </a:r>
            <a:r>
              <a:rPr lang="en-U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+3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=7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20" name="Google Shape;394;p14">
            <a:extLst>
              <a:ext uri="{FF2B5EF4-FFF2-40B4-BE49-F238E27FC236}">
                <a16:creationId xmlns:a16="http://schemas.microsoft.com/office/drawing/2014/main" id="{F078883C-93EF-108A-8B58-9CE60C6CA7B0}"/>
              </a:ext>
            </a:extLst>
          </p:cNvPr>
          <p:cNvSpPr txBox="1"/>
          <p:nvPr/>
        </p:nvSpPr>
        <p:spPr>
          <a:xfrm>
            <a:off x="3276600" y="2547560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</a:t>
            </a:r>
            <a:endParaRPr dirty="0">
              <a:solidFill>
                <a:srgbClr val="7030A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+2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=5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21" name="Google Shape;395;p14">
            <a:extLst>
              <a:ext uri="{FF2B5EF4-FFF2-40B4-BE49-F238E27FC236}">
                <a16:creationId xmlns:a16="http://schemas.microsoft.com/office/drawing/2014/main" id="{AEF4CFC9-93D6-8913-BCB7-5EC9CF0C2DBB}"/>
              </a:ext>
            </a:extLst>
          </p:cNvPr>
          <p:cNvSpPr txBox="1"/>
          <p:nvPr/>
        </p:nvSpPr>
        <p:spPr>
          <a:xfrm>
            <a:off x="7435720" y="2521864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1+1+1+1</a:t>
            </a:r>
            <a:endParaRPr dirty="0">
              <a:solidFill>
                <a:srgbClr val="7030A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+2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=6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22" name="Google Shape;396;p14">
            <a:extLst>
              <a:ext uri="{FF2B5EF4-FFF2-40B4-BE49-F238E27FC236}">
                <a16:creationId xmlns:a16="http://schemas.microsoft.com/office/drawing/2014/main" id="{E8BB7589-D2A9-D0EF-BCF8-D405CAD6515F}"/>
              </a:ext>
            </a:extLst>
          </p:cNvPr>
          <p:cNvSpPr txBox="1"/>
          <p:nvPr/>
        </p:nvSpPr>
        <p:spPr>
          <a:xfrm>
            <a:off x="6944007" y="176542"/>
            <a:ext cx="171110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1+1+1+1 = 4</a:t>
            </a:r>
            <a:endParaRPr/>
          </a:p>
        </p:txBody>
      </p:sp>
      <p:sp>
        <p:nvSpPr>
          <p:cNvPr id="23" name="Google Shape;397;p14">
            <a:extLst>
              <a:ext uri="{FF2B5EF4-FFF2-40B4-BE49-F238E27FC236}">
                <a16:creationId xmlns:a16="http://schemas.microsoft.com/office/drawing/2014/main" id="{EDB33EFE-E907-15BB-B780-D3FF48517EB7}"/>
              </a:ext>
            </a:extLst>
          </p:cNvPr>
          <p:cNvSpPr txBox="1"/>
          <p:nvPr/>
        </p:nvSpPr>
        <p:spPr>
          <a:xfrm>
            <a:off x="1229763" y="1424412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1+1+1+1+1</a:t>
            </a:r>
            <a:r>
              <a:rPr lang="en-U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+1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=6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24" name="Google Shape;398;p14">
            <a:extLst>
              <a:ext uri="{FF2B5EF4-FFF2-40B4-BE49-F238E27FC236}">
                <a16:creationId xmlns:a16="http://schemas.microsoft.com/office/drawing/2014/main" id="{AF61AA19-C93C-B9D1-E6C3-91B5B7B2471E}"/>
              </a:ext>
            </a:extLst>
          </p:cNvPr>
          <p:cNvSpPr txBox="1"/>
          <p:nvPr/>
        </p:nvSpPr>
        <p:spPr>
          <a:xfrm>
            <a:off x="5170283" y="1378440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</a:t>
            </a:r>
            <a:r>
              <a:rPr lang="en-US" sz="1800" b="1" dirty="0">
                <a:solidFill>
                  <a:srgbClr val="C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+1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=4</a:t>
            </a:r>
            <a:endParaRPr dirty="0"/>
          </a:p>
        </p:txBody>
      </p:sp>
      <p:sp>
        <p:nvSpPr>
          <p:cNvPr id="25" name="Google Shape;399;p14">
            <a:extLst>
              <a:ext uri="{FF2B5EF4-FFF2-40B4-BE49-F238E27FC236}">
                <a16:creationId xmlns:a16="http://schemas.microsoft.com/office/drawing/2014/main" id="{6D1FCE26-537D-FE52-E576-E4B1D00CF5FB}"/>
              </a:ext>
            </a:extLst>
          </p:cNvPr>
          <p:cNvSpPr txBox="1"/>
          <p:nvPr/>
        </p:nvSpPr>
        <p:spPr>
          <a:xfrm>
            <a:off x="8347295" y="1424410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1+1+1+1+1</a:t>
            </a:r>
            <a:r>
              <a:rPr lang="en-U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+1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=6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26" name="Google Shape;400;p14">
            <a:extLst>
              <a:ext uri="{FF2B5EF4-FFF2-40B4-BE49-F238E27FC236}">
                <a16:creationId xmlns:a16="http://schemas.microsoft.com/office/drawing/2014/main" id="{4E27C36E-9AC7-4F97-F700-1F67D3BB253F}"/>
              </a:ext>
            </a:extLst>
          </p:cNvPr>
          <p:cNvSpPr/>
          <p:nvPr/>
        </p:nvSpPr>
        <p:spPr>
          <a:xfrm>
            <a:off x="5422832" y="2384759"/>
            <a:ext cx="1738074" cy="860079"/>
          </a:xfrm>
          <a:prstGeom prst="roundRect">
            <a:avLst>
              <a:gd name="adj" fmla="val 16667"/>
            </a:avLst>
          </a:prstGeom>
          <a:solidFill>
            <a:srgbClr val="F7EBD9">
              <a:alpha val="9803"/>
            </a:srgbClr>
          </a:solidFill>
          <a:ln w="15875" cap="flat" cmpd="sng">
            <a:solidFill>
              <a:srgbClr val="000000">
                <a:alpha val="2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7" name="Google Shape;401;p14">
            <a:extLst>
              <a:ext uri="{FF2B5EF4-FFF2-40B4-BE49-F238E27FC236}">
                <a16:creationId xmlns:a16="http://schemas.microsoft.com/office/drawing/2014/main" id="{54201BEE-B726-8284-D64F-38C9BDBC828D}"/>
              </a:ext>
            </a:extLst>
          </p:cNvPr>
          <p:cNvSpPr/>
          <p:nvPr/>
        </p:nvSpPr>
        <p:spPr>
          <a:xfrm>
            <a:off x="5641063" y="3437408"/>
            <a:ext cx="1136399" cy="1018463"/>
          </a:xfrm>
          <a:prstGeom prst="roundRect">
            <a:avLst>
              <a:gd name="adj" fmla="val 16667"/>
            </a:avLst>
          </a:prstGeom>
          <a:solidFill>
            <a:srgbClr val="F7EBD9">
              <a:alpha val="9803"/>
            </a:srgbClr>
          </a:solidFill>
          <a:ln w="15875" cap="flat" cmpd="sng">
            <a:solidFill>
              <a:srgbClr val="000000">
                <a:alpha val="2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8" name="Google Shape;402;p14">
            <a:extLst>
              <a:ext uri="{FF2B5EF4-FFF2-40B4-BE49-F238E27FC236}">
                <a16:creationId xmlns:a16="http://schemas.microsoft.com/office/drawing/2014/main" id="{059CE41B-7998-E130-79DC-B313250E9341}"/>
              </a:ext>
            </a:extLst>
          </p:cNvPr>
          <p:cNvSpPr txBox="1"/>
          <p:nvPr/>
        </p:nvSpPr>
        <p:spPr>
          <a:xfrm>
            <a:off x="5493567" y="2547559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C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+2</a:t>
            </a:r>
            <a:r>
              <a:rPr lang="en-US" sz="1800" b="1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=5</a:t>
            </a:r>
            <a:endParaRPr/>
          </a:p>
        </p:txBody>
      </p:sp>
      <p:sp>
        <p:nvSpPr>
          <p:cNvPr id="29" name="Google Shape;403;p14">
            <a:extLst>
              <a:ext uri="{FF2B5EF4-FFF2-40B4-BE49-F238E27FC236}">
                <a16:creationId xmlns:a16="http://schemas.microsoft.com/office/drawing/2014/main" id="{B4F12762-814E-1A67-8364-60FC48DF04E0}"/>
              </a:ext>
            </a:extLst>
          </p:cNvPr>
          <p:cNvSpPr txBox="1"/>
          <p:nvPr/>
        </p:nvSpPr>
        <p:spPr>
          <a:xfrm>
            <a:off x="5644643" y="3421693"/>
            <a:ext cx="175788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</a:t>
            </a:r>
            <a:r>
              <a:rPr lang="en-US" sz="1800" b="1">
                <a:solidFill>
                  <a:srgbClr val="C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+3</a:t>
            </a:r>
            <a:r>
              <a:rPr lang="en-US" sz="1800" b="1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=5</a:t>
            </a:r>
            <a:endParaRPr/>
          </a:p>
        </p:txBody>
      </p:sp>
      <p:sp>
        <p:nvSpPr>
          <p:cNvPr id="30" name="Google Shape;404;p14">
            <a:extLst>
              <a:ext uri="{FF2B5EF4-FFF2-40B4-BE49-F238E27FC236}">
                <a16:creationId xmlns:a16="http://schemas.microsoft.com/office/drawing/2014/main" id="{E6466CFD-B699-D255-126B-15238D9FED44}"/>
              </a:ext>
            </a:extLst>
          </p:cNvPr>
          <p:cNvSpPr/>
          <p:nvPr/>
        </p:nvSpPr>
        <p:spPr>
          <a:xfrm>
            <a:off x="4446106" y="6131657"/>
            <a:ext cx="4661680" cy="752096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1" name="Google Shape;405;p14">
            <a:extLst>
              <a:ext uri="{FF2B5EF4-FFF2-40B4-BE49-F238E27FC236}">
                <a16:creationId xmlns:a16="http://schemas.microsoft.com/office/drawing/2014/main" id="{C3A6851F-E84A-E8CC-4F2A-A87A298E5EC8}"/>
              </a:ext>
            </a:extLst>
          </p:cNvPr>
          <p:cNvSpPr/>
          <p:nvPr/>
        </p:nvSpPr>
        <p:spPr>
          <a:xfrm>
            <a:off x="3842868" y="6012263"/>
            <a:ext cx="4661680" cy="752096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2" name="Google Shape;406;p14">
            <a:extLst>
              <a:ext uri="{FF2B5EF4-FFF2-40B4-BE49-F238E27FC236}">
                <a16:creationId xmlns:a16="http://schemas.microsoft.com/office/drawing/2014/main" id="{E324CC06-B07C-9901-3B35-B198C616C4AE}"/>
              </a:ext>
            </a:extLst>
          </p:cNvPr>
          <p:cNvSpPr/>
          <p:nvPr/>
        </p:nvSpPr>
        <p:spPr>
          <a:xfrm>
            <a:off x="3206108" y="5919015"/>
            <a:ext cx="4661680" cy="752096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3" name="Google Shape;407;p14">
            <a:extLst>
              <a:ext uri="{FF2B5EF4-FFF2-40B4-BE49-F238E27FC236}">
                <a16:creationId xmlns:a16="http://schemas.microsoft.com/office/drawing/2014/main" id="{6E385092-C14B-E698-47D1-7961E9AAC731}"/>
              </a:ext>
            </a:extLst>
          </p:cNvPr>
          <p:cNvSpPr/>
          <p:nvPr/>
        </p:nvSpPr>
        <p:spPr>
          <a:xfrm>
            <a:off x="2821189" y="5838299"/>
            <a:ext cx="4661680" cy="752096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4" name="Google Shape;408;p14">
            <a:extLst>
              <a:ext uri="{FF2B5EF4-FFF2-40B4-BE49-F238E27FC236}">
                <a16:creationId xmlns:a16="http://schemas.microsoft.com/office/drawing/2014/main" id="{19195DA5-E931-4957-5D9E-42831AFEE783}"/>
              </a:ext>
            </a:extLst>
          </p:cNvPr>
          <p:cNvSpPr/>
          <p:nvPr/>
        </p:nvSpPr>
        <p:spPr>
          <a:xfrm>
            <a:off x="2278656" y="5757018"/>
            <a:ext cx="4661680" cy="752096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5" name="Google Shape;409;p14">
            <a:extLst>
              <a:ext uri="{FF2B5EF4-FFF2-40B4-BE49-F238E27FC236}">
                <a16:creationId xmlns:a16="http://schemas.microsoft.com/office/drawing/2014/main" id="{93DC84C2-2BD3-CDC5-1D9A-D8F5D63D65C6}"/>
              </a:ext>
            </a:extLst>
          </p:cNvPr>
          <p:cNvSpPr/>
          <p:nvPr/>
        </p:nvSpPr>
        <p:spPr>
          <a:xfrm>
            <a:off x="1981488" y="5720504"/>
            <a:ext cx="8076912" cy="1158452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6" name="Google Shape;410;p14">
            <a:extLst>
              <a:ext uri="{FF2B5EF4-FFF2-40B4-BE49-F238E27FC236}">
                <a16:creationId xmlns:a16="http://schemas.microsoft.com/office/drawing/2014/main" id="{5D04F9D9-57E5-BC55-2ED5-1BD32925A4A0}"/>
              </a:ext>
            </a:extLst>
          </p:cNvPr>
          <p:cNvSpPr/>
          <p:nvPr/>
        </p:nvSpPr>
        <p:spPr>
          <a:xfrm>
            <a:off x="1791542" y="5645416"/>
            <a:ext cx="4661680" cy="752096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7" name="Google Shape;411;p14">
            <a:extLst>
              <a:ext uri="{FF2B5EF4-FFF2-40B4-BE49-F238E27FC236}">
                <a16:creationId xmlns:a16="http://schemas.microsoft.com/office/drawing/2014/main" id="{F3BD4B2E-FFAE-08E3-6926-A5D1656FCFCC}"/>
              </a:ext>
            </a:extLst>
          </p:cNvPr>
          <p:cNvSpPr/>
          <p:nvPr/>
        </p:nvSpPr>
        <p:spPr>
          <a:xfrm>
            <a:off x="5154301" y="4773738"/>
            <a:ext cx="1879864" cy="926754"/>
          </a:xfrm>
          <a:prstGeom prst="roundRect">
            <a:avLst>
              <a:gd name="adj" fmla="val 16667"/>
            </a:avLst>
          </a:prstGeom>
          <a:solidFill>
            <a:srgbClr val="F7EBD9">
              <a:alpha val="9803"/>
            </a:srgbClr>
          </a:solidFill>
          <a:ln w="15875" cap="flat" cmpd="sng">
            <a:solidFill>
              <a:srgbClr val="000000">
                <a:alpha val="2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8" name="Google Shape;412;p14">
            <a:extLst>
              <a:ext uri="{FF2B5EF4-FFF2-40B4-BE49-F238E27FC236}">
                <a16:creationId xmlns:a16="http://schemas.microsoft.com/office/drawing/2014/main" id="{D4ECEFD0-C1A5-FCE1-2B80-112CF494A465}"/>
              </a:ext>
            </a:extLst>
          </p:cNvPr>
          <p:cNvSpPr txBox="1"/>
          <p:nvPr/>
        </p:nvSpPr>
        <p:spPr>
          <a:xfrm>
            <a:off x="4424504" y="6126705"/>
            <a:ext cx="175788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0</a:t>
            </a:r>
            <a:r>
              <a:rPr lang="en-U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+5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=5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8B256E-0999-4A70-BC02-65FBDB6F242E}"/>
              </a:ext>
            </a:extLst>
          </p:cNvPr>
          <p:cNvSpPr/>
          <p:nvPr/>
        </p:nvSpPr>
        <p:spPr>
          <a:xfrm>
            <a:off x="10058400" y="5299587"/>
            <a:ext cx="1991761" cy="142942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Goal Reached </a:t>
            </a:r>
          </a:p>
          <a:p>
            <a:pPr algn="ctr"/>
            <a:r>
              <a:rPr lang="en-US" dirty="0"/>
              <a:t>Stop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488E3F-F100-14CD-83E6-3D8D86844E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930" t="77276" r="34355" b="13316"/>
          <a:stretch>
            <a:fillRect/>
          </a:stretch>
        </p:blipFill>
        <p:spPr>
          <a:xfrm>
            <a:off x="5383190" y="5827451"/>
            <a:ext cx="2363818" cy="983780"/>
          </a:xfrm>
          <a:prstGeom prst="rect">
            <a:avLst/>
          </a:prstGeom>
        </p:spPr>
      </p:pic>
      <p:sp>
        <p:nvSpPr>
          <p:cNvPr id="41" name="Google Shape;411;p14">
            <a:extLst>
              <a:ext uri="{FF2B5EF4-FFF2-40B4-BE49-F238E27FC236}">
                <a16:creationId xmlns:a16="http://schemas.microsoft.com/office/drawing/2014/main" id="{5DE8B7B5-9A9B-06AB-9F68-2A9349AB59D8}"/>
              </a:ext>
            </a:extLst>
          </p:cNvPr>
          <p:cNvSpPr/>
          <p:nvPr/>
        </p:nvSpPr>
        <p:spPr>
          <a:xfrm>
            <a:off x="4353865" y="5889490"/>
            <a:ext cx="1879864" cy="926754"/>
          </a:xfrm>
          <a:prstGeom prst="roundRect">
            <a:avLst>
              <a:gd name="adj" fmla="val 16667"/>
            </a:avLst>
          </a:prstGeom>
          <a:solidFill>
            <a:srgbClr val="F7EBD9">
              <a:alpha val="9803"/>
            </a:srgbClr>
          </a:solidFill>
          <a:ln w="15875" cap="flat" cmpd="sng">
            <a:solidFill>
              <a:srgbClr val="000000">
                <a:alpha val="2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3" name="Google Shape;392;p14">
            <a:extLst>
              <a:ext uri="{FF2B5EF4-FFF2-40B4-BE49-F238E27FC236}">
                <a16:creationId xmlns:a16="http://schemas.microsoft.com/office/drawing/2014/main" id="{42FFF9D4-52A8-0D29-7A6C-A14820E13A30}"/>
              </a:ext>
            </a:extLst>
          </p:cNvPr>
          <p:cNvSpPr txBox="1"/>
          <p:nvPr/>
        </p:nvSpPr>
        <p:spPr>
          <a:xfrm>
            <a:off x="7885673" y="6029701"/>
            <a:ext cx="175788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</a:t>
            </a:r>
            <a:endParaRPr dirty="0">
              <a:solidFill>
                <a:srgbClr val="7030A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+5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 7 </a:t>
            </a:r>
            <a:endParaRPr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40696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4A0E50-BE86-D3C1-4CA0-5BA6648F0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EA55AB3E-AC79-97AD-BFDA-C7D9FE41D6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766C1BE-E2EA-7717-4943-1B0804FEC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479720"/>
            <a:ext cx="12192000" cy="3378280"/>
          </a:xfrm>
          <a:custGeom>
            <a:avLst/>
            <a:gdLst>
              <a:gd name="connsiteX0" fmla="*/ 0 w 12192000"/>
              <a:gd name="connsiteY0" fmla="*/ 0 h 3378280"/>
              <a:gd name="connsiteX1" fmla="*/ 13973 w 12192000"/>
              <a:gd name="connsiteY1" fmla="*/ 3431 h 3378280"/>
              <a:gd name="connsiteX2" fmla="*/ 86774 w 12192000"/>
              <a:gd name="connsiteY2" fmla="*/ 43536 h 3378280"/>
              <a:gd name="connsiteX3" fmla="*/ 229780 w 12192000"/>
              <a:gd name="connsiteY3" fmla="*/ 145557 h 3378280"/>
              <a:gd name="connsiteX4" fmla="*/ 302639 w 12192000"/>
              <a:gd name="connsiteY4" fmla="*/ 203425 h 3378280"/>
              <a:gd name="connsiteX5" fmla="*/ 348081 w 12192000"/>
              <a:gd name="connsiteY5" fmla="*/ 187174 h 3378280"/>
              <a:gd name="connsiteX6" fmla="*/ 436950 w 12192000"/>
              <a:gd name="connsiteY6" fmla="*/ 184066 h 3378280"/>
              <a:gd name="connsiteX7" fmla="*/ 501693 w 12192000"/>
              <a:gd name="connsiteY7" fmla="*/ 233225 h 3378280"/>
              <a:gd name="connsiteX8" fmla="*/ 557201 w 12192000"/>
              <a:gd name="connsiteY8" fmla="*/ 312390 h 3378280"/>
              <a:gd name="connsiteX9" fmla="*/ 617648 w 12192000"/>
              <a:gd name="connsiteY9" fmla="*/ 333897 h 3378280"/>
              <a:gd name="connsiteX10" fmla="*/ 692332 w 12192000"/>
              <a:gd name="connsiteY10" fmla="*/ 386327 h 3378280"/>
              <a:gd name="connsiteX11" fmla="*/ 802009 w 12192000"/>
              <a:gd name="connsiteY11" fmla="*/ 419027 h 3378280"/>
              <a:gd name="connsiteX12" fmla="*/ 914003 w 12192000"/>
              <a:gd name="connsiteY12" fmla="*/ 475419 h 3378280"/>
              <a:gd name="connsiteX13" fmla="*/ 938561 w 12192000"/>
              <a:gd name="connsiteY13" fmla="*/ 472887 h 3378280"/>
              <a:gd name="connsiteX14" fmla="*/ 1035683 w 12192000"/>
              <a:gd name="connsiteY14" fmla="*/ 486697 h 3378280"/>
              <a:gd name="connsiteX15" fmla="*/ 1035757 w 12192000"/>
              <a:gd name="connsiteY15" fmla="*/ 486731 h 3378280"/>
              <a:gd name="connsiteX16" fmla="*/ 1074336 w 12192000"/>
              <a:gd name="connsiteY16" fmla="*/ 494465 h 3378280"/>
              <a:gd name="connsiteX17" fmla="*/ 1285084 w 12192000"/>
              <a:gd name="connsiteY17" fmla="*/ 589112 h 3378280"/>
              <a:gd name="connsiteX18" fmla="*/ 1409116 w 12192000"/>
              <a:gd name="connsiteY18" fmla="*/ 656332 h 3378280"/>
              <a:gd name="connsiteX19" fmla="*/ 1533725 w 12192000"/>
              <a:gd name="connsiteY19" fmla="*/ 699179 h 3378280"/>
              <a:gd name="connsiteX20" fmla="*/ 1636242 w 12192000"/>
              <a:gd name="connsiteY20" fmla="*/ 741533 h 3378280"/>
              <a:gd name="connsiteX21" fmla="*/ 1704848 w 12192000"/>
              <a:gd name="connsiteY21" fmla="*/ 770749 h 3378280"/>
              <a:gd name="connsiteX22" fmla="*/ 1718292 w 12192000"/>
              <a:gd name="connsiteY22" fmla="*/ 781051 h 3378280"/>
              <a:gd name="connsiteX23" fmla="*/ 1720835 w 12192000"/>
              <a:gd name="connsiteY23" fmla="*/ 781117 h 3378280"/>
              <a:gd name="connsiteX24" fmla="*/ 1753341 w 12192000"/>
              <a:gd name="connsiteY24" fmla="*/ 800301 h 3378280"/>
              <a:gd name="connsiteX25" fmla="*/ 1775454 w 12192000"/>
              <a:gd name="connsiteY25" fmla="*/ 815182 h 3378280"/>
              <a:gd name="connsiteX26" fmla="*/ 1781011 w 12192000"/>
              <a:gd name="connsiteY26" fmla="*/ 816068 h 3378280"/>
              <a:gd name="connsiteX27" fmla="*/ 1817738 w 12192000"/>
              <a:gd name="connsiteY27" fmla="*/ 834926 h 3378280"/>
              <a:gd name="connsiteX28" fmla="*/ 1830702 w 12192000"/>
              <a:gd name="connsiteY28" fmla="*/ 836485 h 3378280"/>
              <a:gd name="connsiteX29" fmla="*/ 1853950 w 12192000"/>
              <a:gd name="connsiteY29" fmla="*/ 841519 h 3378280"/>
              <a:gd name="connsiteX30" fmla="*/ 1915890 w 12192000"/>
              <a:gd name="connsiteY30" fmla="*/ 841983 h 3378280"/>
              <a:gd name="connsiteX31" fmla="*/ 1960900 w 12192000"/>
              <a:gd name="connsiteY31" fmla="*/ 865789 h 3378280"/>
              <a:gd name="connsiteX32" fmla="*/ 1961217 w 12192000"/>
              <a:gd name="connsiteY32" fmla="*/ 865662 h 3378280"/>
              <a:gd name="connsiteX33" fmla="*/ 1969825 w 12192000"/>
              <a:gd name="connsiteY33" fmla="*/ 869049 h 3378280"/>
              <a:gd name="connsiteX34" fmla="*/ 1975234 w 12192000"/>
              <a:gd name="connsiteY34" fmla="*/ 872329 h 3378280"/>
              <a:gd name="connsiteX35" fmla="*/ 1990485 w 12192000"/>
              <a:gd name="connsiteY35" fmla="*/ 879288 h 3378280"/>
              <a:gd name="connsiteX36" fmla="*/ 1996793 w 12192000"/>
              <a:gd name="connsiteY36" fmla="*/ 880361 h 3378280"/>
              <a:gd name="connsiteX37" fmla="*/ 2055091 w 12192000"/>
              <a:gd name="connsiteY37" fmla="*/ 872818 h 3378280"/>
              <a:gd name="connsiteX38" fmla="*/ 2165143 w 12192000"/>
              <a:gd name="connsiteY38" fmla="*/ 892293 h 3378280"/>
              <a:gd name="connsiteX39" fmla="*/ 2274196 w 12192000"/>
              <a:gd name="connsiteY39" fmla="*/ 914768 h 3378280"/>
              <a:gd name="connsiteX40" fmla="*/ 2383986 w 12192000"/>
              <a:gd name="connsiteY40" fmla="*/ 934891 h 3378280"/>
              <a:gd name="connsiteX41" fmla="*/ 2420278 w 12192000"/>
              <a:gd name="connsiteY41" fmla="*/ 933890 h 3378280"/>
              <a:gd name="connsiteX42" fmla="*/ 2426203 w 12192000"/>
              <a:gd name="connsiteY42" fmla="*/ 933891 h 3378280"/>
              <a:gd name="connsiteX43" fmla="*/ 2448674 w 12192000"/>
              <a:gd name="connsiteY43" fmla="*/ 941056 h 3378280"/>
              <a:gd name="connsiteX44" fmla="*/ 2457640 w 12192000"/>
              <a:gd name="connsiteY44" fmla="*/ 943105 h 3378280"/>
              <a:gd name="connsiteX45" fmla="*/ 2457852 w 12192000"/>
              <a:gd name="connsiteY45" fmla="*/ 942912 h 3378280"/>
              <a:gd name="connsiteX46" fmla="*/ 2466265 w 12192000"/>
              <a:gd name="connsiteY46" fmla="*/ 945310 h 3378280"/>
              <a:gd name="connsiteX47" fmla="*/ 2507496 w 12192000"/>
              <a:gd name="connsiteY47" fmla="*/ 960111 h 3378280"/>
              <a:gd name="connsiteX48" fmla="*/ 2561127 w 12192000"/>
              <a:gd name="connsiteY48" fmla="*/ 949411 h 3378280"/>
              <a:gd name="connsiteX49" fmla="*/ 2583467 w 12192000"/>
              <a:gd name="connsiteY49" fmla="*/ 950570 h 3378280"/>
              <a:gd name="connsiteX50" fmla="*/ 2595361 w 12192000"/>
              <a:gd name="connsiteY50" fmla="*/ 949884 h 3378280"/>
              <a:gd name="connsiteX51" fmla="*/ 2596075 w 12192000"/>
              <a:gd name="connsiteY51" fmla="*/ 949000 h 3378280"/>
              <a:gd name="connsiteX52" fmla="*/ 2666638 w 12192000"/>
              <a:gd name="connsiteY52" fmla="*/ 975095 h 3378280"/>
              <a:gd name="connsiteX53" fmla="*/ 2703393 w 12192000"/>
              <a:gd name="connsiteY53" fmla="*/ 989635 h 3378280"/>
              <a:gd name="connsiteX54" fmla="*/ 2705616 w 12192000"/>
              <a:gd name="connsiteY54" fmla="*/ 989244 h 3378280"/>
              <a:gd name="connsiteX55" fmla="*/ 2721898 w 12192000"/>
              <a:gd name="connsiteY55" fmla="*/ 997777 h 3378280"/>
              <a:gd name="connsiteX56" fmla="*/ 2735669 w 12192000"/>
              <a:gd name="connsiteY56" fmla="*/ 1009612 h 3378280"/>
              <a:gd name="connsiteX57" fmla="*/ 2857526 w 12192000"/>
              <a:gd name="connsiteY57" fmla="*/ 1030627 h 3378280"/>
              <a:gd name="connsiteX58" fmla="*/ 3021918 w 12192000"/>
              <a:gd name="connsiteY58" fmla="*/ 1088093 h 3378280"/>
              <a:gd name="connsiteX59" fmla="*/ 3155458 w 12192000"/>
              <a:gd name="connsiteY59" fmla="*/ 1121618 h 3378280"/>
              <a:gd name="connsiteX60" fmla="*/ 3328229 w 12192000"/>
              <a:gd name="connsiteY60" fmla="*/ 1155903 h 3378280"/>
              <a:gd name="connsiteX61" fmla="*/ 3448440 w 12192000"/>
              <a:gd name="connsiteY61" fmla="*/ 1184343 h 3378280"/>
              <a:gd name="connsiteX62" fmla="*/ 3499287 w 12192000"/>
              <a:gd name="connsiteY62" fmla="*/ 1209472 h 3378280"/>
              <a:gd name="connsiteX63" fmla="*/ 3520027 w 12192000"/>
              <a:gd name="connsiteY63" fmla="*/ 1207338 h 3378280"/>
              <a:gd name="connsiteX64" fmla="*/ 3523594 w 12192000"/>
              <a:gd name="connsiteY64" fmla="*/ 1206755 h 3378280"/>
              <a:gd name="connsiteX65" fmla="*/ 3538013 w 12192000"/>
              <a:gd name="connsiteY65" fmla="*/ 1209066 h 3378280"/>
              <a:gd name="connsiteX66" fmla="*/ 3541918 w 12192000"/>
              <a:gd name="connsiteY66" fmla="*/ 1203922 h 3378280"/>
              <a:gd name="connsiteX67" fmla="*/ 3590082 w 12192000"/>
              <a:gd name="connsiteY67" fmla="*/ 1209115 h 3378280"/>
              <a:gd name="connsiteX68" fmla="*/ 3716445 w 12192000"/>
              <a:gd name="connsiteY68" fmla="*/ 1243431 h 3378280"/>
              <a:gd name="connsiteX69" fmla="*/ 3792028 w 12192000"/>
              <a:gd name="connsiteY69" fmla="*/ 1260288 h 3378280"/>
              <a:gd name="connsiteX70" fmla="*/ 3820707 w 12192000"/>
              <a:gd name="connsiteY70" fmla="*/ 1260924 h 3378280"/>
              <a:gd name="connsiteX71" fmla="*/ 3860784 w 12192000"/>
              <a:gd name="connsiteY71" fmla="*/ 1265692 h 3378280"/>
              <a:gd name="connsiteX72" fmla="*/ 3997310 w 12192000"/>
              <a:gd name="connsiteY72" fmla="*/ 1281176 h 3378280"/>
              <a:gd name="connsiteX73" fmla="*/ 4040665 w 12192000"/>
              <a:gd name="connsiteY73" fmla="*/ 1291934 h 3378280"/>
              <a:gd name="connsiteX74" fmla="*/ 4046831 w 12192000"/>
              <a:gd name="connsiteY74" fmla="*/ 1293910 h 3378280"/>
              <a:gd name="connsiteX75" fmla="*/ 4095847 w 12192000"/>
              <a:gd name="connsiteY75" fmla="*/ 1316851 h 3378280"/>
              <a:gd name="connsiteX76" fmla="*/ 4101945 w 12192000"/>
              <a:gd name="connsiteY76" fmla="*/ 1313869 h 3378280"/>
              <a:gd name="connsiteX77" fmla="*/ 4119420 w 12192000"/>
              <a:gd name="connsiteY77" fmla="*/ 1313965 h 3378280"/>
              <a:gd name="connsiteX78" fmla="*/ 4131728 w 12192000"/>
              <a:gd name="connsiteY78" fmla="*/ 1322978 h 3378280"/>
              <a:gd name="connsiteX79" fmla="*/ 4193827 w 12192000"/>
              <a:gd name="connsiteY79" fmla="*/ 1350222 h 3378280"/>
              <a:gd name="connsiteX80" fmla="*/ 4286157 w 12192000"/>
              <a:gd name="connsiteY80" fmla="*/ 1385101 h 3378280"/>
              <a:gd name="connsiteX81" fmla="*/ 4298907 w 12192000"/>
              <a:gd name="connsiteY81" fmla="*/ 1394396 h 3378280"/>
              <a:gd name="connsiteX82" fmla="*/ 4323224 w 12192000"/>
              <a:gd name="connsiteY82" fmla="*/ 1403133 h 3378280"/>
              <a:gd name="connsiteX83" fmla="*/ 4404439 w 12192000"/>
              <a:gd name="connsiteY83" fmla="*/ 1417252 h 3378280"/>
              <a:gd name="connsiteX84" fmla="*/ 4423989 w 12192000"/>
              <a:gd name="connsiteY84" fmla="*/ 1410448 h 3378280"/>
              <a:gd name="connsiteX85" fmla="*/ 4427300 w 12192000"/>
              <a:gd name="connsiteY85" fmla="*/ 1409068 h 3378280"/>
              <a:gd name="connsiteX86" fmla="*/ 4441847 w 12192000"/>
              <a:gd name="connsiteY86" fmla="*/ 1408029 h 3378280"/>
              <a:gd name="connsiteX87" fmla="*/ 4444331 w 12192000"/>
              <a:gd name="connsiteY87" fmla="*/ 1402133 h 3378280"/>
              <a:gd name="connsiteX88" fmla="*/ 4492293 w 12192000"/>
              <a:gd name="connsiteY88" fmla="*/ 1396205 h 3378280"/>
              <a:gd name="connsiteX89" fmla="*/ 4623335 w 12192000"/>
              <a:gd name="connsiteY89" fmla="*/ 1400793 h 3378280"/>
              <a:gd name="connsiteX90" fmla="*/ 4700790 w 12192000"/>
              <a:gd name="connsiteY90" fmla="*/ 1399970 h 3378280"/>
              <a:gd name="connsiteX91" fmla="*/ 4728732 w 12192000"/>
              <a:gd name="connsiteY91" fmla="*/ 1394050 h 3378280"/>
              <a:gd name="connsiteX92" fmla="*/ 4768749 w 12192000"/>
              <a:gd name="connsiteY92" fmla="*/ 1389553 h 3378280"/>
              <a:gd name="connsiteX93" fmla="*/ 4838227 w 12192000"/>
              <a:gd name="connsiteY93" fmla="*/ 1377273 h 3378280"/>
              <a:gd name="connsiteX94" fmla="*/ 4904889 w 12192000"/>
              <a:gd name="connsiteY94" fmla="*/ 1373499 h 3378280"/>
              <a:gd name="connsiteX95" fmla="*/ 4949597 w 12192000"/>
              <a:gd name="connsiteY95" fmla="*/ 1374085 h 3378280"/>
              <a:gd name="connsiteX96" fmla="*/ 4956064 w 12192000"/>
              <a:gd name="connsiteY96" fmla="*/ 1374603 h 3378280"/>
              <a:gd name="connsiteX97" fmla="*/ 5009322 w 12192000"/>
              <a:gd name="connsiteY97" fmla="*/ 1385751 h 3378280"/>
              <a:gd name="connsiteX98" fmla="*/ 5014476 w 12192000"/>
              <a:gd name="connsiteY98" fmla="*/ 1381460 h 3378280"/>
              <a:gd name="connsiteX99" fmla="*/ 5031428 w 12192000"/>
              <a:gd name="connsiteY99" fmla="*/ 1377570 h 3378280"/>
              <a:gd name="connsiteX100" fmla="*/ 5045619 w 12192000"/>
              <a:gd name="connsiteY100" fmla="*/ 1383532 h 3378280"/>
              <a:gd name="connsiteX101" fmla="*/ 5112635 w 12192000"/>
              <a:gd name="connsiteY101" fmla="*/ 1395891 h 3378280"/>
              <a:gd name="connsiteX102" fmla="*/ 5210851 w 12192000"/>
              <a:gd name="connsiteY102" fmla="*/ 1408784 h 3378280"/>
              <a:gd name="connsiteX103" fmla="*/ 5225543 w 12192000"/>
              <a:gd name="connsiteY103" fmla="*/ 1414923 h 3378280"/>
              <a:gd name="connsiteX104" fmla="*/ 5321696 w 12192000"/>
              <a:gd name="connsiteY104" fmla="*/ 1432414 h 3378280"/>
              <a:gd name="connsiteX105" fmla="*/ 5372327 w 12192000"/>
              <a:gd name="connsiteY105" fmla="*/ 1436597 h 3378280"/>
              <a:gd name="connsiteX106" fmla="*/ 5378149 w 12192000"/>
              <a:gd name="connsiteY106" fmla="*/ 1431785 h 3378280"/>
              <a:gd name="connsiteX107" fmla="*/ 5393069 w 12192000"/>
              <a:gd name="connsiteY107" fmla="*/ 1433737 h 3378280"/>
              <a:gd name="connsiteX108" fmla="*/ 5527621 w 12192000"/>
              <a:gd name="connsiteY108" fmla="*/ 1458786 h 3378280"/>
              <a:gd name="connsiteX109" fmla="*/ 5680585 w 12192000"/>
              <a:gd name="connsiteY109" fmla="*/ 1498233 h 3378280"/>
              <a:gd name="connsiteX110" fmla="*/ 5783795 w 12192000"/>
              <a:gd name="connsiteY110" fmla="*/ 1499932 h 3378280"/>
              <a:gd name="connsiteX111" fmla="*/ 6016525 w 12192000"/>
              <a:gd name="connsiteY111" fmla="*/ 1577292 h 3378280"/>
              <a:gd name="connsiteX112" fmla="*/ 6186598 w 12192000"/>
              <a:gd name="connsiteY112" fmla="*/ 1606065 h 3378280"/>
              <a:gd name="connsiteX113" fmla="*/ 6197872 w 12192000"/>
              <a:gd name="connsiteY113" fmla="*/ 1616845 h 3378280"/>
              <a:gd name="connsiteX114" fmla="*/ 6212885 w 12192000"/>
              <a:gd name="connsiteY114" fmla="*/ 1624535 h 3378280"/>
              <a:gd name="connsiteX115" fmla="*/ 6319240 w 12192000"/>
              <a:gd name="connsiteY115" fmla="*/ 1660375 h 3378280"/>
              <a:gd name="connsiteX116" fmla="*/ 6333397 w 12192000"/>
              <a:gd name="connsiteY116" fmla="*/ 1658763 h 3378280"/>
              <a:gd name="connsiteX117" fmla="*/ 6357266 w 12192000"/>
              <a:gd name="connsiteY117" fmla="*/ 1659543 h 3378280"/>
              <a:gd name="connsiteX118" fmla="*/ 6418740 w 12192000"/>
              <a:gd name="connsiteY118" fmla="*/ 1648944 h 3378280"/>
              <a:gd name="connsiteX119" fmla="*/ 6458877 w 12192000"/>
              <a:gd name="connsiteY119" fmla="*/ 1662117 h 3378280"/>
              <a:gd name="connsiteX120" fmla="*/ 6467254 w 12192000"/>
              <a:gd name="connsiteY120" fmla="*/ 1664227 h 3378280"/>
              <a:gd name="connsiteX121" fmla="*/ 6467545 w 12192000"/>
              <a:gd name="connsiteY121" fmla="*/ 1664046 h 3378280"/>
              <a:gd name="connsiteX122" fmla="*/ 6476635 w 12192000"/>
              <a:gd name="connsiteY122" fmla="*/ 1665826 h 3378280"/>
              <a:gd name="connsiteX123" fmla="*/ 6482535 w 12192000"/>
              <a:gd name="connsiteY123" fmla="*/ 1668074 h 3378280"/>
              <a:gd name="connsiteX124" fmla="*/ 6498791 w 12192000"/>
              <a:gd name="connsiteY124" fmla="*/ 1672167 h 3378280"/>
              <a:gd name="connsiteX125" fmla="*/ 6505220 w 12192000"/>
              <a:gd name="connsiteY125" fmla="*/ 1672092 h 3378280"/>
              <a:gd name="connsiteX126" fmla="*/ 6508969 w 12192000"/>
              <a:gd name="connsiteY126" fmla="*/ 1669922 h 3378280"/>
              <a:gd name="connsiteX127" fmla="*/ 6544886 w 12192000"/>
              <a:gd name="connsiteY127" fmla="*/ 1670695 h 3378280"/>
              <a:gd name="connsiteX128" fmla="*/ 6617859 w 12192000"/>
              <a:gd name="connsiteY128" fmla="*/ 1679453 h 3378280"/>
              <a:gd name="connsiteX129" fmla="*/ 6657726 w 12192000"/>
              <a:gd name="connsiteY129" fmla="*/ 1687906 h 3378280"/>
              <a:gd name="connsiteX130" fmla="*/ 6769041 w 12192000"/>
              <a:gd name="connsiteY130" fmla="*/ 1707304 h 3378280"/>
              <a:gd name="connsiteX131" fmla="*/ 6882368 w 12192000"/>
              <a:gd name="connsiteY131" fmla="*/ 1723914 h 3378280"/>
              <a:gd name="connsiteX132" fmla="*/ 6968822 w 12192000"/>
              <a:gd name="connsiteY132" fmla="*/ 1723334 h 3378280"/>
              <a:gd name="connsiteX133" fmla="*/ 6973672 w 12192000"/>
              <a:gd name="connsiteY133" fmla="*/ 1726298 h 3378280"/>
              <a:gd name="connsiteX134" fmla="*/ 6981961 w 12192000"/>
              <a:gd name="connsiteY134" fmla="*/ 1729324 h 3378280"/>
              <a:gd name="connsiteX135" fmla="*/ 6982342 w 12192000"/>
              <a:gd name="connsiteY135" fmla="*/ 1729201 h 3378280"/>
              <a:gd name="connsiteX136" fmla="*/ 6989757 w 12192000"/>
              <a:gd name="connsiteY136" fmla="*/ 1732420 h 3378280"/>
              <a:gd name="connsiteX137" fmla="*/ 7023794 w 12192000"/>
              <a:gd name="connsiteY137" fmla="*/ 1750660 h 3378280"/>
              <a:gd name="connsiteX138" fmla="*/ 7090828 w 12192000"/>
              <a:gd name="connsiteY138" fmla="*/ 1750287 h 3378280"/>
              <a:gd name="connsiteX139" fmla="*/ 7114479 w 12192000"/>
              <a:gd name="connsiteY139" fmla="*/ 1754649 h 3378280"/>
              <a:gd name="connsiteX140" fmla="*/ 7162053 w 12192000"/>
              <a:gd name="connsiteY140" fmla="*/ 1772908 h 3378280"/>
              <a:gd name="connsiteX141" fmla="*/ 7167808 w 12192000"/>
              <a:gd name="connsiteY141" fmla="*/ 1773656 h 3378280"/>
              <a:gd name="connsiteX142" fmla="*/ 7187185 w 12192000"/>
              <a:gd name="connsiteY142" fmla="*/ 1787148 h 3378280"/>
              <a:gd name="connsiteX143" fmla="*/ 7216505 w 12192000"/>
              <a:gd name="connsiteY143" fmla="*/ 1804489 h 3378280"/>
              <a:gd name="connsiteX144" fmla="*/ 7219246 w 12192000"/>
              <a:gd name="connsiteY144" fmla="*/ 1804514 h 3378280"/>
              <a:gd name="connsiteX145" fmla="*/ 7230639 w 12192000"/>
              <a:gd name="connsiteY145" fmla="*/ 1813879 h 3378280"/>
              <a:gd name="connsiteX146" fmla="*/ 7236776 w 12192000"/>
              <a:gd name="connsiteY146" fmla="*/ 1825514 h 3378280"/>
              <a:gd name="connsiteX147" fmla="*/ 7394082 w 12192000"/>
              <a:gd name="connsiteY147" fmla="*/ 1877925 h 3378280"/>
              <a:gd name="connsiteX148" fmla="*/ 7505820 w 12192000"/>
              <a:gd name="connsiteY148" fmla="*/ 1933859 h 3378280"/>
              <a:gd name="connsiteX149" fmla="*/ 7572147 w 12192000"/>
              <a:gd name="connsiteY149" fmla="*/ 2003817 h 3378280"/>
              <a:gd name="connsiteX150" fmla="*/ 7828975 w 12192000"/>
              <a:gd name="connsiteY150" fmla="*/ 2061508 h 3378280"/>
              <a:gd name="connsiteX151" fmla="*/ 7886804 w 12192000"/>
              <a:gd name="connsiteY151" fmla="*/ 2075509 h 3378280"/>
              <a:gd name="connsiteX152" fmla="*/ 7923558 w 12192000"/>
              <a:gd name="connsiteY152" fmla="*/ 2103529 h 3378280"/>
              <a:gd name="connsiteX153" fmla="*/ 7947954 w 12192000"/>
              <a:gd name="connsiteY153" fmla="*/ 2104996 h 3378280"/>
              <a:gd name="connsiteX154" fmla="*/ 7952318 w 12192000"/>
              <a:gd name="connsiteY154" fmla="*/ 2105077 h 3378280"/>
              <a:gd name="connsiteX155" fmla="*/ 7966398 w 12192000"/>
              <a:gd name="connsiteY155" fmla="*/ 2109147 h 3378280"/>
              <a:gd name="connsiteX156" fmla="*/ 7974591 w 12192000"/>
              <a:gd name="connsiteY156" fmla="*/ 2105612 h 3378280"/>
              <a:gd name="connsiteX157" fmla="*/ 7998806 w 12192000"/>
              <a:gd name="connsiteY157" fmla="*/ 2108382 h 3378280"/>
              <a:gd name="connsiteX158" fmla="*/ 8023544 w 12192000"/>
              <a:gd name="connsiteY158" fmla="*/ 2117183 h 3378280"/>
              <a:gd name="connsiteX159" fmla="*/ 8136247 w 12192000"/>
              <a:gd name="connsiteY159" fmla="*/ 2164190 h 3378280"/>
              <a:gd name="connsiteX160" fmla="*/ 8206445 w 12192000"/>
              <a:gd name="connsiteY160" fmla="*/ 2189356 h 3378280"/>
              <a:gd name="connsiteX161" fmla="*/ 8237464 w 12192000"/>
              <a:gd name="connsiteY161" fmla="*/ 2194272 h 3378280"/>
              <a:gd name="connsiteX162" fmla="*/ 8277853 w 12192000"/>
              <a:gd name="connsiteY162" fmla="*/ 2204259 h 3378280"/>
              <a:gd name="connsiteX163" fmla="*/ 8352501 w 12192000"/>
              <a:gd name="connsiteY163" fmla="*/ 2218290 h 3378280"/>
              <a:gd name="connsiteX164" fmla="*/ 8446938 w 12192000"/>
              <a:gd name="connsiteY164" fmla="*/ 2243393 h 3378280"/>
              <a:gd name="connsiteX165" fmla="*/ 8497138 w 12192000"/>
              <a:gd name="connsiteY165" fmla="*/ 2281506 h 3378280"/>
              <a:gd name="connsiteX166" fmla="*/ 8506096 w 12192000"/>
              <a:gd name="connsiteY166" fmla="*/ 2280042 h 3378280"/>
              <a:gd name="connsiteX167" fmla="*/ 8549806 w 12192000"/>
              <a:gd name="connsiteY167" fmla="*/ 2296675 h 3378280"/>
              <a:gd name="connsiteX168" fmla="*/ 8680256 w 12192000"/>
              <a:gd name="connsiteY168" fmla="*/ 2378758 h 3378280"/>
              <a:gd name="connsiteX169" fmla="*/ 8766301 w 12192000"/>
              <a:gd name="connsiteY169" fmla="*/ 2410605 h 3378280"/>
              <a:gd name="connsiteX170" fmla="*/ 8800492 w 12192000"/>
              <a:gd name="connsiteY170" fmla="*/ 2418067 h 3378280"/>
              <a:gd name="connsiteX171" fmla="*/ 8857555 w 12192000"/>
              <a:gd name="connsiteY171" fmla="*/ 2430810 h 3378280"/>
              <a:gd name="connsiteX172" fmla="*/ 8951967 w 12192000"/>
              <a:gd name="connsiteY172" fmla="*/ 2460856 h 3378280"/>
              <a:gd name="connsiteX173" fmla="*/ 9002970 w 12192000"/>
              <a:gd name="connsiteY173" fmla="*/ 2472291 h 3378280"/>
              <a:gd name="connsiteX174" fmla="*/ 9081613 w 12192000"/>
              <a:gd name="connsiteY174" fmla="*/ 2488296 h 3378280"/>
              <a:gd name="connsiteX175" fmla="*/ 9091561 w 12192000"/>
              <a:gd name="connsiteY175" fmla="*/ 2494386 h 3378280"/>
              <a:gd name="connsiteX176" fmla="*/ 9140625 w 12192000"/>
              <a:gd name="connsiteY176" fmla="*/ 2486779 h 3378280"/>
              <a:gd name="connsiteX177" fmla="*/ 9271105 w 12192000"/>
              <a:gd name="connsiteY177" fmla="*/ 2511730 h 3378280"/>
              <a:gd name="connsiteX178" fmla="*/ 9295023 w 12192000"/>
              <a:gd name="connsiteY178" fmla="*/ 2512830 h 3378280"/>
              <a:gd name="connsiteX179" fmla="*/ 9321673 w 12192000"/>
              <a:gd name="connsiteY179" fmla="*/ 2524119 h 3378280"/>
              <a:gd name="connsiteX180" fmla="*/ 9378975 w 12192000"/>
              <a:gd name="connsiteY180" fmla="*/ 2543803 h 3378280"/>
              <a:gd name="connsiteX181" fmla="*/ 9414193 w 12192000"/>
              <a:gd name="connsiteY181" fmla="*/ 2562927 h 3378280"/>
              <a:gd name="connsiteX182" fmla="*/ 9426009 w 12192000"/>
              <a:gd name="connsiteY182" fmla="*/ 2558847 h 3378280"/>
              <a:gd name="connsiteX183" fmla="*/ 9450634 w 12192000"/>
              <a:gd name="connsiteY183" fmla="*/ 2560685 h 3378280"/>
              <a:gd name="connsiteX184" fmla="*/ 9549097 w 12192000"/>
              <a:gd name="connsiteY184" fmla="*/ 2585168 h 3378280"/>
              <a:gd name="connsiteX185" fmla="*/ 9567633 w 12192000"/>
              <a:gd name="connsiteY185" fmla="*/ 2587105 h 3378280"/>
              <a:gd name="connsiteX186" fmla="*/ 9586878 w 12192000"/>
              <a:gd name="connsiteY186" fmla="*/ 2596659 h 3378280"/>
              <a:gd name="connsiteX187" fmla="*/ 9589974 w 12192000"/>
              <a:gd name="connsiteY187" fmla="*/ 2598235 h 3378280"/>
              <a:gd name="connsiteX188" fmla="*/ 9590570 w 12192000"/>
              <a:gd name="connsiteY188" fmla="*/ 2598249 h 3378280"/>
              <a:gd name="connsiteX189" fmla="*/ 9591896 w 12192000"/>
              <a:gd name="connsiteY189" fmla="*/ 2599214 h 3378280"/>
              <a:gd name="connsiteX190" fmla="*/ 9604535 w 12192000"/>
              <a:gd name="connsiteY190" fmla="*/ 2605654 h 3378280"/>
              <a:gd name="connsiteX191" fmla="*/ 9610554 w 12192000"/>
              <a:gd name="connsiteY191" fmla="*/ 2606189 h 3378280"/>
              <a:gd name="connsiteX192" fmla="*/ 9690072 w 12192000"/>
              <a:gd name="connsiteY192" fmla="*/ 2638745 h 3378280"/>
              <a:gd name="connsiteX193" fmla="*/ 9726964 w 12192000"/>
              <a:gd name="connsiteY193" fmla="*/ 2653728 h 3378280"/>
              <a:gd name="connsiteX194" fmla="*/ 9738036 w 12192000"/>
              <a:gd name="connsiteY194" fmla="*/ 2654794 h 3378280"/>
              <a:gd name="connsiteX195" fmla="*/ 9774202 w 12192000"/>
              <a:gd name="connsiteY195" fmla="*/ 2671509 h 3378280"/>
              <a:gd name="connsiteX196" fmla="*/ 9793246 w 12192000"/>
              <a:gd name="connsiteY196" fmla="*/ 2675245 h 3378280"/>
              <a:gd name="connsiteX197" fmla="*/ 9890301 w 12192000"/>
              <a:gd name="connsiteY197" fmla="*/ 2700274 h 3378280"/>
              <a:gd name="connsiteX198" fmla="*/ 9915070 w 12192000"/>
              <a:gd name="connsiteY198" fmla="*/ 2699250 h 3378280"/>
              <a:gd name="connsiteX199" fmla="*/ 9976517 w 12192000"/>
              <a:gd name="connsiteY199" fmla="*/ 2732899 h 3378280"/>
              <a:gd name="connsiteX200" fmla="*/ 9990168 w 12192000"/>
              <a:gd name="connsiteY200" fmla="*/ 2737877 h 3378280"/>
              <a:gd name="connsiteX201" fmla="*/ 9995041 w 12192000"/>
              <a:gd name="connsiteY201" fmla="*/ 2741223 h 3378280"/>
              <a:gd name="connsiteX202" fmla="*/ 10012636 w 12192000"/>
              <a:gd name="connsiteY202" fmla="*/ 2729876 h 3378280"/>
              <a:gd name="connsiteX203" fmla="*/ 10044280 w 12192000"/>
              <a:gd name="connsiteY203" fmla="*/ 2726966 h 3378280"/>
              <a:gd name="connsiteX204" fmla="*/ 10057934 w 12192000"/>
              <a:gd name="connsiteY204" fmla="*/ 2735671 h 3378280"/>
              <a:gd name="connsiteX205" fmla="*/ 10148373 w 12192000"/>
              <a:gd name="connsiteY205" fmla="*/ 2778987 h 3378280"/>
              <a:gd name="connsiteX206" fmla="*/ 10176601 w 12192000"/>
              <a:gd name="connsiteY206" fmla="*/ 2791940 h 3378280"/>
              <a:gd name="connsiteX207" fmla="*/ 10235082 w 12192000"/>
              <a:gd name="connsiteY207" fmla="*/ 2816761 h 3378280"/>
              <a:gd name="connsiteX208" fmla="*/ 10421684 w 12192000"/>
              <a:gd name="connsiteY208" fmla="*/ 2833871 h 3378280"/>
              <a:gd name="connsiteX209" fmla="*/ 10507376 w 12192000"/>
              <a:gd name="connsiteY209" fmla="*/ 2822262 h 3378280"/>
              <a:gd name="connsiteX210" fmla="*/ 10738376 w 12192000"/>
              <a:gd name="connsiteY210" fmla="*/ 2833353 h 3378280"/>
              <a:gd name="connsiteX211" fmla="*/ 11043443 w 12192000"/>
              <a:gd name="connsiteY211" fmla="*/ 2803954 h 3378280"/>
              <a:gd name="connsiteX212" fmla="*/ 11115269 w 12192000"/>
              <a:gd name="connsiteY212" fmla="*/ 2823367 h 3378280"/>
              <a:gd name="connsiteX213" fmla="*/ 11147582 w 12192000"/>
              <a:gd name="connsiteY213" fmla="*/ 2822547 h 3378280"/>
              <a:gd name="connsiteX214" fmla="*/ 11201205 w 12192000"/>
              <a:gd name="connsiteY214" fmla="*/ 2818210 h 3378280"/>
              <a:gd name="connsiteX215" fmla="*/ 11391726 w 12192000"/>
              <a:gd name="connsiteY215" fmla="*/ 2826386 h 3378280"/>
              <a:gd name="connsiteX216" fmla="*/ 11507640 w 12192000"/>
              <a:gd name="connsiteY216" fmla="*/ 2824866 h 3378280"/>
              <a:gd name="connsiteX217" fmla="*/ 11718056 w 12192000"/>
              <a:gd name="connsiteY217" fmla="*/ 2821969 h 3378280"/>
              <a:gd name="connsiteX218" fmla="*/ 11937926 w 12192000"/>
              <a:gd name="connsiteY218" fmla="*/ 2817058 h 3378280"/>
              <a:gd name="connsiteX219" fmla="*/ 12035355 w 12192000"/>
              <a:gd name="connsiteY219" fmla="*/ 2813340 h 3378280"/>
              <a:gd name="connsiteX220" fmla="*/ 12179047 w 12192000"/>
              <a:gd name="connsiteY220" fmla="*/ 2788508 h 3378280"/>
              <a:gd name="connsiteX221" fmla="*/ 12192000 w 12192000"/>
              <a:gd name="connsiteY221" fmla="*/ 2788486 h 3378280"/>
              <a:gd name="connsiteX222" fmla="*/ 12192000 w 12192000"/>
              <a:gd name="connsiteY222" fmla="*/ 3378280 h 3378280"/>
              <a:gd name="connsiteX223" fmla="*/ 0 w 12192000"/>
              <a:gd name="connsiteY223" fmla="*/ 3378280 h 3378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</a:cxnLst>
            <a:rect l="l" t="t" r="r" b="b"/>
            <a:pathLst>
              <a:path w="12192000" h="3378280">
                <a:moveTo>
                  <a:pt x="0" y="0"/>
                </a:moveTo>
                <a:lnTo>
                  <a:pt x="13973" y="3431"/>
                </a:lnTo>
                <a:cubicBezTo>
                  <a:pt x="48258" y="17773"/>
                  <a:pt x="68757" y="59402"/>
                  <a:pt x="86774" y="43536"/>
                </a:cubicBezTo>
                <a:cubicBezTo>
                  <a:pt x="86532" y="72023"/>
                  <a:pt x="217976" y="120568"/>
                  <a:pt x="229780" y="145557"/>
                </a:cubicBezTo>
                <a:lnTo>
                  <a:pt x="302639" y="203425"/>
                </a:lnTo>
                <a:cubicBezTo>
                  <a:pt x="312906" y="207200"/>
                  <a:pt x="342855" y="184923"/>
                  <a:pt x="348081" y="187174"/>
                </a:cubicBezTo>
                <a:lnTo>
                  <a:pt x="436950" y="184066"/>
                </a:lnTo>
                <a:lnTo>
                  <a:pt x="501693" y="233225"/>
                </a:lnTo>
                <a:lnTo>
                  <a:pt x="557201" y="312390"/>
                </a:lnTo>
                <a:cubicBezTo>
                  <a:pt x="579844" y="353675"/>
                  <a:pt x="602207" y="315301"/>
                  <a:pt x="617648" y="333897"/>
                </a:cubicBezTo>
                <a:lnTo>
                  <a:pt x="692332" y="386327"/>
                </a:lnTo>
                <a:cubicBezTo>
                  <a:pt x="715261" y="398377"/>
                  <a:pt x="770477" y="414831"/>
                  <a:pt x="802009" y="419027"/>
                </a:cubicBezTo>
                <a:cubicBezTo>
                  <a:pt x="838953" y="433876"/>
                  <a:pt x="886385" y="473956"/>
                  <a:pt x="914003" y="475419"/>
                </a:cubicBezTo>
                <a:cubicBezTo>
                  <a:pt x="923483" y="477324"/>
                  <a:pt x="931440" y="475817"/>
                  <a:pt x="938561" y="472887"/>
                </a:cubicBezTo>
                <a:lnTo>
                  <a:pt x="1035683" y="486697"/>
                </a:lnTo>
                <a:cubicBezTo>
                  <a:pt x="1035708" y="486708"/>
                  <a:pt x="1035733" y="486720"/>
                  <a:pt x="1035757" y="486731"/>
                </a:cubicBezTo>
                <a:cubicBezTo>
                  <a:pt x="1046500" y="494574"/>
                  <a:pt x="1038533" y="500311"/>
                  <a:pt x="1074336" y="494465"/>
                </a:cubicBezTo>
                <a:cubicBezTo>
                  <a:pt x="1137289" y="530436"/>
                  <a:pt x="1235340" y="545106"/>
                  <a:pt x="1285084" y="589112"/>
                </a:cubicBezTo>
                <a:cubicBezTo>
                  <a:pt x="1341251" y="608873"/>
                  <a:pt x="1367674" y="637988"/>
                  <a:pt x="1409116" y="656332"/>
                </a:cubicBezTo>
                <a:cubicBezTo>
                  <a:pt x="1471208" y="682449"/>
                  <a:pt x="1492207" y="692779"/>
                  <a:pt x="1533725" y="699179"/>
                </a:cubicBezTo>
                <a:cubicBezTo>
                  <a:pt x="1592391" y="718911"/>
                  <a:pt x="1575207" y="737633"/>
                  <a:pt x="1636242" y="741533"/>
                </a:cubicBezTo>
                <a:cubicBezTo>
                  <a:pt x="1638264" y="746130"/>
                  <a:pt x="1700806" y="766849"/>
                  <a:pt x="1704848" y="770749"/>
                </a:cubicBezTo>
                <a:lnTo>
                  <a:pt x="1718292" y="781051"/>
                </a:lnTo>
                <a:lnTo>
                  <a:pt x="1720835" y="781117"/>
                </a:lnTo>
                <a:lnTo>
                  <a:pt x="1753341" y="800301"/>
                </a:lnTo>
                <a:lnTo>
                  <a:pt x="1775454" y="815182"/>
                </a:lnTo>
                <a:lnTo>
                  <a:pt x="1781011" y="816068"/>
                </a:lnTo>
                <a:lnTo>
                  <a:pt x="1817738" y="834926"/>
                </a:lnTo>
                <a:cubicBezTo>
                  <a:pt x="1821156" y="833953"/>
                  <a:pt x="1825209" y="834074"/>
                  <a:pt x="1830702" y="836485"/>
                </a:cubicBezTo>
                <a:cubicBezTo>
                  <a:pt x="1832151" y="819591"/>
                  <a:pt x="1837883" y="832919"/>
                  <a:pt x="1853950" y="841519"/>
                </a:cubicBezTo>
                <a:cubicBezTo>
                  <a:pt x="1859780" y="817198"/>
                  <a:pt x="1899456" y="849599"/>
                  <a:pt x="1915890" y="841983"/>
                </a:cubicBezTo>
                <a:lnTo>
                  <a:pt x="1960900" y="865789"/>
                </a:lnTo>
                <a:lnTo>
                  <a:pt x="1961217" y="865662"/>
                </a:lnTo>
                <a:cubicBezTo>
                  <a:pt x="1963265" y="866017"/>
                  <a:pt x="1965977" y="867037"/>
                  <a:pt x="1969825" y="869049"/>
                </a:cubicBezTo>
                <a:lnTo>
                  <a:pt x="1975234" y="872329"/>
                </a:lnTo>
                <a:lnTo>
                  <a:pt x="1990485" y="879288"/>
                </a:lnTo>
                <a:lnTo>
                  <a:pt x="1996793" y="880361"/>
                </a:lnTo>
                <a:cubicBezTo>
                  <a:pt x="2020465" y="879540"/>
                  <a:pt x="2023446" y="845377"/>
                  <a:pt x="2055091" y="872818"/>
                </a:cubicBezTo>
                <a:cubicBezTo>
                  <a:pt x="2098055" y="882341"/>
                  <a:pt x="2125216" y="870433"/>
                  <a:pt x="2165143" y="892293"/>
                </a:cubicBezTo>
                <a:cubicBezTo>
                  <a:pt x="2205365" y="901134"/>
                  <a:pt x="2239987" y="901455"/>
                  <a:pt x="2274196" y="914768"/>
                </a:cubicBezTo>
                <a:cubicBezTo>
                  <a:pt x="2310666" y="921868"/>
                  <a:pt x="2360104" y="931320"/>
                  <a:pt x="2383986" y="934891"/>
                </a:cubicBezTo>
                <a:lnTo>
                  <a:pt x="2420278" y="933890"/>
                </a:lnTo>
                <a:lnTo>
                  <a:pt x="2426203" y="933891"/>
                </a:lnTo>
                <a:lnTo>
                  <a:pt x="2448674" y="941056"/>
                </a:lnTo>
                <a:cubicBezTo>
                  <a:pt x="2452907" y="942503"/>
                  <a:pt x="2455711" y="943098"/>
                  <a:pt x="2457640" y="943105"/>
                </a:cubicBezTo>
                <a:lnTo>
                  <a:pt x="2457852" y="942912"/>
                </a:lnTo>
                <a:lnTo>
                  <a:pt x="2466265" y="945310"/>
                </a:lnTo>
                <a:cubicBezTo>
                  <a:pt x="2480470" y="949908"/>
                  <a:pt x="2494307" y="954915"/>
                  <a:pt x="2507496" y="960111"/>
                </a:cubicBezTo>
                <a:cubicBezTo>
                  <a:pt x="2518208" y="949036"/>
                  <a:pt x="2567155" y="976345"/>
                  <a:pt x="2561127" y="949411"/>
                </a:cubicBezTo>
                <a:cubicBezTo>
                  <a:pt x="2578896" y="955660"/>
                  <a:pt x="2589900" y="968806"/>
                  <a:pt x="2583467" y="950570"/>
                </a:cubicBezTo>
                <a:cubicBezTo>
                  <a:pt x="2589300" y="952141"/>
                  <a:pt x="2592850" y="951536"/>
                  <a:pt x="2595361" y="949884"/>
                </a:cubicBezTo>
                <a:lnTo>
                  <a:pt x="2596075" y="949000"/>
                </a:lnTo>
                <a:lnTo>
                  <a:pt x="2666638" y="975095"/>
                </a:lnTo>
                <a:lnTo>
                  <a:pt x="2703393" y="989635"/>
                </a:lnTo>
                <a:lnTo>
                  <a:pt x="2705616" y="989244"/>
                </a:lnTo>
                <a:lnTo>
                  <a:pt x="2721898" y="997777"/>
                </a:lnTo>
                <a:cubicBezTo>
                  <a:pt x="2727157" y="1001198"/>
                  <a:pt x="2731840" y="1005088"/>
                  <a:pt x="2735669" y="1009612"/>
                </a:cubicBezTo>
                <a:cubicBezTo>
                  <a:pt x="2790086" y="1002732"/>
                  <a:pt x="2797958" y="1020231"/>
                  <a:pt x="2857526" y="1030627"/>
                </a:cubicBezTo>
                <a:cubicBezTo>
                  <a:pt x="2897602" y="1063034"/>
                  <a:pt x="2965720" y="1083366"/>
                  <a:pt x="3021918" y="1088093"/>
                </a:cubicBezTo>
                <a:cubicBezTo>
                  <a:pt x="3054425" y="1110664"/>
                  <a:pt x="3109014" y="1101433"/>
                  <a:pt x="3155458" y="1121618"/>
                </a:cubicBezTo>
                <a:cubicBezTo>
                  <a:pt x="3217017" y="1136576"/>
                  <a:pt x="3270135" y="1143600"/>
                  <a:pt x="3328229" y="1155903"/>
                </a:cubicBezTo>
                <a:cubicBezTo>
                  <a:pt x="3365862" y="1138978"/>
                  <a:pt x="3408797" y="1179981"/>
                  <a:pt x="3448440" y="1184343"/>
                </a:cubicBezTo>
                <a:cubicBezTo>
                  <a:pt x="3438226" y="1205566"/>
                  <a:pt x="3496361" y="1182183"/>
                  <a:pt x="3499287" y="1209472"/>
                </a:cubicBezTo>
                <a:cubicBezTo>
                  <a:pt x="3506411" y="1209402"/>
                  <a:pt x="3513215" y="1208473"/>
                  <a:pt x="3520027" y="1207338"/>
                </a:cubicBezTo>
                <a:lnTo>
                  <a:pt x="3523594" y="1206755"/>
                </a:lnTo>
                <a:lnTo>
                  <a:pt x="3538013" y="1209066"/>
                </a:lnTo>
                <a:lnTo>
                  <a:pt x="3541918" y="1203922"/>
                </a:lnTo>
                <a:cubicBezTo>
                  <a:pt x="3550592" y="1203930"/>
                  <a:pt x="3560995" y="1202529"/>
                  <a:pt x="3590082" y="1209115"/>
                </a:cubicBezTo>
                <a:cubicBezTo>
                  <a:pt x="3622244" y="1230604"/>
                  <a:pt x="3676827" y="1215544"/>
                  <a:pt x="3716445" y="1243431"/>
                </a:cubicBezTo>
                <a:cubicBezTo>
                  <a:pt x="3731486" y="1251699"/>
                  <a:pt x="3780926" y="1265146"/>
                  <a:pt x="3792028" y="1260288"/>
                </a:cubicBezTo>
                <a:cubicBezTo>
                  <a:pt x="3802696" y="1261567"/>
                  <a:pt x="3814066" y="1267606"/>
                  <a:pt x="3820707" y="1260924"/>
                </a:cubicBezTo>
                <a:cubicBezTo>
                  <a:pt x="3830836" y="1253486"/>
                  <a:pt x="3863215" y="1278527"/>
                  <a:pt x="3860784" y="1265692"/>
                </a:cubicBezTo>
                <a:lnTo>
                  <a:pt x="3997310" y="1281176"/>
                </a:lnTo>
                <a:lnTo>
                  <a:pt x="4040665" y="1291934"/>
                </a:lnTo>
                <a:lnTo>
                  <a:pt x="4046831" y="1293910"/>
                </a:lnTo>
                <a:lnTo>
                  <a:pt x="4095847" y="1316851"/>
                </a:lnTo>
                <a:cubicBezTo>
                  <a:pt x="4097518" y="1315619"/>
                  <a:pt x="4099569" y="1314612"/>
                  <a:pt x="4101945" y="1313869"/>
                </a:cubicBezTo>
                <a:lnTo>
                  <a:pt x="4119420" y="1313965"/>
                </a:lnTo>
                <a:lnTo>
                  <a:pt x="4131728" y="1322978"/>
                </a:lnTo>
                <a:lnTo>
                  <a:pt x="4193827" y="1350222"/>
                </a:lnTo>
                <a:lnTo>
                  <a:pt x="4286157" y="1385101"/>
                </a:lnTo>
                <a:lnTo>
                  <a:pt x="4298907" y="1394396"/>
                </a:lnTo>
                <a:lnTo>
                  <a:pt x="4323224" y="1403133"/>
                </a:lnTo>
                <a:lnTo>
                  <a:pt x="4404439" y="1417252"/>
                </a:lnTo>
                <a:cubicBezTo>
                  <a:pt x="4411321" y="1415560"/>
                  <a:pt x="4417679" y="1413105"/>
                  <a:pt x="4423989" y="1410448"/>
                </a:cubicBezTo>
                <a:lnTo>
                  <a:pt x="4427300" y="1409068"/>
                </a:lnTo>
                <a:lnTo>
                  <a:pt x="4441847" y="1408029"/>
                </a:lnTo>
                <a:lnTo>
                  <a:pt x="4444331" y="1402133"/>
                </a:lnTo>
                <a:cubicBezTo>
                  <a:pt x="4452739" y="1400163"/>
                  <a:pt x="4462460" y="1396428"/>
                  <a:pt x="4492293" y="1396205"/>
                </a:cubicBezTo>
                <a:cubicBezTo>
                  <a:pt x="4528861" y="1409788"/>
                  <a:pt x="4577933" y="1382688"/>
                  <a:pt x="4623335" y="1400793"/>
                </a:cubicBezTo>
                <a:cubicBezTo>
                  <a:pt x="4639986" y="1405413"/>
                  <a:pt x="4691262" y="1407228"/>
                  <a:pt x="4700790" y="1399970"/>
                </a:cubicBezTo>
                <a:cubicBezTo>
                  <a:pt x="4711447" y="1398782"/>
                  <a:pt x="4723982" y="1402066"/>
                  <a:pt x="4728732" y="1394050"/>
                </a:cubicBezTo>
                <a:cubicBezTo>
                  <a:pt x="4736666" y="1384502"/>
                  <a:pt x="4774338" y="1401491"/>
                  <a:pt x="4768749" y="1389553"/>
                </a:cubicBezTo>
                <a:cubicBezTo>
                  <a:pt x="4795495" y="1401233"/>
                  <a:pt x="4816075" y="1381410"/>
                  <a:pt x="4838227" y="1377273"/>
                </a:cubicBezTo>
                <a:lnTo>
                  <a:pt x="4904889" y="1373499"/>
                </a:lnTo>
                <a:lnTo>
                  <a:pt x="4949597" y="1374085"/>
                </a:lnTo>
                <a:lnTo>
                  <a:pt x="4956064" y="1374603"/>
                </a:lnTo>
                <a:lnTo>
                  <a:pt x="5009322" y="1385751"/>
                </a:lnTo>
                <a:cubicBezTo>
                  <a:pt x="5010629" y="1384171"/>
                  <a:pt x="5012363" y="1382724"/>
                  <a:pt x="5014476" y="1381460"/>
                </a:cubicBezTo>
                <a:lnTo>
                  <a:pt x="5031428" y="1377570"/>
                </a:lnTo>
                <a:lnTo>
                  <a:pt x="5045619" y="1383532"/>
                </a:lnTo>
                <a:lnTo>
                  <a:pt x="5112635" y="1395891"/>
                </a:lnTo>
                <a:lnTo>
                  <a:pt x="5210851" y="1408784"/>
                </a:lnTo>
                <a:lnTo>
                  <a:pt x="5225543" y="1414923"/>
                </a:lnTo>
                <a:cubicBezTo>
                  <a:pt x="5259311" y="1422389"/>
                  <a:pt x="5300520" y="1417803"/>
                  <a:pt x="5321696" y="1432414"/>
                </a:cubicBezTo>
                <a:lnTo>
                  <a:pt x="5372327" y="1436597"/>
                </a:lnTo>
                <a:lnTo>
                  <a:pt x="5378149" y="1431785"/>
                </a:lnTo>
                <a:lnTo>
                  <a:pt x="5393069" y="1433737"/>
                </a:lnTo>
                <a:lnTo>
                  <a:pt x="5527621" y="1458786"/>
                </a:lnTo>
                <a:cubicBezTo>
                  <a:pt x="5595913" y="1482782"/>
                  <a:pt x="5624062" y="1464011"/>
                  <a:pt x="5680585" y="1498233"/>
                </a:cubicBezTo>
                <a:cubicBezTo>
                  <a:pt x="5671953" y="1485766"/>
                  <a:pt x="5763880" y="1493019"/>
                  <a:pt x="5783795" y="1499932"/>
                </a:cubicBezTo>
                <a:cubicBezTo>
                  <a:pt x="5806935" y="1511749"/>
                  <a:pt x="5950173" y="1559636"/>
                  <a:pt x="6016525" y="1577292"/>
                </a:cubicBezTo>
                <a:cubicBezTo>
                  <a:pt x="6077908" y="1586145"/>
                  <a:pt x="6125458" y="1613138"/>
                  <a:pt x="6186598" y="1606065"/>
                </a:cubicBezTo>
                <a:cubicBezTo>
                  <a:pt x="6189351" y="1610205"/>
                  <a:pt x="6193226" y="1613745"/>
                  <a:pt x="6197872" y="1616845"/>
                </a:cubicBezTo>
                <a:lnTo>
                  <a:pt x="6212885" y="1624535"/>
                </a:lnTo>
                <a:lnTo>
                  <a:pt x="6319240" y="1660375"/>
                </a:lnTo>
                <a:lnTo>
                  <a:pt x="6333397" y="1658763"/>
                </a:lnTo>
                <a:cubicBezTo>
                  <a:pt x="6332062" y="1641958"/>
                  <a:pt x="6339931" y="1653989"/>
                  <a:pt x="6357266" y="1659543"/>
                </a:cubicBezTo>
                <a:cubicBezTo>
                  <a:pt x="6359058" y="1634684"/>
                  <a:pt x="6403697" y="1659337"/>
                  <a:pt x="6418740" y="1648944"/>
                </a:cubicBezTo>
                <a:cubicBezTo>
                  <a:pt x="6431434" y="1653585"/>
                  <a:pt x="6444892" y="1658041"/>
                  <a:pt x="6458877" y="1662117"/>
                </a:cubicBezTo>
                <a:lnTo>
                  <a:pt x="6467254" y="1664227"/>
                </a:lnTo>
                <a:lnTo>
                  <a:pt x="6467545" y="1664046"/>
                </a:lnTo>
                <a:cubicBezTo>
                  <a:pt x="6469635" y="1664026"/>
                  <a:pt x="6472488" y="1664540"/>
                  <a:pt x="6476635" y="1665826"/>
                </a:cubicBezTo>
                <a:lnTo>
                  <a:pt x="6482535" y="1668074"/>
                </a:lnTo>
                <a:lnTo>
                  <a:pt x="6498791" y="1672167"/>
                </a:lnTo>
                <a:lnTo>
                  <a:pt x="6505220" y="1672092"/>
                </a:lnTo>
                <a:lnTo>
                  <a:pt x="6508969" y="1669922"/>
                </a:lnTo>
                <a:lnTo>
                  <a:pt x="6544886" y="1670695"/>
                </a:lnTo>
                <a:cubicBezTo>
                  <a:pt x="6566195" y="1684748"/>
                  <a:pt x="6578985" y="1674687"/>
                  <a:pt x="6617859" y="1679453"/>
                </a:cubicBezTo>
                <a:cubicBezTo>
                  <a:pt x="6628154" y="1690316"/>
                  <a:pt x="6642041" y="1690691"/>
                  <a:pt x="6657726" y="1687906"/>
                </a:cubicBezTo>
                <a:cubicBezTo>
                  <a:pt x="6690709" y="1699790"/>
                  <a:pt x="6728158" y="1699639"/>
                  <a:pt x="6769041" y="1707304"/>
                </a:cubicBezTo>
                <a:cubicBezTo>
                  <a:pt x="6805580" y="1727028"/>
                  <a:pt x="6838723" y="1715650"/>
                  <a:pt x="6882368" y="1723914"/>
                </a:cubicBezTo>
                <a:lnTo>
                  <a:pt x="6968822" y="1723334"/>
                </a:lnTo>
                <a:lnTo>
                  <a:pt x="6973672" y="1726298"/>
                </a:lnTo>
                <a:cubicBezTo>
                  <a:pt x="6977223" y="1728111"/>
                  <a:pt x="6979851" y="1729020"/>
                  <a:pt x="6981961" y="1729324"/>
                </a:cubicBezTo>
                <a:lnTo>
                  <a:pt x="6982342" y="1729201"/>
                </a:lnTo>
                <a:lnTo>
                  <a:pt x="6989757" y="1732420"/>
                </a:lnTo>
                <a:cubicBezTo>
                  <a:pt x="7001869" y="1738303"/>
                  <a:pt x="7013262" y="1744453"/>
                  <a:pt x="7023794" y="1750660"/>
                </a:cubicBezTo>
                <a:cubicBezTo>
                  <a:pt x="7043973" y="1743394"/>
                  <a:pt x="7076983" y="1772878"/>
                  <a:pt x="7090828" y="1750287"/>
                </a:cubicBezTo>
                <a:cubicBezTo>
                  <a:pt x="7105590" y="1758041"/>
                  <a:pt x="7107688" y="1770308"/>
                  <a:pt x="7114479" y="1754649"/>
                </a:cubicBezTo>
                <a:cubicBezTo>
                  <a:pt x="7126350" y="1758420"/>
                  <a:pt x="7153167" y="1769741"/>
                  <a:pt x="7162053" y="1772908"/>
                </a:cubicBezTo>
                <a:lnTo>
                  <a:pt x="7167808" y="1773656"/>
                </a:lnTo>
                <a:lnTo>
                  <a:pt x="7187185" y="1787148"/>
                </a:lnTo>
                <a:lnTo>
                  <a:pt x="7216505" y="1804489"/>
                </a:lnTo>
                <a:lnTo>
                  <a:pt x="7219246" y="1804514"/>
                </a:lnTo>
                <a:lnTo>
                  <a:pt x="7230639" y="1813879"/>
                </a:lnTo>
                <a:cubicBezTo>
                  <a:pt x="7233815" y="1817438"/>
                  <a:pt x="7236006" y="1821285"/>
                  <a:pt x="7236776" y="1825514"/>
                </a:cubicBezTo>
                <a:cubicBezTo>
                  <a:pt x="7301762" y="1828337"/>
                  <a:pt x="7336564" y="1860417"/>
                  <a:pt x="7394082" y="1877925"/>
                </a:cubicBezTo>
                <a:cubicBezTo>
                  <a:pt x="7452342" y="1904287"/>
                  <a:pt x="7466551" y="1917411"/>
                  <a:pt x="7505820" y="1933859"/>
                </a:cubicBezTo>
                <a:cubicBezTo>
                  <a:pt x="7522528" y="1943253"/>
                  <a:pt x="7574803" y="2016599"/>
                  <a:pt x="7572147" y="2003817"/>
                </a:cubicBezTo>
                <a:cubicBezTo>
                  <a:pt x="7612486" y="2043915"/>
                  <a:pt x="7771831" y="2029022"/>
                  <a:pt x="7828975" y="2061508"/>
                </a:cubicBezTo>
                <a:lnTo>
                  <a:pt x="7886804" y="2075509"/>
                </a:lnTo>
                <a:cubicBezTo>
                  <a:pt x="7859463" y="2091010"/>
                  <a:pt x="7941076" y="2081130"/>
                  <a:pt x="7923558" y="2103529"/>
                </a:cubicBezTo>
                <a:lnTo>
                  <a:pt x="7947954" y="2104996"/>
                </a:lnTo>
                <a:lnTo>
                  <a:pt x="7952318" y="2105077"/>
                </a:lnTo>
                <a:lnTo>
                  <a:pt x="7966398" y="2109147"/>
                </a:lnTo>
                <a:lnTo>
                  <a:pt x="7974591" y="2105612"/>
                </a:lnTo>
                <a:lnTo>
                  <a:pt x="7998806" y="2108382"/>
                </a:lnTo>
                <a:cubicBezTo>
                  <a:pt x="8007224" y="2110145"/>
                  <a:pt x="8015519" y="2112885"/>
                  <a:pt x="8023544" y="2117183"/>
                </a:cubicBezTo>
                <a:cubicBezTo>
                  <a:pt x="8042536" y="2139405"/>
                  <a:pt x="8113922" y="2135674"/>
                  <a:pt x="8136247" y="2164190"/>
                </a:cubicBezTo>
                <a:cubicBezTo>
                  <a:pt x="8146485" y="2173150"/>
                  <a:pt x="8190564" y="2191557"/>
                  <a:pt x="8206445" y="2189356"/>
                </a:cubicBezTo>
                <a:cubicBezTo>
                  <a:pt x="8217189" y="2192022"/>
                  <a:pt x="8225092" y="2198625"/>
                  <a:pt x="8237464" y="2194272"/>
                </a:cubicBezTo>
                <a:cubicBezTo>
                  <a:pt x="8254235" y="2189840"/>
                  <a:pt x="8270768" y="2214957"/>
                  <a:pt x="8277853" y="2204259"/>
                </a:cubicBezTo>
                <a:cubicBezTo>
                  <a:pt x="8289971" y="2221808"/>
                  <a:pt x="8328475" y="2213978"/>
                  <a:pt x="8352501" y="2218290"/>
                </a:cubicBezTo>
                <a:cubicBezTo>
                  <a:pt x="8359916" y="2233716"/>
                  <a:pt x="8403014" y="2227555"/>
                  <a:pt x="8446938" y="2243393"/>
                </a:cubicBezTo>
                <a:cubicBezTo>
                  <a:pt x="8454511" y="2260801"/>
                  <a:pt x="8476684" y="2253935"/>
                  <a:pt x="8497138" y="2281506"/>
                </a:cubicBezTo>
                <a:cubicBezTo>
                  <a:pt x="8499906" y="2280770"/>
                  <a:pt x="8502925" y="2280276"/>
                  <a:pt x="8506096" y="2280042"/>
                </a:cubicBezTo>
                <a:cubicBezTo>
                  <a:pt x="8524529" y="2278674"/>
                  <a:pt x="8544098" y="2286123"/>
                  <a:pt x="8549806" y="2296675"/>
                </a:cubicBezTo>
                <a:cubicBezTo>
                  <a:pt x="8586026" y="2337107"/>
                  <a:pt x="8636988" y="2356250"/>
                  <a:pt x="8680256" y="2378758"/>
                </a:cubicBezTo>
                <a:cubicBezTo>
                  <a:pt x="8731302" y="2402123"/>
                  <a:pt x="8717522" y="2366494"/>
                  <a:pt x="8766301" y="2410605"/>
                </a:cubicBezTo>
                <a:cubicBezTo>
                  <a:pt x="8780965" y="2405907"/>
                  <a:pt x="8789790" y="2408871"/>
                  <a:pt x="8800492" y="2418067"/>
                </a:cubicBezTo>
                <a:cubicBezTo>
                  <a:pt x="8825856" y="2428860"/>
                  <a:pt x="8842594" y="2409144"/>
                  <a:pt x="8857555" y="2430810"/>
                </a:cubicBezTo>
                <a:cubicBezTo>
                  <a:pt x="8882799" y="2437942"/>
                  <a:pt x="8927730" y="2453942"/>
                  <a:pt x="8951967" y="2460856"/>
                </a:cubicBezTo>
                <a:cubicBezTo>
                  <a:pt x="8978331" y="2469875"/>
                  <a:pt x="8959838" y="2488515"/>
                  <a:pt x="9002970" y="2472291"/>
                </a:cubicBezTo>
                <a:cubicBezTo>
                  <a:pt x="9023997" y="2488383"/>
                  <a:pt x="9039735" y="2479669"/>
                  <a:pt x="9081613" y="2488296"/>
                </a:cubicBezTo>
                <a:lnTo>
                  <a:pt x="9091561" y="2494386"/>
                </a:lnTo>
                <a:lnTo>
                  <a:pt x="9140625" y="2486779"/>
                </a:lnTo>
                <a:cubicBezTo>
                  <a:pt x="9207053" y="2531245"/>
                  <a:pt x="9151264" y="2467994"/>
                  <a:pt x="9271105" y="2511730"/>
                </a:cubicBezTo>
                <a:cubicBezTo>
                  <a:pt x="9275764" y="2517275"/>
                  <a:pt x="9293352" y="2518083"/>
                  <a:pt x="9295023" y="2512830"/>
                </a:cubicBezTo>
                <a:cubicBezTo>
                  <a:pt x="9301933" y="2516606"/>
                  <a:pt x="9314623" y="2531276"/>
                  <a:pt x="9321673" y="2524119"/>
                </a:cubicBezTo>
                <a:cubicBezTo>
                  <a:pt x="9341881" y="2529408"/>
                  <a:pt x="9361130" y="2536033"/>
                  <a:pt x="9378975" y="2543803"/>
                </a:cubicBezTo>
                <a:lnTo>
                  <a:pt x="9414193" y="2562927"/>
                </a:lnTo>
                <a:lnTo>
                  <a:pt x="9426009" y="2558847"/>
                </a:lnTo>
                <a:cubicBezTo>
                  <a:pt x="9433598" y="2557225"/>
                  <a:pt x="9441714" y="2557145"/>
                  <a:pt x="9450634" y="2560685"/>
                </a:cubicBezTo>
                <a:cubicBezTo>
                  <a:pt x="9496298" y="2596479"/>
                  <a:pt x="9461586" y="2547391"/>
                  <a:pt x="9549097" y="2585168"/>
                </a:cubicBezTo>
                <a:cubicBezTo>
                  <a:pt x="9551956" y="2589460"/>
                  <a:pt x="9565592" y="2590888"/>
                  <a:pt x="9567633" y="2587105"/>
                </a:cubicBezTo>
                <a:cubicBezTo>
                  <a:pt x="9572507" y="2590206"/>
                  <a:pt x="9580361" y="2601581"/>
                  <a:pt x="9586878" y="2596659"/>
                </a:cubicBezTo>
                <a:lnTo>
                  <a:pt x="9589974" y="2598235"/>
                </a:lnTo>
                <a:lnTo>
                  <a:pt x="9590570" y="2598249"/>
                </a:lnTo>
                <a:lnTo>
                  <a:pt x="9591896" y="2599214"/>
                </a:lnTo>
                <a:lnTo>
                  <a:pt x="9604535" y="2605654"/>
                </a:lnTo>
                <a:lnTo>
                  <a:pt x="9610554" y="2606189"/>
                </a:lnTo>
                <a:cubicBezTo>
                  <a:pt x="9641361" y="2613359"/>
                  <a:pt x="9668752" y="2624572"/>
                  <a:pt x="9690072" y="2638745"/>
                </a:cubicBezTo>
                <a:cubicBezTo>
                  <a:pt x="9723195" y="2641319"/>
                  <a:pt x="9726446" y="2647335"/>
                  <a:pt x="9726964" y="2653728"/>
                </a:cubicBezTo>
                <a:cubicBezTo>
                  <a:pt x="9734958" y="2656403"/>
                  <a:pt x="9731670" y="2653170"/>
                  <a:pt x="9738036" y="2654794"/>
                </a:cubicBezTo>
                <a:cubicBezTo>
                  <a:pt x="9745908" y="2657757"/>
                  <a:pt x="9765000" y="2668100"/>
                  <a:pt x="9774202" y="2671509"/>
                </a:cubicBezTo>
                <a:lnTo>
                  <a:pt x="9793246" y="2675245"/>
                </a:lnTo>
                <a:cubicBezTo>
                  <a:pt x="9812596" y="2680039"/>
                  <a:pt x="9869995" y="2696274"/>
                  <a:pt x="9890301" y="2700274"/>
                </a:cubicBezTo>
                <a:cubicBezTo>
                  <a:pt x="9900631" y="2696314"/>
                  <a:pt x="9908572" y="2696560"/>
                  <a:pt x="9915070" y="2699250"/>
                </a:cubicBezTo>
                <a:lnTo>
                  <a:pt x="9976517" y="2732899"/>
                </a:lnTo>
                <a:cubicBezTo>
                  <a:pt x="9981869" y="2727000"/>
                  <a:pt x="9984699" y="2731165"/>
                  <a:pt x="9990168" y="2737877"/>
                </a:cubicBezTo>
                <a:lnTo>
                  <a:pt x="9995041" y="2741223"/>
                </a:lnTo>
                <a:lnTo>
                  <a:pt x="10012636" y="2729876"/>
                </a:lnTo>
                <a:lnTo>
                  <a:pt x="10044280" y="2726966"/>
                </a:lnTo>
                <a:lnTo>
                  <a:pt x="10057934" y="2735671"/>
                </a:lnTo>
                <a:cubicBezTo>
                  <a:pt x="10075281" y="2744341"/>
                  <a:pt x="10128594" y="2769607"/>
                  <a:pt x="10148373" y="2778987"/>
                </a:cubicBezTo>
                <a:lnTo>
                  <a:pt x="10176601" y="2791940"/>
                </a:lnTo>
                <a:cubicBezTo>
                  <a:pt x="10185319" y="2817937"/>
                  <a:pt x="10238746" y="2788423"/>
                  <a:pt x="10235082" y="2816761"/>
                </a:cubicBezTo>
                <a:cubicBezTo>
                  <a:pt x="10261478" y="2797979"/>
                  <a:pt x="10382486" y="2835579"/>
                  <a:pt x="10421684" y="2833871"/>
                </a:cubicBezTo>
                <a:cubicBezTo>
                  <a:pt x="10427369" y="2846480"/>
                  <a:pt x="10490893" y="2829473"/>
                  <a:pt x="10507376" y="2822262"/>
                </a:cubicBezTo>
                <a:cubicBezTo>
                  <a:pt x="10633551" y="2812985"/>
                  <a:pt x="10703974" y="2842678"/>
                  <a:pt x="10738376" y="2833353"/>
                </a:cubicBezTo>
                <a:cubicBezTo>
                  <a:pt x="10827719" y="2830304"/>
                  <a:pt x="10976757" y="2802522"/>
                  <a:pt x="11043443" y="2803954"/>
                </a:cubicBezTo>
                <a:cubicBezTo>
                  <a:pt x="11049567" y="2823106"/>
                  <a:pt x="11121061" y="2794142"/>
                  <a:pt x="11115269" y="2823367"/>
                </a:cubicBezTo>
                <a:cubicBezTo>
                  <a:pt x="11122168" y="2835110"/>
                  <a:pt x="11139334" y="2833959"/>
                  <a:pt x="11147582" y="2822547"/>
                </a:cubicBezTo>
                <a:cubicBezTo>
                  <a:pt x="11168093" y="2823815"/>
                  <a:pt x="11180424" y="2837446"/>
                  <a:pt x="11201205" y="2818210"/>
                </a:cubicBezTo>
                <a:cubicBezTo>
                  <a:pt x="11229430" y="2819282"/>
                  <a:pt x="11368539" y="2855696"/>
                  <a:pt x="11391726" y="2826386"/>
                </a:cubicBezTo>
                <a:cubicBezTo>
                  <a:pt x="11480791" y="2839198"/>
                  <a:pt x="11451058" y="2820936"/>
                  <a:pt x="11507640" y="2824866"/>
                </a:cubicBezTo>
                <a:cubicBezTo>
                  <a:pt x="11607733" y="2861658"/>
                  <a:pt x="11671908" y="2815146"/>
                  <a:pt x="11718056" y="2821969"/>
                </a:cubicBezTo>
                <a:cubicBezTo>
                  <a:pt x="11816707" y="2792061"/>
                  <a:pt x="11860087" y="2819031"/>
                  <a:pt x="11937926" y="2817058"/>
                </a:cubicBezTo>
                <a:cubicBezTo>
                  <a:pt x="11973607" y="2824139"/>
                  <a:pt x="11989529" y="2794506"/>
                  <a:pt x="12035355" y="2813340"/>
                </a:cubicBezTo>
                <a:cubicBezTo>
                  <a:pt x="12062147" y="2782988"/>
                  <a:pt x="12154841" y="2795794"/>
                  <a:pt x="12179047" y="2788508"/>
                </a:cubicBezTo>
                <a:lnTo>
                  <a:pt x="12192000" y="2788486"/>
                </a:lnTo>
                <a:lnTo>
                  <a:pt x="12192000" y="3378280"/>
                </a:lnTo>
                <a:lnTo>
                  <a:pt x="0" y="337828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3C4906-3D63-D1B0-82D8-2BCCE87D8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2114" y="2039254"/>
            <a:ext cx="7387772" cy="220617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g</a:t>
            </a:r>
            <a:r>
              <a:rPr lang="en-US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) A* using Manhattan Distance as heuristic function 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16FD439-6796-92E3-E6D6-F5ECF294C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890051" y="0"/>
            <a:ext cx="7301949" cy="91834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6423 w 9517857"/>
              <a:gd name="connsiteY3" fmla="*/ 247919 h 918356"/>
              <a:gd name="connsiteX4" fmla="*/ 4685225 w 9517857"/>
              <a:gd name="connsiteY4" fmla="*/ 246530 h 918356"/>
              <a:gd name="connsiteX5" fmla="*/ 4686133 w 9517857"/>
              <a:gd name="connsiteY5" fmla="*/ 246727 h 918356"/>
              <a:gd name="connsiteX6" fmla="*/ 4686423 w 9517857"/>
              <a:gd name="connsiteY6" fmla="*/ 247919 h 918356"/>
              <a:gd name="connsiteX7" fmla="*/ 4685225 w 9517857"/>
              <a:gd name="connsiteY7" fmla="*/ 246530 h 918356"/>
              <a:gd name="connsiteX8" fmla="*/ 9517856 w 9517857"/>
              <a:gd name="connsiteY8" fmla="*/ 0 h 918356"/>
              <a:gd name="connsiteX9" fmla="*/ 9517857 w 9517857"/>
              <a:gd name="connsiteY9" fmla="*/ 12 h 918356"/>
              <a:gd name="connsiteX10" fmla="*/ 9517857 w 9517857"/>
              <a:gd name="connsiteY10" fmla="*/ 918356 h 918356"/>
              <a:gd name="connsiteX11" fmla="*/ 14604 w 9517857"/>
              <a:gd name="connsiteY11" fmla="*/ 918356 h 918356"/>
              <a:gd name="connsiteX12" fmla="*/ 12841 w 9517857"/>
              <a:gd name="connsiteY12" fmla="*/ 917763 h 918356"/>
              <a:gd name="connsiteX13" fmla="*/ 93 w 9517857"/>
              <a:gd name="connsiteY13" fmla="*/ 912471 h 918356"/>
              <a:gd name="connsiteX14" fmla="*/ 58674 w 9517857"/>
              <a:gd name="connsiteY14" fmla="*/ 890322 h 918356"/>
              <a:gd name="connsiteX15" fmla="*/ 275005 w 9517857"/>
              <a:gd name="connsiteY15" fmla="*/ 807229 h 918356"/>
              <a:gd name="connsiteX16" fmla="*/ 587824 w 9517857"/>
              <a:gd name="connsiteY16" fmla="*/ 798195 h 918356"/>
              <a:gd name="connsiteX17" fmla="*/ 651826 w 9517857"/>
              <a:gd name="connsiteY17" fmla="*/ 738338 h 918356"/>
              <a:gd name="connsiteX18" fmla="*/ 727985 w 9517857"/>
              <a:gd name="connsiteY18" fmla="*/ 719826 h 918356"/>
              <a:gd name="connsiteX19" fmla="*/ 778982 w 9517857"/>
              <a:gd name="connsiteY19" fmla="*/ 710142 h 918356"/>
              <a:gd name="connsiteX20" fmla="*/ 849944 w 9517857"/>
              <a:gd name="connsiteY20" fmla="*/ 717987 h 918356"/>
              <a:gd name="connsiteX21" fmla="*/ 921659 w 9517857"/>
              <a:gd name="connsiteY21" fmla="*/ 712695 h 918356"/>
              <a:gd name="connsiteX22" fmla="*/ 930946 w 9517857"/>
              <a:gd name="connsiteY22" fmla="*/ 734046 h 918356"/>
              <a:gd name="connsiteX23" fmla="*/ 986250 w 9517857"/>
              <a:gd name="connsiteY23" fmla="*/ 713530 h 918356"/>
              <a:gd name="connsiteX24" fmla="*/ 1013752 w 9517857"/>
              <a:gd name="connsiteY24" fmla="*/ 713361 h 918356"/>
              <a:gd name="connsiteX25" fmla="*/ 1023734 w 9517857"/>
              <a:gd name="connsiteY25" fmla="*/ 718571 h 918356"/>
              <a:gd name="connsiteX26" fmla="*/ 1063207 w 9517857"/>
              <a:gd name="connsiteY26" fmla="*/ 715651 h 918356"/>
              <a:gd name="connsiteX27" fmla="*/ 1081980 w 9517857"/>
              <a:gd name="connsiteY27" fmla="*/ 738455 h 918356"/>
              <a:gd name="connsiteX28" fmla="*/ 1218120 w 9517857"/>
              <a:gd name="connsiteY28" fmla="*/ 713280 h 918356"/>
              <a:gd name="connsiteX29" fmla="*/ 1397459 w 9517857"/>
              <a:gd name="connsiteY29" fmla="*/ 691190 h 918356"/>
              <a:gd name="connsiteX30" fmla="*/ 1580688 w 9517857"/>
              <a:gd name="connsiteY30" fmla="*/ 693697 h 918356"/>
              <a:gd name="connsiteX31" fmla="*/ 1772334 w 9517857"/>
              <a:gd name="connsiteY31" fmla="*/ 710640 h 918356"/>
              <a:gd name="connsiteX32" fmla="*/ 2002561 w 9517857"/>
              <a:gd name="connsiteY32" fmla="*/ 659917 h 918356"/>
              <a:gd name="connsiteX33" fmla="*/ 2135144 w 9517857"/>
              <a:gd name="connsiteY33" fmla="*/ 636501 h 918356"/>
              <a:gd name="connsiteX34" fmla="*/ 2440292 w 9517857"/>
              <a:gd name="connsiteY34" fmla="*/ 593862 h 918356"/>
              <a:gd name="connsiteX35" fmla="*/ 2547829 w 9517857"/>
              <a:gd name="connsiteY35" fmla="*/ 566150 h 918356"/>
              <a:gd name="connsiteX36" fmla="*/ 2658055 w 9517857"/>
              <a:gd name="connsiteY36" fmla="*/ 578727 h 918356"/>
              <a:gd name="connsiteX37" fmla="*/ 2693698 w 9517857"/>
              <a:gd name="connsiteY37" fmla="*/ 560029 h 918356"/>
              <a:gd name="connsiteX38" fmla="*/ 2699673 w 9517857"/>
              <a:gd name="connsiteY38" fmla="*/ 556400 h 918356"/>
              <a:gd name="connsiteX39" fmla="*/ 2727306 w 9517857"/>
              <a:gd name="connsiteY39" fmla="*/ 550698 h 918356"/>
              <a:gd name="connsiteX40" fmla="*/ 2730451 w 9517857"/>
              <a:gd name="connsiteY40" fmla="*/ 538058 h 918356"/>
              <a:gd name="connsiteX41" fmla="*/ 2768713 w 9517857"/>
              <a:gd name="connsiteY41" fmla="*/ 521575 h 918356"/>
              <a:gd name="connsiteX42" fmla="*/ 2820868 w 9517857"/>
              <a:gd name="connsiteY42" fmla="*/ 514160 h 918356"/>
              <a:gd name="connsiteX43" fmla="*/ 3073635 w 9517857"/>
              <a:gd name="connsiteY43" fmla="*/ 491294 h 918356"/>
              <a:gd name="connsiteX44" fmla="*/ 3222071 w 9517857"/>
              <a:gd name="connsiteY44" fmla="*/ 470559 h 918356"/>
              <a:gd name="connsiteX45" fmla="*/ 3274069 w 9517857"/>
              <a:gd name="connsiteY45" fmla="*/ 451605 h 918356"/>
              <a:gd name="connsiteX46" fmla="*/ 3349632 w 9517857"/>
              <a:gd name="connsiteY46" fmla="*/ 432583 h 918356"/>
              <a:gd name="connsiteX47" fmla="*/ 3479593 w 9517857"/>
              <a:gd name="connsiteY47" fmla="*/ 390437 h 918356"/>
              <a:gd name="connsiteX48" fmla="*/ 3660110 w 9517857"/>
              <a:gd name="connsiteY48" fmla="*/ 348726 h 918356"/>
              <a:gd name="connsiteX49" fmla="*/ 3750023 w 9517857"/>
              <a:gd name="connsiteY49" fmla="*/ 370678 h 918356"/>
              <a:gd name="connsiteX50" fmla="*/ 3844133 w 9517857"/>
              <a:gd name="connsiteY50" fmla="*/ 360648 h 918356"/>
              <a:gd name="connsiteX51" fmla="*/ 3913545 w 9517857"/>
              <a:gd name="connsiteY51" fmla="*/ 344235 h 918356"/>
              <a:gd name="connsiteX52" fmla="*/ 4266740 w 9517857"/>
              <a:gd name="connsiteY52" fmla="*/ 361454 h 918356"/>
              <a:gd name="connsiteX53" fmla="*/ 4430770 w 9517857"/>
              <a:gd name="connsiteY53" fmla="*/ 342643 h 918356"/>
              <a:gd name="connsiteX54" fmla="*/ 4512664 w 9517857"/>
              <a:gd name="connsiteY54" fmla="*/ 319948 h 918356"/>
              <a:gd name="connsiteX55" fmla="*/ 4616423 w 9517857"/>
              <a:gd name="connsiteY55" fmla="*/ 290914 h 918356"/>
              <a:gd name="connsiteX56" fmla="*/ 4691675 w 9517857"/>
              <a:gd name="connsiteY56" fmla="*/ 254011 h 918356"/>
              <a:gd name="connsiteX57" fmla="*/ 4689051 w 9517857"/>
              <a:gd name="connsiteY57" fmla="*/ 250968 h 918356"/>
              <a:gd name="connsiteX58" fmla="*/ 4719994 w 9517857"/>
              <a:gd name="connsiteY58" fmla="*/ 245307 h 918356"/>
              <a:gd name="connsiteX59" fmla="*/ 4752894 w 9517857"/>
              <a:gd name="connsiteY59" fmla="*/ 239875 h 918356"/>
              <a:gd name="connsiteX60" fmla="*/ 4769329 w 9517857"/>
              <a:gd name="connsiteY60" fmla="*/ 233585 h 918356"/>
              <a:gd name="connsiteX61" fmla="*/ 4775634 w 9517857"/>
              <a:gd name="connsiteY61" fmla="*/ 234063 h 918356"/>
              <a:gd name="connsiteX62" fmla="*/ 4790452 w 9517857"/>
              <a:gd name="connsiteY62" fmla="*/ 233572 h 918356"/>
              <a:gd name="connsiteX63" fmla="*/ 4789062 w 9517857"/>
              <a:gd name="connsiteY63" fmla="*/ 241924 h 918356"/>
              <a:gd name="connsiteX64" fmla="*/ 4827826 w 9517857"/>
              <a:gd name="connsiteY64" fmla="*/ 246977 h 918356"/>
              <a:gd name="connsiteX65" fmla="*/ 4892569 w 9517857"/>
              <a:gd name="connsiteY65" fmla="*/ 249933 h 918356"/>
              <a:gd name="connsiteX66" fmla="*/ 4896611 w 9517857"/>
              <a:gd name="connsiteY66" fmla="*/ 240448 h 918356"/>
              <a:gd name="connsiteX67" fmla="*/ 4917286 w 9517857"/>
              <a:gd name="connsiteY67" fmla="*/ 243659 h 918356"/>
              <a:gd name="connsiteX68" fmla="*/ 4981173 w 9517857"/>
              <a:gd name="connsiteY68" fmla="*/ 247103 h 918356"/>
              <a:gd name="connsiteX69" fmla="*/ 5060397 w 9517857"/>
              <a:gd name="connsiteY69" fmla="*/ 263688 h 918356"/>
              <a:gd name="connsiteX70" fmla="*/ 5252996 w 9517857"/>
              <a:gd name="connsiteY70" fmla="*/ 270655 h 918356"/>
              <a:gd name="connsiteX71" fmla="*/ 5358056 w 9517857"/>
              <a:gd name="connsiteY71" fmla="*/ 247248 h 918356"/>
              <a:gd name="connsiteX72" fmla="*/ 5426496 w 9517857"/>
              <a:gd name="connsiteY72" fmla="*/ 235142 h 918356"/>
              <a:gd name="connsiteX73" fmla="*/ 5497161 w 9517857"/>
              <a:gd name="connsiteY73" fmla="*/ 228808 h 918356"/>
              <a:gd name="connsiteX74" fmla="*/ 5826043 w 9517857"/>
              <a:gd name="connsiteY74" fmla="*/ 148073 h 918356"/>
              <a:gd name="connsiteX75" fmla="*/ 6013415 w 9517857"/>
              <a:gd name="connsiteY75" fmla="*/ 137316 h 918356"/>
              <a:gd name="connsiteX76" fmla="*/ 6080994 w 9517857"/>
              <a:gd name="connsiteY76" fmla="*/ 142938 h 918356"/>
              <a:gd name="connsiteX77" fmla="*/ 6194152 w 9517857"/>
              <a:gd name="connsiteY77" fmla="*/ 151772 h 918356"/>
              <a:gd name="connsiteX78" fmla="*/ 6281379 w 9517857"/>
              <a:gd name="connsiteY78" fmla="*/ 181626 h 918356"/>
              <a:gd name="connsiteX79" fmla="*/ 6374947 w 9517857"/>
              <a:gd name="connsiteY79" fmla="*/ 179799 h 918356"/>
              <a:gd name="connsiteX80" fmla="*/ 6448518 w 9517857"/>
              <a:gd name="connsiteY80" fmla="*/ 164378 h 918356"/>
              <a:gd name="connsiteX81" fmla="*/ 6544700 w 9517857"/>
              <a:gd name="connsiteY81" fmla="*/ 167161 h 918356"/>
              <a:gd name="connsiteX82" fmla="*/ 6648353 w 9517857"/>
              <a:gd name="connsiteY82" fmla="*/ 172250 h 918356"/>
              <a:gd name="connsiteX83" fmla="*/ 6736227 w 9517857"/>
              <a:gd name="connsiteY83" fmla="*/ 173216 h 918356"/>
              <a:gd name="connsiteX84" fmla="*/ 6977218 w 9517857"/>
              <a:gd name="connsiteY84" fmla="*/ 184289 h 918356"/>
              <a:gd name="connsiteX85" fmla="*/ 7065221 w 9517857"/>
              <a:gd name="connsiteY85" fmla="*/ 227531 h 918356"/>
              <a:gd name="connsiteX86" fmla="*/ 7565449 w 9517857"/>
              <a:gd name="connsiteY86" fmla="*/ 258950 h 918356"/>
              <a:gd name="connsiteX87" fmla="*/ 7599285 w 9517857"/>
              <a:gd name="connsiteY87" fmla="*/ 266021 h 918356"/>
              <a:gd name="connsiteX88" fmla="*/ 7644411 w 9517857"/>
              <a:gd name="connsiteY88" fmla="*/ 258986 h 918356"/>
              <a:gd name="connsiteX89" fmla="*/ 7825110 w 9517857"/>
              <a:gd name="connsiteY89" fmla="*/ 229109 h 918356"/>
              <a:gd name="connsiteX90" fmla="*/ 7965804 w 9517857"/>
              <a:gd name="connsiteY90" fmla="*/ 190545 h 918356"/>
              <a:gd name="connsiteX91" fmla="*/ 8147401 w 9517857"/>
              <a:gd name="connsiteY91" fmla="*/ 205617 h 918356"/>
              <a:gd name="connsiteX92" fmla="*/ 8256033 w 9517857"/>
              <a:gd name="connsiteY92" fmla="*/ 193713 h 918356"/>
              <a:gd name="connsiteX93" fmla="*/ 8410677 w 9517857"/>
              <a:gd name="connsiteY93" fmla="*/ 172167 h 918356"/>
              <a:gd name="connsiteX94" fmla="*/ 8617841 w 9517857"/>
              <a:gd name="connsiteY94" fmla="*/ 155167 h 918356"/>
              <a:gd name="connsiteX95" fmla="*/ 8715976 w 9517857"/>
              <a:gd name="connsiteY95" fmla="*/ 178374 h 918356"/>
              <a:gd name="connsiteX96" fmla="*/ 8778827 w 9517857"/>
              <a:gd name="connsiteY96" fmla="*/ 172936 h 918356"/>
              <a:gd name="connsiteX97" fmla="*/ 8840778 w 9517857"/>
              <a:gd name="connsiteY97" fmla="*/ 143149 h 918356"/>
              <a:gd name="connsiteX98" fmla="*/ 9010380 w 9517857"/>
              <a:gd name="connsiteY98" fmla="*/ 91891 h 918356"/>
              <a:gd name="connsiteX99" fmla="*/ 9110856 w 9517857"/>
              <a:gd name="connsiteY99" fmla="*/ 70997 h 918356"/>
              <a:gd name="connsiteX100" fmla="*/ 9268817 w 9517857"/>
              <a:gd name="connsiteY100" fmla="*/ 53082 h 918356"/>
              <a:gd name="connsiteX101" fmla="*/ 9316667 w 9517857"/>
              <a:gd name="connsiteY101" fmla="*/ 45047 h 918356"/>
              <a:gd name="connsiteX102" fmla="*/ 9428209 w 9517857"/>
              <a:gd name="connsiteY102" fmla="*/ 29923 h 918356"/>
              <a:gd name="connsiteX103" fmla="*/ 9517856 w 9517857"/>
              <a:gd name="connsiteY103" fmla="*/ 0 h 918356"/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6423 w 9517857"/>
              <a:gd name="connsiteY3" fmla="*/ 247919 h 918356"/>
              <a:gd name="connsiteX4" fmla="*/ 4685225 w 9517857"/>
              <a:gd name="connsiteY4" fmla="*/ 246530 h 918356"/>
              <a:gd name="connsiteX5" fmla="*/ 4686133 w 9517857"/>
              <a:gd name="connsiteY5" fmla="*/ 246727 h 918356"/>
              <a:gd name="connsiteX6" fmla="*/ 4686423 w 9517857"/>
              <a:gd name="connsiteY6" fmla="*/ 247919 h 918356"/>
              <a:gd name="connsiteX7" fmla="*/ 4685225 w 9517857"/>
              <a:gd name="connsiteY7" fmla="*/ 246530 h 918356"/>
              <a:gd name="connsiteX8" fmla="*/ 9517856 w 9517857"/>
              <a:gd name="connsiteY8" fmla="*/ 0 h 918356"/>
              <a:gd name="connsiteX9" fmla="*/ 9517857 w 9517857"/>
              <a:gd name="connsiteY9" fmla="*/ 12 h 918356"/>
              <a:gd name="connsiteX10" fmla="*/ 9517857 w 9517857"/>
              <a:gd name="connsiteY10" fmla="*/ 918356 h 918356"/>
              <a:gd name="connsiteX11" fmla="*/ 14604 w 9517857"/>
              <a:gd name="connsiteY11" fmla="*/ 918356 h 918356"/>
              <a:gd name="connsiteX12" fmla="*/ 12841 w 9517857"/>
              <a:gd name="connsiteY12" fmla="*/ 917763 h 918356"/>
              <a:gd name="connsiteX13" fmla="*/ 93 w 9517857"/>
              <a:gd name="connsiteY13" fmla="*/ 912471 h 918356"/>
              <a:gd name="connsiteX14" fmla="*/ 58674 w 9517857"/>
              <a:gd name="connsiteY14" fmla="*/ 890322 h 918356"/>
              <a:gd name="connsiteX15" fmla="*/ 275005 w 9517857"/>
              <a:gd name="connsiteY15" fmla="*/ 807229 h 918356"/>
              <a:gd name="connsiteX16" fmla="*/ 587824 w 9517857"/>
              <a:gd name="connsiteY16" fmla="*/ 798195 h 918356"/>
              <a:gd name="connsiteX17" fmla="*/ 651826 w 9517857"/>
              <a:gd name="connsiteY17" fmla="*/ 738338 h 918356"/>
              <a:gd name="connsiteX18" fmla="*/ 727985 w 9517857"/>
              <a:gd name="connsiteY18" fmla="*/ 719826 h 918356"/>
              <a:gd name="connsiteX19" fmla="*/ 778982 w 9517857"/>
              <a:gd name="connsiteY19" fmla="*/ 710142 h 918356"/>
              <a:gd name="connsiteX20" fmla="*/ 849944 w 9517857"/>
              <a:gd name="connsiteY20" fmla="*/ 717987 h 918356"/>
              <a:gd name="connsiteX21" fmla="*/ 921659 w 9517857"/>
              <a:gd name="connsiteY21" fmla="*/ 712695 h 918356"/>
              <a:gd name="connsiteX22" fmla="*/ 930946 w 9517857"/>
              <a:gd name="connsiteY22" fmla="*/ 734046 h 918356"/>
              <a:gd name="connsiteX23" fmla="*/ 986250 w 9517857"/>
              <a:gd name="connsiteY23" fmla="*/ 713530 h 918356"/>
              <a:gd name="connsiteX24" fmla="*/ 1013752 w 9517857"/>
              <a:gd name="connsiteY24" fmla="*/ 713361 h 918356"/>
              <a:gd name="connsiteX25" fmla="*/ 1023734 w 9517857"/>
              <a:gd name="connsiteY25" fmla="*/ 718571 h 918356"/>
              <a:gd name="connsiteX26" fmla="*/ 1063207 w 9517857"/>
              <a:gd name="connsiteY26" fmla="*/ 715651 h 918356"/>
              <a:gd name="connsiteX27" fmla="*/ 1081980 w 9517857"/>
              <a:gd name="connsiteY27" fmla="*/ 738455 h 918356"/>
              <a:gd name="connsiteX28" fmla="*/ 1218120 w 9517857"/>
              <a:gd name="connsiteY28" fmla="*/ 713280 h 918356"/>
              <a:gd name="connsiteX29" fmla="*/ 1397459 w 9517857"/>
              <a:gd name="connsiteY29" fmla="*/ 691190 h 918356"/>
              <a:gd name="connsiteX30" fmla="*/ 1580688 w 9517857"/>
              <a:gd name="connsiteY30" fmla="*/ 693697 h 918356"/>
              <a:gd name="connsiteX31" fmla="*/ 1772334 w 9517857"/>
              <a:gd name="connsiteY31" fmla="*/ 710640 h 918356"/>
              <a:gd name="connsiteX32" fmla="*/ 2002561 w 9517857"/>
              <a:gd name="connsiteY32" fmla="*/ 659917 h 918356"/>
              <a:gd name="connsiteX33" fmla="*/ 2135144 w 9517857"/>
              <a:gd name="connsiteY33" fmla="*/ 636501 h 918356"/>
              <a:gd name="connsiteX34" fmla="*/ 2440292 w 9517857"/>
              <a:gd name="connsiteY34" fmla="*/ 593862 h 918356"/>
              <a:gd name="connsiteX35" fmla="*/ 2547829 w 9517857"/>
              <a:gd name="connsiteY35" fmla="*/ 566150 h 918356"/>
              <a:gd name="connsiteX36" fmla="*/ 2658055 w 9517857"/>
              <a:gd name="connsiteY36" fmla="*/ 578727 h 918356"/>
              <a:gd name="connsiteX37" fmla="*/ 2693698 w 9517857"/>
              <a:gd name="connsiteY37" fmla="*/ 560029 h 918356"/>
              <a:gd name="connsiteX38" fmla="*/ 2699673 w 9517857"/>
              <a:gd name="connsiteY38" fmla="*/ 556400 h 918356"/>
              <a:gd name="connsiteX39" fmla="*/ 2727306 w 9517857"/>
              <a:gd name="connsiteY39" fmla="*/ 550698 h 918356"/>
              <a:gd name="connsiteX40" fmla="*/ 2730451 w 9517857"/>
              <a:gd name="connsiteY40" fmla="*/ 538058 h 918356"/>
              <a:gd name="connsiteX41" fmla="*/ 2768713 w 9517857"/>
              <a:gd name="connsiteY41" fmla="*/ 521575 h 918356"/>
              <a:gd name="connsiteX42" fmla="*/ 2820868 w 9517857"/>
              <a:gd name="connsiteY42" fmla="*/ 514160 h 918356"/>
              <a:gd name="connsiteX43" fmla="*/ 3073635 w 9517857"/>
              <a:gd name="connsiteY43" fmla="*/ 491294 h 918356"/>
              <a:gd name="connsiteX44" fmla="*/ 3222071 w 9517857"/>
              <a:gd name="connsiteY44" fmla="*/ 470559 h 918356"/>
              <a:gd name="connsiteX45" fmla="*/ 3274069 w 9517857"/>
              <a:gd name="connsiteY45" fmla="*/ 451605 h 918356"/>
              <a:gd name="connsiteX46" fmla="*/ 3349632 w 9517857"/>
              <a:gd name="connsiteY46" fmla="*/ 432583 h 918356"/>
              <a:gd name="connsiteX47" fmla="*/ 3479593 w 9517857"/>
              <a:gd name="connsiteY47" fmla="*/ 390437 h 918356"/>
              <a:gd name="connsiteX48" fmla="*/ 3660110 w 9517857"/>
              <a:gd name="connsiteY48" fmla="*/ 348726 h 918356"/>
              <a:gd name="connsiteX49" fmla="*/ 3750023 w 9517857"/>
              <a:gd name="connsiteY49" fmla="*/ 370678 h 918356"/>
              <a:gd name="connsiteX50" fmla="*/ 3844133 w 9517857"/>
              <a:gd name="connsiteY50" fmla="*/ 360648 h 918356"/>
              <a:gd name="connsiteX51" fmla="*/ 3913545 w 9517857"/>
              <a:gd name="connsiteY51" fmla="*/ 344235 h 918356"/>
              <a:gd name="connsiteX52" fmla="*/ 4266740 w 9517857"/>
              <a:gd name="connsiteY52" fmla="*/ 361454 h 918356"/>
              <a:gd name="connsiteX53" fmla="*/ 4430770 w 9517857"/>
              <a:gd name="connsiteY53" fmla="*/ 342643 h 918356"/>
              <a:gd name="connsiteX54" fmla="*/ 4512664 w 9517857"/>
              <a:gd name="connsiteY54" fmla="*/ 319948 h 918356"/>
              <a:gd name="connsiteX55" fmla="*/ 4616423 w 9517857"/>
              <a:gd name="connsiteY55" fmla="*/ 290914 h 918356"/>
              <a:gd name="connsiteX56" fmla="*/ 4691675 w 9517857"/>
              <a:gd name="connsiteY56" fmla="*/ 254011 h 918356"/>
              <a:gd name="connsiteX57" fmla="*/ 4689051 w 9517857"/>
              <a:gd name="connsiteY57" fmla="*/ 250968 h 918356"/>
              <a:gd name="connsiteX58" fmla="*/ 4719994 w 9517857"/>
              <a:gd name="connsiteY58" fmla="*/ 245307 h 918356"/>
              <a:gd name="connsiteX59" fmla="*/ 4752894 w 9517857"/>
              <a:gd name="connsiteY59" fmla="*/ 239875 h 918356"/>
              <a:gd name="connsiteX60" fmla="*/ 4769329 w 9517857"/>
              <a:gd name="connsiteY60" fmla="*/ 233585 h 918356"/>
              <a:gd name="connsiteX61" fmla="*/ 4775634 w 9517857"/>
              <a:gd name="connsiteY61" fmla="*/ 234063 h 918356"/>
              <a:gd name="connsiteX62" fmla="*/ 4790452 w 9517857"/>
              <a:gd name="connsiteY62" fmla="*/ 233572 h 918356"/>
              <a:gd name="connsiteX63" fmla="*/ 4789062 w 9517857"/>
              <a:gd name="connsiteY63" fmla="*/ 241924 h 918356"/>
              <a:gd name="connsiteX64" fmla="*/ 4827826 w 9517857"/>
              <a:gd name="connsiteY64" fmla="*/ 246977 h 918356"/>
              <a:gd name="connsiteX65" fmla="*/ 4892569 w 9517857"/>
              <a:gd name="connsiteY65" fmla="*/ 249933 h 918356"/>
              <a:gd name="connsiteX66" fmla="*/ 4896611 w 9517857"/>
              <a:gd name="connsiteY66" fmla="*/ 240448 h 918356"/>
              <a:gd name="connsiteX67" fmla="*/ 4917286 w 9517857"/>
              <a:gd name="connsiteY67" fmla="*/ 243659 h 918356"/>
              <a:gd name="connsiteX68" fmla="*/ 4981173 w 9517857"/>
              <a:gd name="connsiteY68" fmla="*/ 247103 h 918356"/>
              <a:gd name="connsiteX69" fmla="*/ 5060397 w 9517857"/>
              <a:gd name="connsiteY69" fmla="*/ 263688 h 918356"/>
              <a:gd name="connsiteX70" fmla="*/ 5252996 w 9517857"/>
              <a:gd name="connsiteY70" fmla="*/ 270655 h 918356"/>
              <a:gd name="connsiteX71" fmla="*/ 5358056 w 9517857"/>
              <a:gd name="connsiteY71" fmla="*/ 247248 h 918356"/>
              <a:gd name="connsiteX72" fmla="*/ 5426496 w 9517857"/>
              <a:gd name="connsiteY72" fmla="*/ 235142 h 918356"/>
              <a:gd name="connsiteX73" fmla="*/ 5497161 w 9517857"/>
              <a:gd name="connsiteY73" fmla="*/ 228808 h 918356"/>
              <a:gd name="connsiteX74" fmla="*/ 5826043 w 9517857"/>
              <a:gd name="connsiteY74" fmla="*/ 148073 h 918356"/>
              <a:gd name="connsiteX75" fmla="*/ 6013415 w 9517857"/>
              <a:gd name="connsiteY75" fmla="*/ 137316 h 918356"/>
              <a:gd name="connsiteX76" fmla="*/ 6080994 w 9517857"/>
              <a:gd name="connsiteY76" fmla="*/ 142938 h 918356"/>
              <a:gd name="connsiteX77" fmla="*/ 6194152 w 9517857"/>
              <a:gd name="connsiteY77" fmla="*/ 151772 h 918356"/>
              <a:gd name="connsiteX78" fmla="*/ 6281379 w 9517857"/>
              <a:gd name="connsiteY78" fmla="*/ 181626 h 918356"/>
              <a:gd name="connsiteX79" fmla="*/ 6374947 w 9517857"/>
              <a:gd name="connsiteY79" fmla="*/ 179799 h 918356"/>
              <a:gd name="connsiteX80" fmla="*/ 6448518 w 9517857"/>
              <a:gd name="connsiteY80" fmla="*/ 164378 h 918356"/>
              <a:gd name="connsiteX81" fmla="*/ 6544700 w 9517857"/>
              <a:gd name="connsiteY81" fmla="*/ 167161 h 918356"/>
              <a:gd name="connsiteX82" fmla="*/ 6648353 w 9517857"/>
              <a:gd name="connsiteY82" fmla="*/ 172250 h 918356"/>
              <a:gd name="connsiteX83" fmla="*/ 6736227 w 9517857"/>
              <a:gd name="connsiteY83" fmla="*/ 173216 h 918356"/>
              <a:gd name="connsiteX84" fmla="*/ 6977218 w 9517857"/>
              <a:gd name="connsiteY84" fmla="*/ 184289 h 918356"/>
              <a:gd name="connsiteX85" fmla="*/ 7065221 w 9517857"/>
              <a:gd name="connsiteY85" fmla="*/ 227531 h 918356"/>
              <a:gd name="connsiteX86" fmla="*/ 7565449 w 9517857"/>
              <a:gd name="connsiteY86" fmla="*/ 258950 h 918356"/>
              <a:gd name="connsiteX87" fmla="*/ 7599285 w 9517857"/>
              <a:gd name="connsiteY87" fmla="*/ 266021 h 918356"/>
              <a:gd name="connsiteX88" fmla="*/ 7644411 w 9517857"/>
              <a:gd name="connsiteY88" fmla="*/ 258986 h 918356"/>
              <a:gd name="connsiteX89" fmla="*/ 7825110 w 9517857"/>
              <a:gd name="connsiteY89" fmla="*/ 229109 h 918356"/>
              <a:gd name="connsiteX90" fmla="*/ 7965804 w 9517857"/>
              <a:gd name="connsiteY90" fmla="*/ 190545 h 918356"/>
              <a:gd name="connsiteX91" fmla="*/ 8147401 w 9517857"/>
              <a:gd name="connsiteY91" fmla="*/ 205617 h 918356"/>
              <a:gd name="connsiteX92" fmla="*/ 8256033 w 9517857"/>
              <a:gd name="connsiteY92" fmla="*/ 193713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  <a:gd name="connsiteX102" fmla="*/ 9517856 w 9517857"/>
              <a:gd name="connsiteY102" fmla="*/ 0 h 918356"/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6423 w 9517857"/>
              <a:gd name="connsiteY3" fmla="*/ 247919 h 918356"/>
              <a:gd name="connsiteX4" fmla="*/ 4685225 w 9517857"/>
              <a:gd name="connsiteY4" fmla="*/ 246530 h 918356"/>
              <a:gd name="connsiteX5" fmla="*/ 4686133 w 9517857"/>
              <a:gd name="connsiteY5" fmla="*/ 246727 h 918356"/>
              <a:gd name="connsiteX6" fmla="*/ 4686423 w 9517857"/>
              <a:gd name="connsiteY6" fmla="*/ 247919 h 918356"/>
              <a:gd name="connsiteX7" fmla="*/ 4685225 w 9517857"/>
              <a:gd name="connsiteY7" fmla="*/ 246530 h 918356"/>
              <a:gd name="connsiteX8" fmla="*/ 9517856 w 9517857"/>
              <a:gd name="connsiteY8" fmla="*/ 0 h 918356"/>
              <a:gd name="connsiteX9" fmla="*/ 9517857 w 9517857"/>
              <a:gd name="connsiteY9" fmla="*/ 12 h 918356"/>
              <a:gd name="connsiteX10" fmla="*/ 9517857 w 9517857"/>
              <a:gd name="connsiteY10" fmla="*/ 918356 h 918356"/>
              <a:gd name="connsiteX11" fmla="*/ 14604 w 9517857"/>
              <a:gd name="connsiteY11" fmla="*/ 918356 h 918356"/>
              <a:gd name="connsiteX12" fmla="*/ 12841 w 9517857"/>
              <a:gd name="connsiteY12" fmla="*/ 917763 h 918356"/>
              <a:gd name="connsiteX13" fmla="*/ 93 w 9517857"/>
              <a:gd name="connsiteY13" fmla="*/ 912471 h 918356"/>
              <a:gd name="connsiteX14" fmla="*/ 58674 w 9517857"/>
              <a:gd name="connsiteY14" fmla="*/ 890322 h 918356"/>
              <a:gd name="connsiteX15" fmla="*/ 275005 w 9517857"/>
              <a:gd name="connsiteY15" fmla="*/ 807229 h 918356"/>
              <a:gd name="connsiteX16" fmla="*/ 587824 w 9517857"/>
              <a:gd name="connsiteY16" fmla="*/ 798195 h 918356"/>
              <a:gd name="connsiteX17" fmla="*/ 651826 w 9517857"/>
              <a:gd name="connsiteY17" fmla="*/ 738338 h 918356"/>
              <a:gd name="connsiteX18" fmla="*/ 727985 w 9517857"/>
              <a:gd name="connsiteY18" fmla="*/ 719826 h 918356"/>
              <a:gd name="connsiteX19" fmla="*/ 778982 w 9517857"/>
              <a:gd name="connsiteY19" fmla="*/ 710142 h 918356"/>
              <a:gd name="connsiteX20" fmla="*/ 849944 w 9517857"/>
              <a:gd name="connsiteY20" fmla="*/ 717987 h 918356"/>
              <a:gd name="connsiteX21" fmla="*/ 921659 w 9517857"/>
              <a:gd name="connsiteY21" fmla="*/ 712695 h 918356"/>
              <a:gd name="connsiteX22" fmla="*/ 930946 w 9517857"/>
              <a:gd name="connsiteY22" fmla="*/ 734046 h 918356"/>
              <a:gd name="connsiteX23" fmla="*/ 986250 w 9517857"/>
              <a:gd name="connsiteY23" fmla="*/ 713530 h 918356"/>
              <a:gd name="connsiteX24" fmla="*/ 1013752 w 9517857"/>
              <a:gd name="connsiteY24" fmla="*/ 713361 h 918356"/>
              <a:gd name="connsiteX25" fmla="*/ 1023734 w 9517857"/>
              <a:gd name="connsiteY25" fmla="*/ 718571 h 918356"/>
              <a:gd name="connsiteX26" fmla="*/ 1063207 w 9517857"/>
              <a:gd name="connsiteY26" fmla="*/ 715651 h 918356"/>
              <a:gd name="connsiteX27" fmla="*/ 1081980 w 9517857"/>
              <a:gd name="connsiteY27" fmla="*/ 738455 h 918356"/>
              <a:gd name="connsiteX28" fmla="*/ 1218120 w 9517857"/>
              <a:gd name="connsiteY28" fmla="*/ 713280 h 918356"/>
              <a:gd name="connsiteX29" fmla="*/ 1397459 w 9517857"/>
              <a:gd name="connsiteY29" fmla="*/ 691190 h 918356"/>
              <a:gd name="connsiteX30" fmla="*/ 1580688 w 9517857"/>
              <a:gd name="connsiteY30" fmla="*/ 693697 h 918356"/>
              <a:gd name="connsiteX31" fmla="*/ 1772334 w 9517857"/>
              <a:gd name="connsiteY31" fmla="*/ 710640 h 918356"/>
              <a:gd name="connsiteX32" fmla="*/ 2002561 w 9517857"/>
              <a:gd name="connsiteY32" fmla="*/ 659917 h 918356"/>
              <a:gd name="connsiteX33" fmla="*/ 2135144 w 9517857"/>
              <a:gd name="connsiteY33" fmla="*/ 636501 h 918356"/>
              <a:gd name="connsiteX34" fmla="*/ 2440292 w 9517857"/>
              <a:gd name="connsiteY34" fmla="*/ 593862 h 918356"/>
              <a:gd name="connsiteX35" fmla="*/ 2547829 w 9517857"/>
              <a:gd name="connsiteY35" fmla="*/ 566150 h 918356"/>
              <a:gd name="connsiteX36" fmla="*/ 2658055 w 9517857"/>
              <a:gd name="connsiteY36" fmla="*/ 578727 h 918356"/>
              <a:gd name="connsiteX37" fmla="*/ 2693698 w 9517857"/>
              <a:gd name="connsiteY37" fmla="*/ 560029 h 918356"/>
              <a:gd name="connsiteX38" fmla="*/ 2699673 w 9517857"/>
              <a:gd name="connsiteY38" fmla="*/ 556400 h 918356"/>
              <a:gd name="connsiteX39" fmla="*/ 2727306 w 9517857"/>
              <a:gd name="connsiteY39" fmla="*/ 550698 h 918356"/>
              <a:gd name="connsiteX40" fmla="*/ 2730451 w 9517857"/>
              <a:gd name="connsiteY40" fmla="*/ 538058 h 918356"/>
              <a:gd name="connsiteX41" fmla="*/ 2768713 w 9517857"/>
              <a:gd name="connsiteY41" fmla="*/ 521575 h 918356"/>
              <a:gd name="connsiteX42" fmla="*/ 2820868 w 9517857"/>
              <a:gd name="connsiteY42" fmla="*/ 514160 h 918356"/>
              <a:gd name="connsiteX43" fmla="*/ 3073635 w 9517857"/>
              <a:gd name="connsiteY43" fmla="*/ 491294 h 918356"/>
              <a:gd name="connsiteX44" fmla="*/ 3222071 w 9517857"/>
              <a:gd name="connsiteY44" fmla="*/ 470559 h 918356"/>
              <a:gd name="connsiteX45" fmla="*/ 3274069 w 9517857"/>
              <a:gd name="connsiteY45" fmla="*/ 451605 h 918356"/>
              <a:gd name="connsiteX46" fmla="*/ 3349632 w 9517857"/>
              <a:gd name="connsiteY46" fmla="*/ 432583 h 918356"/>
              <a:gd name="connsiteX47" fmla="*/ 3479593 w 9517857"/>
              <a:gd name="connsiteY47" fmla="*/ 390437 h 918356"/>
              <a:gd name="connsiteX48" fmla="*/ 3660110 w 9517857"/>
              <a:gd name="connsiteY48" fmla="*/ 348726 h 918356"/>
              <a:gd name="connsiteX49" fmla="*/ 3750023 w 9517857"/>
              <a:gd name="connsiteY49" fmla="*/ 370678 h 918356"/>
              <a:gd name="connsiteX50" fmla="*/ 3844133 w 9517857"/>
              <a:gd name="connsiteY50" fmla="*/ 360648 h 918356"/>
              <a:gd name="connsiteX51" fmla="*/ 3913545 w 9517857"/>
              <a:gd name="connsiteY51" fmla="*/ 344235 h 918356"/>
              <a:gd name="connsiteX52" fmla="*/ 4266740 w 9517857"/>
              <a:gd name="connsiteY52" fmla="*/ 361454 h 918356"/>
              <a:gd name="connsiteX53" fmla="*/ 4430770 w 9517857"/>
              <a:gd name="connsiteY53" fmla="*/ 342643 h 918356"/>
              <a:gd name="connsiteX54" fmla="*/ 4512664 w 9517857"/>
              <a:gd name="connsiteY54" fmla="*/ 319948 h 918356"/>
              <a:gd name="connsiteX55" fmla="*/ 4616423 w 9517857"/>
              <a:gd name="connsiteY55" fmla="*/ 290914 h 918356"/>
              <a:gd name="connsiteX56" fmla="*/ 4691675 w 9517857"/>
              <a:gd name="connsiteY56" fmla="*/ 254011 h 918356"/>
              <a:gd name="connsiteX57" fmla="*/ 4689051 w 9517857"/>
              <a:gd name="connsiteY57" fmla="*/ 250968 h 918356"/>
              <a:gd name="connsiteX58" fmla="*/ 4719994 w 9517857"/>
              <a:gd name="connsiteY58" fmla="*/ 245307 h 918356"/>
              <a:gd name="connsiteX59" fmla="*/ 4752894 w 9517857"/>
              <a:gd name="connsiteY59" fmla="*/ 239875 h 918356"/>
              <a:gd name="connsiteX60" fmla="*/ 4769329 w 9517857"/>
              <a:gd name="connsiteY60" fmla="*/ 233585 h 918356"/>
              <a:gd name="connsiteX61" fmla="*/ 4775634 w 9517857"/>
              <a:gd name="connsiteY61" fmla="*/ 234063 h 918356"/>
              <a:gd name="connsiteX62" fmla="*/ 4790452 w 9517857"/>
              <a:gd name="connsiteY62" fmla="*/ 233572 h 918356"/>
              <a:gd name="connsiteX63" fmla="*/ 4789062 w 9517857"/>
              <a:gd name="connsiteY63" fmla="*/ 241924 h 918356"/>
              <a:gd name="connsiteX64" fmla="*/ 4827826 w 9517857"/>
              <a:gd name="connsiteY64" fmla="*/ 246977 h 918356"/>
              <a:gd name="connsiteX65" fmla="*/ 4892569 w 9517857"/>
              <a:gd name="connsiteY65" fmla="*/ 249933 h 918356"/>
              <a:gd name="connsiteX66" fmla="*/ 4896611 w 9517857"/>
              <a:gd name="connsiteY66" fmla="*/ 240448 h 918356"/>
              <a:gd name="connsiteX67" fmla="*/ 4917286 w 9517857"/>
              <a:gd name="connsiteY67" fmla="*/ 243659 h 918356"/>
              <a:gd name="connsiteX68" fmla="*/ 4981173 w 9517857"/>
              <a:gd name="connsiteY68" fmla="*/ 247103 h 918356"/>
              <a:gd name="connsiteX69" fmla="*/ 5060397 w 9517857"/>
              <a:gd name="connsiteY69" fmla="*/ 263688 h 918356"/>
              <a:gd name="connsiteX70" fmla="*/ 5252996 w 9517857"/>
              <a:gd name="connsiteY70" fmla="*/ 270655 h 918356"/>
              <a:gd name="connsiteX71" fmla="*/ 5358056 w 9517857"/>
              <a:gd name="connsiteY71" fmla="*/ 247248 h 918356"/>
              <a:gd name="connsiteX72" fmla="*/ 5426496 w 9517857"/>
              <a:gd name="connsiteY72" fmla="*/ 235142 h 918356"/>
              <a:gd name="connsiteX73" fmla="*/ 5497161 w 9517857"/>
              <a:gd name="connsiteY73" fmla="*/ 228808 h 918356"/>
              <a:gd name="connsiteX74" fmla="*/ 5826043 w 9517857"/>
              <a:gd name="connsiteY74" fmla="*/ 148073 h 918356"/>
              <a:gd name="connsiteX75" fmla="*/ 6013415 w 9517857"/>
              <a:gd name="connsiteY75" fmla="*/ 137316 h 918356"/>
              <a:gd name="connsiteX76" fmla="*/ 6080994 w 9517857"/>
              <a:gd name="connsiteY76" fmla="*/ 142938 h 918356"/>
              <a:gd name="connsiteX77" fmla="*/ 6194152 w 9517857"/>
              <a:gd name="connsiteY77" fmla="*/ 151772 h 918356"/>
              <a:gd name="connsiteX78" fmla="*/ 6281379 w 9517857"/>
              <a:gd name="connsiteY78" fmla="*/ 181626 h 918356"/>
              <a:gd name="connsiteX79" fmla="*/ 6374947 w 9517857"/>
              <a:gd name="connsiteY79" fmla="*/ 179799 h 918356"/>
              <a:gd name="connsiteX80" fmla="*/ 6448518 w 9517857"/>
              <a:gd name="connsiteY80" fmla="*/ 164378 h 918356"/>
              <a:gd name="connsiteX81" fmla="*/ 6544700 w 9517857"/>
              <a:gd name="connsiteY81" fmla="*/ 167161 h 918356"/>
              <a:gd name="connsiteX82" fmla="*/ 6648353 w 9517857"/>
              <a:gd name="connsiteY82" fmla="*/ 172250 h 918356"/>
              <a:gd name="connsiteX83" fmla="*/ 6736227 w 9517857"/>
              <a:gd name="connsiteY83" fmla="*/ 173216 h 918356"/>
              <a:gd name="connsiteX84" fmla="*/ 6977218 w 9517857"/>
              <a:gd name="connsiteY84" fmla="*/ 184289 h 918356"/>
              <a:gd name="connsiteX85" fmla="*/ 7065221 w 9517857"/>
              <a:gd name="connsiteY85" fmla="*/ 227531 h 918356"/>
              <a:gd name="connsiteX86" fmla="*/ 7565449 w 9517857"/>
              <a:gd name="connsiteY86" fmla="*/ 258950 h 918356"/>
              <a:gd name="connsiteX87" fmla="*/ 7599285 w 9517857"/>
              <a:gd name="connsiteY87" fmla="*/ 266021 h 918356"/>
              <a:gd name="connsiteX88" fmla="*/ 7644411 w 9517857"/>
              <a:gd name="connsiteY88" fmla="*/ 258986 h 918356"/>
              <a:gd name="connsiteX89" fmla="*/ 7825110 w 9517857"/>
              <a:gd name="connsiteY89" fmla="*/ 229109 h 918356"/>
              <a:gd name="connsiteX90" fmla="*/ 7965804 w 9517857"/>
              <a:gd name="connsiteY90" fmla="*/ 190545 h 918356"/>
              <a:gd name="connsiteX91" fmla="*/ 8147401 w 9517857"/>
              <a:gd name="connsiteY91" fmla="*/ 205617 h 918356"/>
              <a:gd name="connsiteX92" fmla="*/ 8256033 w 9517857"/>
              <a:gd name="connsiteY92" fmla="*/ 193713 h 918356"/>
              <a:gd name="connsiteX93" fmla="*/ 8551625 w 9517857"/>
              <a:gd name="connsiteY93" fmla="*/ 16151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  <a:gd name="connsiteX102" fmla="*/ 9517856 w 9517857"/>
              <a:gd name="connsiteY102" fmla="*/ 0 h 918356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660110 w 9517857"/>
              <a:gd name="connsiteY48" fmla="*/ 348714 h 918344"/>
              <a:gd name="connsiteX49" fmla="*/ 3750023 w 9517857"/>
              <a:gd name="connsiteY49" fmla="*/ 370666 h 918344"/>
              <a:gd name="connsiteX50" fmla="*/ 3844133 w 9517857"/>
              <a:gd name="connsiteY50" fmla="*/ 360636 h 918344"/>
              <a:gd name="connsiteX51" fmla="*/ 3913545 w 9517857"/>
              <a:gd name="connsiteY51" fmla="*/ 344223 h 918344"/>
              <a:gd name="connsiteX52" fmla="*/ 4266740 w 9517857"/>
              <a:gd name="connsiteY52" fmla="*/ 361442 h 918344"/>
              <a:gd name="connsiteX53" fmla="*/ 4430770 w 9517857"/>
              <a:gd name="connsiteY53" fmla="*/ 342631 h 918344"/>
              <a:gd name="connsiteX54" fmla="*/ 4512664 w 9517857"/>
              <a:gd name="connsiteY54" fmla="*/ 319936 h 918344"/>
              <a:gd name="connsiteX55" fmla="*/ 4616423 w 9517857"/>
              <a:gd name="connsiteY55" fmla="*/ 290902 h 918344"/>
              <a:gd name="connsiteX56" fmla="*/ 4691675 w 9517857"/>
              <a:gd name="connsiteY56" fmla="*/ 253999 h 918344"/>
              <a:gd name="connsiteX57" fmla="*/ 4689051 w 9517857"/>
              <a:gd name="connsiteY57" fmla="*/ 250956 h 918344"/>
              <a:gd name="connsiteX58" fmla="*/ 4719994 w 9517857"/>
              <a:gd name="connsiteY58" fmla="*/ 245295 h 918344"/>
              <a:gd name="connsiteX59" fmla="*/ 4752894 w 9517857"/>
              <a:gd name="connsiteY59" fmla="*/ 239863 h 918344"/>
              <a:gd name="connsiteX60" fmla="*/ 4769329 w 9517857"/>
              <a:gd name="connsiteY60" fmla="*/ 233573 h 918344"/>
              <a:gd name="connsiteX61" fmla="*/ 4775634 w 9517857"/>
              <a:gd name="connsiteY61" fmla="*/ 234051 h 918344"/>
              <a:gd name="connsiteX62" fmla="*/ 4790452 w 9517857"/>
              <a:gd name="connsiteY62" fmla="*/ 233560 h 918344"/>
              <a:gd name="connsiteX63" fmla="*/ 4789062 w 9517857"/>
              <a:gd name="connsiteY63" fmla="*/ 241912 h 918344"/>
              <a:gd name="connsiteX64" fmla="*/ 4827826 w 9517857"/>
              <a:gd name="connsiteY64" fmla="*/ 246965 h 918344"/>
              <a:gd name="connsiteX65" fmla="*/ 4892569 w 9517857"/>
              <a:gd name="connsiteY65" fmla="*/ 249921 h 918344"/>
              <a:gd name="connsiteX66" fmla="*/ 4896611 w 9517857"/>
              <a:gd name="connsiteY66" fmla="*/ 240436 h 918344"/>
              <a:gd name="connsiteX67" fmla="*/ 4917286 w 9517857"/>
              <a:gd name="connsiteY67" fmla="*/ 243647 h 918344"/>
              <a:gd name="connsiteX68" fmla="*/ 4981173 w 9517857"/>
              <a:gd name="connsiteY68" fmla="*/ 247091 h 918344"/>
              <a:gd name="connsiteX69" fmla="*/ 5060397 w 9517857"/>
              <a:gd name="connsiteY69" fmla="*/ 263676 h 918344"/>
              <a:gd name="connsiteX70" fmla="*/ 5252996 w 9517857"/>
              <a:gd name="connsiteY70" fmla="*/ 270643 h 918344"/>
              <a:gd name="connsiteX71" fmla="*/ 5358056 w 9517857"/>
              <a:gd name="connsiteY71" fmla="*/ 247236 h 918344"/>
              <a:gd name="connsiteX72" fmla="*/ 5426496 w 9517857"/>
              <a:gd name="connsiteY72" fmla="*/ 235130 h 918344"/>
              <a:gd name="connsiteX73" fmla="*/ 5497161 w 9517857"/>
              <a:gd name="connsiteY73" fmla="*/ 228796 h 918344"/>
              <a:gd name="connsiteX74" fmla="*/ 5826043 w 9517857"/>
              <a:gd name="connsiteY74" fmla="*/ 148061 h 918344"/>
              <a:gd name="connsiteX75" fmla="*/ 6013415 w 9517857"/>
              <a:gd name="connsiteY75" fmla="*/ 137304 h 918344"/>
              <a:gd name="connsiteX76" fmla="*/ 6080994 w 9517857"/>
              <a:gd name="connsiteY76" fmla="*/ 142926 h 918344"/>
              <a:gd name="connsiteX77" fmla="*/ 6194152 w 9517857"/>
              <a:gd name="connsiteY77" fmla="*/ 151760 h 918344"/>
              <a:gd name="connsiteX78" fmla="*/ 6281379 w 9517857"/>
              <a:gd name="connsiteY78" fmla="*/ 181614 h 918344"/>
              <a:gd name="connsiteX79" fmla="*/ 6374947 w 9517857"/>
              <a:gd name="connsiteY79" fmla="*/ 179787 h 918344"/>
              <a:gd name="connsiteX80" fmla="*/ 6448518 w 9517857"/>
              <a:gd name="connsiteY80" fmla="*/ 164366 h 918344"/>
              <a:gd name="connsiteX81" fmla="*/ 6544700 w 9517857"/>
              <a:gd name="connsiteY81" fmla="*/ 167149 h 918344"/>
              <a:gd name="connsiteX82" fmla="*/ 6648353 w 9517857"/>
              <a:gd name="connsiteY82" fmla="*/ 172238 h 918344"/>
              <a:gd name="connsiteX83" fmla="*/ 6736227 w 9517857"/>
              <a:gd name="connsiteY83" fmla="*/ 173204 h 918344"/>
              <a:gd name="connsiteX84" fmla="*/ 6977218 w 9517857"/>
              <a:gd name="connsiteY84" fmla="*/ 184277 h 918344"/>
              <a:gd name="connsiteX85" fmla="*/ 7065221 w 9517857"/>
              <a:gd name="connsiteY85" fmla="*/ 227519 h 918344"/>
              <a:gd name="connsiteX86" fmla="*/ 7565449 w 9517857"/>
              <a:gd name="connsiteY86" fmla="*/ 258938 h 918344"/>
              <a:gd name="connsiteX87" fmla="*/ 7599285 w 9517857"/>
              <a:gd name="connsiteY87" fmla="*/ 266009 h 918344"/>
              <a:gd name="connsiteX88" fmla="*/ 7644411 w 9517857"/>
              <a:gd name="connsiteY88" fmla="*/ 258974 h 918344"/>
              <a:gd name="connsiteX89" fmla="*/ 7825110 w 9517857"/>
              <a:gd name="connsiteY89" fmla="*/ 229097 h 918344"/>
              <a:gd name="connsiteX90" fmla="*/ 7965804 w 9517857"/>
              <a:gd name="connsiteY90" fmla="*/ 190533 h 918344"/>
              <a:gd name="connsiteX91" fmla="*/ 8147401 w 9517857"/>
              <a:gd name="connsiteY91" fmla="*/ 205605 h 918344"/>
              <a:gd name="connsiteX92" fmla="*/ 8256033 w 9517857"/>
              <a:gd name="connsiteY92" fmla="*/ 193701 h 918344"/>
              <a:gd name="connsiteX93" fmla="*/ 8551625 w 9517857"/>
              <a:gd name="connsiteY93" fmla="*/ 161505 h 918344"/>
              <a:gd name="connsiteX94" fmla="*/ 8715976 w 9517857"/>
              <a:gd name="connsiteY94" fmla="*/ 178362 h 918344"/>
              <a:gd name="connsiteX95" fmla="*/ 8778827 w 9517857"/>
              <a:gd name="connsiteY95" fmla="*/ 172924 h 918344"/>
              <a:gd name="connsiteX96" fmla="*/ 8840778 w 9517857"/>
              <a:gd name="connsiteY96" fmla="*/ 143137 h 918344"/>
              <a:gd name="connsiteX97" fmla="*/ 9010380 w 9517857"/>
              <a:gd name="connsiteY97" fmla="*/ 91879 h 918344"/>
              <a:gd name="connsiteX98" fmla="*/ 9110856 w 9517857"/>
              <a:gd name="connsiteY98" fmla="*/ 70985 h 918344"/>
              <a:gd name="connsiteX99" fmla="*/ 9268817 w 9517857"/>
              <a:gd name="connsiteY99" fmla="*/ 53070 h 918344"/>
              <a:gd name="connsiteX100" fmla="*/ 9316667 w 9517857"/>
              <a:gd name="connsiteY100" fmla="*/ 45035 h 918344"/>
              <a:gd name="connsiteX101" fmla="*/ 9428209 w 9517857"/>
              <a:gd name="connsiteY101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660110 w 9517857"/>
              <a:gd name="connsiteY48" fmla="*/ 348714 h 918344"/>
              <a:gd name="connsiteX49" fmla="*/ 3750023 w 9517857"/>
              <a:gd name="connsiteY49" fmla="*/ 370666 h 918344"/>
              <a:gd name="connsiteX50" fmla="*/ 3844133 w 9517857"/>
              <a:gd name="connsiteY50" fmla="*/ 360636 h 918344"/>
              <a:gd name="connsiteX51" fmla="*/ 3913545 w 9517857"/>
              <a:gd name="connsiteY51" fmla="*/ 344223 h 918344"/>
              <a:gd name="connsiteX52" fmla="*/ 4266740 w 9517857"/>
              <a:gd name="connsiteY52" fmla="*/ 361442 h 918344"/>
              <a:gd name="connsiteX53" fmla="*/ 4430770 w 9517857"/>
              <a:gd name="connsiteY53" fmla="*/ 342631 h 918344"/>
              <a:gd name="connsiteX54" fmla="*/ 4512664 w 9517857"/>
              <a:gd name="connsiteY54" fmla="*/ 319936 h 918344"/>
              <a:gd name="connsiteX55" fmla="*/ 4616423 w 9517857"/>
              <a:gd name="connsiteY55" fmla="*/ 290902 h 918344"/>
              <a:gd name="connsiteX56" fmla="*/ 4691675 w 9517857"/>
              <a:gd name="connsiteY56" fmla="*/ 253999 h 918344"/>
              <a:gd name="connsiteX57" fmla="*/ 4689051 w 9517857"/>
              <a:gd name="connsiteY57" fmla="*/ 250956 h 918344"/>
              <a:gd name="connsiteX58" fmla="*/ 4719994 w 9517857"/>
              <a:gd name="connsiteY58" fmla="*/ 245295 h 918344"/>
              <a:gd name="connsiteX59" fmla="*/ 4752894 w 9517857"/>
              <a:gd name="connsiteY59" fmla="*/ 239863 h 918344"/>
              <a:gd name="connsiteX60" fmla="*/ 4769329 w 9517857"/>
              <a:gd name="connsiteY60" fmla="*/ 233573 h 918344"/>
              <a:gd name="connsiteX61" fmla="*/ 4775634 w 9517857"/>
              <a:gd name="connsiteY61" fmla="*/ 234051 h 918344"/>
              <a:gd name="connsiteX62" fmla="*/ 4790452 w 9517857"/>
              <a:gd name="connsiteY62" fmla="*/ 233560 h 918344"/>
              <a:gd name="connsiteX63" fmla="*/ 4789062 w 9517857"/>
              <a:gd name="connsiteY63" fmla="*/ 241912 h 918344"/>
              <a:gd name="connsiteX64" fmla="*/ 4827826 w 9517857"/>
              <a:gd name="connsiteY64" fmla="*/ 246965 h 918344"/>
              <a:gd name="connsiteX65" fmla="*/ 4892569 w 9517857"/>
              <a:gd name="connsiteY65" fmla="*/ 249921 h 918344"/>
              <a:gd name="connsiteX66" fmla="*/ 4896611 w 9517857"/>
              <a:gd name="connsiteY66" fmla="*/ 240436 h 918344"/>
              <a:gd name="connsiteX67" fmla="*/ 4917286 w 9517857"/>
              <a:gd name="connsiteY67" fmla="*/ 243647 h 918344"/>
              <a:gd name="connsiteX68" fmla="*/ 5060397 w 9517857"/>
              <a:gd name="connsiteY68" fmla="*/ 263676 h 918344"/>
              <a:gd name="connsiteX69" fmla="*/ 5252996 w 9517857"/>
              <a:gd name="connsiteY69" fmla="*/ 270643 h 918344"/>
              <a:gd name="connsiteX70" fmla="*/ 5358056 w 9517857"/>
              <a:gd name="connsiteY70" fmla="*/ 247236 h 918344"/>
              <a:gd name="connsiteX71" fmla="*/ 5426496 w 9517857"/>
              <a:gd name="connsiteY71" fmla="*/ 235130 h 918344"/>
              <a:gd name="connsiteX72" fmla="*/ 5497161 w 9517857"/>
              <a:gd name="connsiteY72" fmla="*/ 228796 h 918344"/>
              <a:gd name="connsiteX73" fmla="*/ 5826043 w 9517857"/>
              <a:gd name="connsiteY73" fmla="*/ 148061 h 918344"/>
              <a:gd name="connsiteX74" fmla="*/ 6013415 w 9517857"/>
              <a:gd name="connsiteY74" fmla="*/ 137304 h 918344"/>
              <a:gd name="connsiteX75" fmla="*/ 6080994 w 9517857"/>
              <a:gd name="connsiteY75" fmla="*/ 142926 h 918344"/>
              <a:gd name="connsiteX76" fmla="*/ 6194152 w 9517857"/>
              <a:gd name="connsiteY76" fmla="*/ 151760 h 918344"/>
              <a:gd name="connsiteX77" fmla="*/ 6281379 w 9517857"/>
              <a:gd name="connsiteY77" fmla="*/ 181614 h 918344"/>
              <a:gd name="connsiteX78" fmla="*/ 6374947 w 9517857"/>
              <a:gd name="connsiteY78" fmla="*/ 179787 h 918344"/>
              <a:gd name="connsiteX79" fmla="*/ 6448518 w 9517857"/>
              <a:gd name="connsiteY79" fmla="*/ 164366 h 918344"/>
              <a:gd name="connsiteX80" fmla="*/ 6544700 w 9517857"/>
              <a:gd name="connsiteY80" fmla="*/ 167149 h 918344"/>
              <a:gd name="connsiteX81" fmla="*/ 6648353 w 9517857"/>
              <a:gd name="connsiteY81" fmla="*/ 172238 h 918344"/>
              <a:gd name="connsiteX82" fmla="*/ 6736227 w 9517857"/>
              <a:gd name="connsiteY82" fmla="*/ 173204 h 918344"/>
              <a:gd name="connsiteX83" fmla="*/ 6977218 w 9517857"/>
              <a:gd name="connsiteY83" fmla="*/ 184277 h 918344"/>
              <a:gd name="connsiteX84" fmla="*/ 7065221 w 9517857"/>
              <a:gd name="connsiteY84" fmla="*/ 227519 h 918344"/>
              <a:gd name="connsiteX85" fmla="*/ 7565449 w 9517857"/>
              <a:gd name="connsiteY85" fmla="*/ 258938 h 918344"/>
              <a:gd name="connsiteX86" fmla="*/ 7599285 w 9517857"/>
              <a:gd name="connsiteY86" fmla="*/ 266009 h 918344"/>
              <a:gd name="connsiteX87" fmla="*/ 7644411 w 9517857"/>
              <a:gd name="connsiteY87" fmla="*/ 258974 h 918344"/>
              <a:gd name="connsiteX88" fmla="*/ 7825110 w 9517857"/>
              <a:gd name="connsiteY88" fmla="*/ 229097 h 918344"/>
              <a:gd name="connsiteX89" fmla="*/ 7965804 w 9517857"/>
              <a:gd name="connsiteY89" fmla="*/ 190533 h 918344"/>
              <a:gd name="connsiteX90" fmla="*/ 8147401 w 9517857"/>
              <a:gd name="connsiteY90" fmla="*/ 205605 h 918344"/>
              <a:gd name="connsiteX91" fmla="*/ 8256033 w 9517857"/>
              <a:gd name="connsiteY91" fmla="*/ 193701 h 918344"/>
              <a:gd name="connsiteX92" fmla="*/ 8551625 w 9517857"/>
              <a:gd name="connsiteY92" fmla="*/ 161505 h 918344"/>
              <a:gd name="connsiteX93" fmla="*/ 8715976 w 9517857"/>
              <a:gd name="connsiteY93" fmla="*/ 178362 h 918344"/>
              <a:gd name="connsiteX94" fmla="*/ 8778827 w 9517857"/>
              <a:gd name="connsiteY94" fmla="*/ 172924 h 918344"/>
              <a:gd name="connsiteX95" fmla="*/ 8840778 w 9517857"/>
              <a:gd name="connsiteY95" fmla="*/ 143137 h 918344"/>
              <a:gd name="connsiteX96" fmla="*/ 9010380 w 9517857"/>
              <a:gd name="connsiteY96" fmla="*/ 91879 h 918344"/>
              <a:gd name="connsiteX97" fmla="*/ 9110856 w 9517857"/>
              <a:gd name="connsiteY97" fmla="*/ 70985 h 918344"/>
              <a:gd name="connsiteX98" fmla="*/ 9268817 w 9517857"/>
              <a:gd name="connsiteY98" fmla="*/ 53070 h 918344"/>
              <a:gd name="connsiteX99" fmla="*/ 9316667 w 9517857"/>
              <a:gd name="connsiteY99" fmla="*/ 45035 h 918344"/>
              <a:gd name="connsiteX100" fmla="*/ 9428209 w 9517857"/>
              <a:gd name="connsiteY100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750023 w 9517857"/>
              <a:gd name="connsiteY48" fmla="*/ 370666 h 918344"/>
              <a:gd name="connsiteX49" fmla="*/ 3844133 w 9517857"/>
              <a:gd name="connsiteY49" fmla="*/ 360636 h 918344"/>
              <a:gd name="connsiteX50" fmla="*/ 3913545 w 9517857"/>
              <a:gd name="connsiteY50" fmla="*/ 344223 h 918344"/>
              <a:gd name="connsiteX51" fmla="*/ 4266740 w 9517857"/>
              <a:gd name="connsiteY51" fmla="*/ 361442 h 918344"/>
              <a:gd name="connsiteX52" fmla="*/ 4430770 w 9517857"/>
              <a:gd name="connsiteY52" fmla="*/ 342631 h 918344"/>
              <a:gd name="connsiteX53" fmla="*/ 4512664 w 9517857"/>
              <a:gd name="connsiteY53" fmla="*/ 319936 h 918344"/>
              <a:gd name="connsiteX54" fmla="*/ 4616423 w 9517857"/>
              <a:gd name="connsiteY54" fmla="*/ 290902 h 918344"/>
              <a:gd name="connsiteX55" fmla="*/ 4691675 w 9517857"/>
              <a:gd name="connsiteY55" fmla="*/ 253999 h 918344"/>
              <a:gd name="connsiteX56" fmla="*/ 4689051 w 9517857"/>
              <a:gd name="connsiteY56" fmla="*/ 250956 h 918344"/>
              <a:gd name="connsiteX57" fmla="*/ 4719994 w 9517857"/>
              <a:gd name="connsiteY57" fmla="*/ 245295 h 918344"/>
              <a:gd name="connsiteX58" fmla="*/ 4752894 w 9517857"/>
              <a:gd name="connsiteY58" fmla="*/ 239863 h 918344"/>
              <a:gd name="connsiteX59" fmla="*/ 4769329 w 9517857"/>
              <a:gd name="connsiteY59" fmla="*/ 233573 h 918344"/>
              <a:gd name="connsiteX60" fmla="*/ 4775634 w 9517857"/>
              <a:gd name="connsiteY60" fmla="*/ 234051 h 918344"/>
              <a:gd name="connsiteX61" fmla="*/ 4790452 w 9517857"/>
              <a:gd name="connsiteY61" fmla="*/ 233560 h 918344"/>
              <a:gd name="connsiteX62" fmla="*/ 4789062 w 9517857"/>
              <a:gd name="connsiteY62" fmla="*/ 241912 h 918344"/>
              <a:gd name="connsiteX63" fmla="*/ 4827826 w 9517857"/>
              <a:gd name="connsiteY63" fmla="*/ 246965 h 918344"/>
              <a:gd name="connsiteX64" fmla="*/ 4892569 w 9517857"/>
              <a:gd name="connsiteY64" fmla="*/ 249921 h 918344"/>
              <a:gd name="connsiteX65" fmla="*/ 4896611 w 9517857"/>
              <a:gd name="connsiteY65" fmla="*/ 240436 h 918344"/>
              <a:gd name="connsiteX66" fmla="*/ 4917286 w 9517857"/>
              <a:gd name="connsiteY66" fmla="*/ 243647 h 918344"/>
              <a:gd name="connsiteX67" fmla="*/ 5060397 w 9517857"/>
              <a:gd name="connsiteY67" fmla="*/ 263676 h 918344"/>
              <a:gd name="connsiteX68" fmla="*/ 5252996 w 9517857"/>
              <a:gd name="connsiteY68" fmla="*/ 270643 h 918344"/>
              <a:gd name="connsiteX69" fmla="*/ 5358056 w 9517857"/>
              <a:gd name="connsiteY69" fmla="*/ 247236 h 918344"/>
              <a:gd name="connsiteX70" fmla="*/ 5426496 w 9517857"/>
              <a:gd name="connsiteY70" fmla="*/ 235130 h 918344"/>
              <a:gd name="connsiteX71" fmla="*/ 5497161 w 9517857"/>
              <a:gd name="connsiteY71" fmla="*/ 228796 h 918344"/>
              <a:gd name="connsiteX72" fmla="*/ 5826043 w 9517857"/>
              <a:gd name="connsiteY72" fmla="*/ 148061 h 918344"/>
              <a:gd name="connsiteX73" fmla="*/ 6013415 w 9517857"/>
              <a:gd name="connsiteY73" fmla="*/ 137304 h 918344"/>
              <a:gd name="connsiteX74" fmla="*/ 6080994 w 9517857"/>
              <a:gd name="connsiteY74" fmla="*/ 142926 h 918344"/>
              <a:gd name="connsiteX75" fmla="*/ 6194152 w 9517857"/>
              <a:gd name="connsiteY75" fmla="*/ 151760 h 918344"/>
              <a:gd name="connsiteX76" fmla="*/ 6281379 w 9517857"/>
              <a:gd name="connsiteY76" fmla="*/ 181614 h 918344"/>
              <a:gd name="connsiteX77" fmla="*/ 6374947 w 9517857"/>
              <a:gd name="connsiteY77" fmla="*/ 179787 h 918344"/>
              <a:gd name="connsiteX78" fmla="*/ 6448518 w 9517857"/>
              <a:gd name="connsiteY78" fmla="*/ 164366 h 918344"/>
              <a:gd name="connsiteX79" fmla="*/ 6544700 w 9517857"/>
              <a:gd name="connsiteY79" fmla="*/ 167149 h 918344"/>
              <a:gd name="connsiteX80" fmla="*/ 6648353 w 9517857"/>
              <a:gd name="connsiteY80" fmla="*/ 172238 h 918344"/>
              <a:gd name="connsiteX81" fmla="*/ 6736227 w 9517857"/>
              <a:gd name="connsiteY81" fmla="*/ 173204 h 918344"/>
              <a:gd name="connsiteX82" fmla="*/ 6977218 w 9517857"/>
              <a:gd name="connsiteY82" fmla="*/ 184277 h 918344"/>
              <a:gd name="connsiteX83" fmla="*/ 7065221 w 9517857"/>
              <a:gd name="connsiteY83" fmla="*/ 227519 h 918344"/>
              <a:gd name="connsiteX84" fmla="*/ 7565449 w 9517857"/>
              <a:gd name="connsiteY84" fmla="*/ 258938 h 918344"/>
              <a:gd name="connsiteX85" fmla="*/ 7599285 w 9517857"/>
              <a:gd name="connsiteY85" fmla="*/ 266009 h 918344"/>
              <a:gd name="connsiteX86" fmla="*/ 7644411 w 9517857"/>
              <a:gd name="connsiteY86" fmla="*/ 258974 h 918344"/>
              <a:gd name="connsiteX87" fmla="*/ 7825110 w 9517857"/>
              <a:gd name="connsiteY87" fmla="*/ 229097 h 918344"/>
              <a:gd name="connsiteX88" fmla="*/ 7965804 w 9517857"/>
              <a:gd name="connsiteY88" fmla="*/ 190533 h 918344"/>
              <a:gd name="connsiteX89" fmla="*/ 8147401 w 9517857"/>
              <a:gd name="connsiteY89" fmla="*/ 205605 h 918344"/>
              <a:gd name="connsiteX90" fmla="*/ 8256033 w 9517857"/>
              <a:gd name="connsiteY90" fmla="*/ 193701 h 918344"/>
              <a:gd name="connsiteX91" fmla="*/ 8551625 w 9517857"/>
              <a:gd name="connsiteY91" fmla="*/ 161505 h 918344"/>
              <a:gd name="connsiteX92" fmla="*/ 8715976 w 9517857"/>
              <a:gd name="connsiteY92" fmla="*/ 178362 h 918344"/>
              <a:gd name="connsiteX93" fmla="*/ 8778827 w 9517857"/>
              <a:gd name="connsiteY93" fmla="*/ 172924 h 918344"/>
              <a:gd name="connsiteX94" fmla="*/ 8840778 w 9517857"/>
              <a:gd name="connsiteY94" fmla="*/ 143137 h 918344"/>
              <a:gd name="connsiteX95" fmla="*/ 9010380 w 9517857"/>
              <a:gd name="connsiteY95" fmla="*/ 91879 h 918344"/>
              <a:gd name="connsiteX96" fmla="*/ 9110856 w 9517857"/>
              <a:gd name="connsiteY96" fmla="*/ 70985 h 918344"/>
              <a:gd name="connsiteX97" fmla="*/ 9268817 w 9517857"/>
              <a:gd name="connsiteY97" fmla="*/ 53070 h 918344"/>
              <a:gd name="connsiteX98" fmla="*/ 9316667 w 9517857"/>
              <a:gd name="connsiteY98" fmla="*/ 45035 h 918344"/>
              <a:gd name="connsiteX99" fmla="*/ 9428209 w 9517857"/>
              <a:gd name="connsiteY99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750023 w 9517857"/>
              <a:gd name="connsiteY48" fmla="*/ 370666 h 918344"/>
              <a:gd name="connsiteX49" fmla="*/ 3844133 w 9517857"/>
              <a:gd name="connsiteY49" fmla="*/ 360636 h 918344"/>
              <a:gd name="connsiteX50" fmla="*/ 3913545 w 9517857"/>
              <a:gd name="connsiteY50" fmla="*/ 344223 h 918344"/>
              <a:gd name="connsiteX51" fmla="*/ 4266740 w 9517857"/>
              <a:gd name="connsiteY51" fmla="*/ 361442 h 918344"/>
              <a:gd name="connsiteX52" fmla="*/ 4430770 w 9517857"/>
              <a:gd name="connsiteY52" fmla="*/ 342631 h 918344"/>
              <a:gd name="connsiteX53" fmla="*/ 4512664 w 9517857"/>
              <a:gd name="connsiteY53" fmla="*/ 319936 h 918344"/>
              <a:gd name="connsiteX54" fmla="*/ 4616423 w 9517857"/>
              <a:gd name="connsiteY54" fmla="*/ 290902 h 918344"/>
              <a:gd name="connsiteX55" fmla="*/ 4691675 w 9517857"/>
              <a:gd name="connsiteY55" fmla="*/ 253999 h 918344"/>
              <a:gd name="connsiteX56" fmla="*/ 4689051 w 9517857"/>
              <a:gd name="connsiteY56" fmla="*/ 250956 h 918344"/>
              <a:gd name="connsiteX57" fmla="*/ 4719994 w 9517857"/>
              <a:gd name="connsiteY57" fmla="*/ 245295 h 918344"/>
              <a:gd name="connsiteX58" fmla="*/ 4752894 w 9517857"/>
              <a:gd name="connsiteY58" fmla="*/ 239863 h 918344"/>
              <a:gd name="connsiteX59" fmla="*/ 4769329 w 9517857"/>
              <a:gd name="connsiteY59" fmla="*/ 233573 h 918344"/>
              <a:gd name="connsiteX60" fmla="*/ 4775634 w 9517857"/>
              <a:gd name="connsiteY60" fmla="*/ 234051 h 918344"/>
              <a:gd name="connsiteX61" fmla="*/ 4790452 w 9517857"/>
              <a:gd name="connsiteY61" fmla="*/ 233560 h 918344"/>
              <a:gd name="connsiteX62" fmla="*/ 4789062 w 9517857"/>
              <a:gd name="connsiteY62" fmla="*/ 241912 h 918344"/>
              <a:gd name="connsiteX63" fmla="*/ 4827826 w 9517857"/>
              <a:gd name="connsiteY63" fmla="*/ 246965 h 918344"/>
              <a:gd name="connsiteX64" fmla="*/ 4892569 w 9517857"/>
              <a:gd name="connsiteY64" fmla="*/ 249921 h 918344"/>
              <a:gd name="connsiteX65" fmla="*/ 4896611 w 9517857"/>
              <a:gd name="connsiteY65" fmla="*/ 240436 h 918344"/>
              <a:gd name="connsiteX66" fmla="*/ 4917286 w 9517857"/>
              <a:gd name="connsiteY66" fmla="*/ 243647 h 918344"/>
              <a:gd name="connsiteX67" fmla="*/ 5060397 w 9517857"/>
              <a:gd name="connsiteY67" fmla="*/ 263676 h 918344"/>
              <a:gd name="connsiteX68" fmla="*/ 5252996 w 9517857"/>
              <a:gd name="connsiteY68" fmla="*/ 270643 h 918344"/>
              <a:gd name="connsiteX69" fmla="*/ 5358056 w 9517857"/>
              <a:gd name="connsiteY69" fmla="*/ 247236 h 918344"/>
              <a:gd name="connsiteX70" fmla="*/ 5426496 w 9517857"/>
              <a:gd name="connsiteY70" fmla="*/ 235130 h 918344"/>
              <a:gd name="connsiteX71" fmla="*/ 5497161 w 9517857"/>
              <a:gd name="connsiteY71" fmla="*/ 228796 h 918344"/>
              <a:gd name="connsiteX72" fmla="*/ 6013415 w 9517857"/>
              <a:gd name="connsiteY72" fmla="*/ 137304 h 918344"/>
              <a:gd name="connsiteX73" fmla="*/ 6080994 w 9517857"/>
              <a:gd name="connsiteY73" fmla="*/ 142926 h 918344"/>
              <a:gd name="connsiteX74" fmla="*/ 6194152 w 9517857"/>
              <a:gd name="connsiteY74" fmla="*/ 151760 h 918344"/>
              <a:gd name="connsiteX75" fmla="*/ 6281379 w 9517857"/>
              <a:gd name="connsiteY75" fmla="*/ 181614 h 918344"/>
              <a:gd name="connsiteX76" fmla="*/ 6374947 w 9517857"/>
              <a:gd name="connsiteY76" fmla="*/ 179787 h 918344"/>
              <a:gd name="connsiteX77" fmla="*/ 6448518 w 9517857"/>
              <a:gd name="connsiteY77" fmla="*/ 164366 h 918344"/>
              <a:gd name="connsiteX78" fmla="*/ 6544700 w 9517857"/>
              <a:gd name="connsiteY78" fmla="*/ 167149 h 918344"/>
              <a:gd name="connsiteX79" fmla="*/ 6648353 w 9517857"/>
              <a:gd name="connsiteY79" fmla="*/ 172238 h 918344"/>
              <a:gd name="connsiteX80" fmla="*/ 6736227 w 9517857"/>
              <a:gd name="connsiteY80" fmla="*/ 173204 h 918344"/>
              <a:gd name="connsiteX81" fmla="*/ 6977218 w 9517857"/>
              <a:gd name="connsiteY81" fmla="*/ 184277 h 918344"/>
              <a:gd name="connsiteX82" fmla="*/ 7065221 w 9517857"/>
              <a:gd name="connsiteY82" fmla="*/ 227519 h 918344"/>
              <a:gd name="connsiteX83" fmla="*/ 7565449 w 9517857"/>
              <a:gd name="connsiteY83" fmla="*/ 258938 h 918344"/>
              <a:gd name="connsiteX84" fmla="*/ 7599285 w 9517857"/>
              <a:gd name="connsiteY84" fmla="*/ 266009 h 918344"/>
              <a:gd name="connsiteX85" fmla="*/ 7644411 w 9517857"/>
              <a:gd name="connsiteY85" fmla="*/ 258974 h 918344"/>
              <a:gd name="connsiteX86" fmla="*/ 7825110 w 9517857"/>
              <a:gd name="connsiteY86" fmla="*/ 229097 h 918344"/>
              <a:gd name="connsiteX87" fmla="*/ 7965804 w 9517857"/>
              <a:gd name="connsiteY87" fmla="*/ 190533 h 918344"/>
              <a:gd name="connsiteX88" fmla="*/ 8147401 w 9517857"/>
              <a:gd name="connsiteY88" fmla="*/ 205605 h 918344"/>
              <a:gd name="connsiteX89" fmla="*/ 8256033 w 9517857"/>
              <a:gd name="connsiteY89" fmla="*/ 193701 h 918344"/>
              <a:gd name="connsiteX90" fmla="*/ 8551625 w 9517857"/>
              <a:gd name="connsiteY90" fmla="*/ 161505 h 918344"/>
              <a:gd name="connsiteX91" fmla="*/ 8715976 w 9517857"/>
              <a:gd name="connsiteY91" fmla="*/ 178362 h 918344"/>
              <a:gd name="connsiteX92" fmla="*/ 8778827 w 9517857"/>
              <a:gd name="connsiteY92" fmla="*/ 172924 h 918344"/>
              <a:gd name="connsiteX93" fmla="*/ 8840778 w 9517857"/>
              <a:gd name="connsiteY93" fmla="*/ 143137 h 918344"/>
              <a:gd name="connsiteX94" fmla="*/ 9010380 w 9517857"/>
              <a:gd name="connsiteY94" fmla="*/ 91879 h 918344"/>
              <a:gd name="connsiteX95" fmla="*/ 9110856 w 9517857"/>
              <a:gd name="connsiteY95" fmla="*/ 70985 h 918344"/>
              <a:gd name="connsiteX96" fmla="*/ 9268817 w 9517857"/>
              <a:gd name="connsiteY96" fmla="*/ 53070 h 918344"/>
              <a:gd name="connsiteX97" fmla="*/ 9316667 w 9517857"/>
              <a:gd name="connsiteY97" fmla="*/ 45035 h 918344"/>
              <a:gd name="connsiteX98" fmla="*/ 9428209 w 9517857"/>
              <a:gd name="connsiteY98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750023 w 9517857"/>
              <a:gd name="connsiteY48" fmla="*/ 370666 h 918344"/>
              <a:gd name="connsiteX49" fmla="*/ 3844133 w 9517857"/>
              <a:gd name="connsiteY49" fmla="*/ 360636 h 918344"/>
              <a:gd name="connsiteX50" fmla="*/ 3913545 w 9517857"/>
              <a:gd name="connsiteY50" fmla="*/ 344223 h 918344"/>
              <a:gd name="connsiteX51" fmla="*/ 4266740 w 9517857"/>
              <a:gd name="connsiteY51" fmla="*/ 361442 h 918344"/>
              <a:gd name="connsiteX52" fmla="*/ 4430770 w 9517857"/>
              <a:gd name="connsiteY52" fmla="*/ 342631 h 918344"/>
              <a:gd name="connsiteX53" fmla="*/ 4512664 w 9517857"/>
              <a:gd name="connsiteY53" fmla="*/ 319936 h 918344"/>
              <a:gd name="connsiteX54" fmla="*/ 4616423 w 9517857"/>
              <a:gd name="connsiteY54" fmla="*/ 290902 h 918344"/>
              <a:gd name="connsiteX55" fmla="*/ 4691675 w 9517857"/>
              <a:gd name="connsiteY55" fmla="*/ 253999 h 918344"/>
              <a:gd name="connsiteX56" fmla="*/ 4689051 w 9517857"/>
              <a:gd name="connsiteY56" fmla="*/ 250956 h 918344"/>
              <a:gd name="connsiteX57" fmla="*/ 4719994 w 9517857"/>
              <a:gd name="connsiteY57" fmla="*/ 245295 h 918344"/>
              <a:gd name="connsiteX58" fmla="*/ 4752894 w 9517857"/>
              <a:gd name="connsiteY58" fmla="*/ 239863 h 918344"/>
              <a:gd name="connsiteX59" fmla="*/ 4769329 w 9517857"/>
              <a:gd name="connsiteY59" fmla="*/ 233573 h 918344"/>
              <a:gd name="connsiteX60" fmla="*/ 4775634 w 9517857"/>
              <a:gd name="connsiteY60" fmla="*/ 234051 h 918344"/>
              <a:gd name="connsiteX61" fmla="*/ 4790452 w 9517857"/>
              <a:gd name="connsiteY61" fmla="*/ 233560 h 918344"/>
              <a:gd name="connsiteX62" fmla="*/ 4789062 w 9517857"/>
              <a:gd name="connsiteY62" fmla="*/ 241912 h 918344"/>
              <a:gd name="connsiteX63" fmla="*/ 4827826 w 9517857"/>
              <a:gd name="connsiteY63" fmla="*/ 246965 h 918344"/>
              <a:gd name="connsiteX64" fmla="*/ 4892569 w 9517857"/>
              <a:gd name="connsiteY64" fmla="*/ 249921 h 918344"/>
              <a:gd name="connsiteX65" fmla="*/ 4896611 w 9517857"/>
              <a:gd name="connsiteY65" fmla="*/ 240436 h 918344"/>
              <a:gd name="connsiteX66" fmla="*/ 4917286 w 9517857"/>
              <a:gd name="connsiteY66" fmla="*/ 243647 h 918344"/>
              <a:gd name="connsiteX67" fmla="*/ 5060397 w 9517857"/>
              <a:gd name="connsiteY67" fmla="*/ 263676 h 918344"/>
              <a:gd name="connsiteX68" fmla="*/ 5252996 w 9517857"/>
              <a:gd name="connsiteY68" fmla="*/ 270643 h 918344"/>
              <a:gd name="connsiteX69" fmla="*/ 5358056 w 9517857"/>
              <a:gd name="connsiteY69" fmla="*/ 247236 h 918344"/>
              <a:gd name="connsiteX70" fmla="*/ 5426496 w 9517857"/>
              <a:gd name="connsiteY70" fmla="*/ 235130 h 918344"/>
              <a:gd name="connsiteX71" fmla="*/ 5497161 w 9517857"/>
              <a:gd name="connsiteY71" fmla="*/ 228796 h 918344"/>
              <a:gd name="connsiteX72" fmla="*/ 5856152 w 9517857"/>
              <a:gd name="connsiteY72" fmla="*/ 156354 h 918344"/>
              <a:gd name="connsiteX73" fmla="*/ 6080994 w 9517857"/>
              <a:gd name="connsiteY73" fmla="*/ 142926 h 918344"/>
              <a:gd name="connsiteX74" fmla="*/ 6194152 w 9517857"/>
              <a:gd name="connsiteY74" fmla="*/ 151760 h 918344"/>
              <a:gd name="connsiteX75" fmla="*/ 6281379 w 9517857"/>
              <a:gd name="connsiteY75" fmla="*/ 181614 h 918344"/>
              <a:gd name="connsiteX76" fmla="*/ 6374947 w 9517857"/>
              <a:gd name="connsiteY76" fmla="*/ 179787 h 918344"/>
              <a:gd name="connsiteX77" fmla="*/ 6448518 w 9517857"/>
              <a:gd name="connsiteY77" fmla="*/ 164366 h 918344"/>
              <a:gd name="connsiteX78" fmla="*/ 6544700 w 9517857"/>
              <a:gd name="connsiteY78" fmla="*/ 167149 h 918344"/>
              <a:gd name="connsiteX79" fmla="*/ 6648353 w 9517857"/>
              <a:gd name="connsiteY79" fmla="*/ 172238 h 918344"/>
              <a:gd name="connsiteX80" fmla="*/ 6736227 w 9517857"/>
              <a:gd name="connsiteY80" fmla="*/ 173204 h 918344"/>
              <a:gd name="connsiteX81" fmla="*/ 6977218 w 9517857"/>
              <a:gd name="connsiteY81" fmla="*/ 184277 h 918344"/>
              <a:gd name="connsiteX82" fmla="*/ 7065221 w 9517857"/>
              <a:gd name="connsiteY82" fmla="*/ 227519 h 918344"/>
              <a:gd name="connsiteX83" fmla="*/ 7565449 w 9517857"/>
              <a:gd name="connsiteY83" fmla="*/ 258938 h 918344"/>
              <a:gd name="connsiteX84" fmla="*/ 7599285 w 9517857"/>
              <a:gd name="connsiteY84" fmla="*/ 266009 h 918344"/>
              <a:gd name="connsiteX85" fmla="*/ 7644411 w 9517857"/>
              <a:gd name="connsiteY85" fmla="*/ 258974 h 918344"/>
              <a:gd name="connsiteX86" fmla="*/ 7825110 w 9517857"/>
              <a:gd name="connsiteY86" fmla="*/ 229097 h 918344"/>
              <a:gd name="connsiteX87" fmla="*/ 7965804 w 9517857"/>
              <a:gd name="connsiteY87" fmla="*/ 190533 h 918344"/>
              <a:gd name="connsiteX88" fmla="*/ 8147401 w 9517857"/>
              <a:gd name="connsiteY88" fmla="*/ 205605 h 918344"/>
              <a:gd name="connsiteX89" fmla="*/ 8256033 w 9517857"/>
              <a:gd name="connsiteY89" fmla="*/ 193701 h 918344"/>
              <a:gd name="connsiteX90" fmla="*/ 8551625 w 9517857"/>
              <a:gd name="connsiteY90" fmla="*/ 161505 h 918344"/>
              <a:gd name="connsiteX91" fmla="*/ 8715976 w 9517857"/>
              <a:gd name="connsiteY91" fmla="*/ 178362 h 918344"/>
              <a:gd name="connsiteX92" fmla="*/ 8778827 w 9517857"/>
              <a:gd name="connsiteY92" fmla="*/ 172924 h 918344"/>
              <a:gd name="connsiteX93" fmla="*/ 8840778 w 9517857"/>
              <a:gd name="connsiteY93" fmla="*/ 143137 h 918344"/>
              <a:gd name="connsiteX94" fmla="*/ 9010380 w 9517857"/>
              <a:gd name="connsiteY94" fmla="*/ 91879 h 918344"/>
              <a:gd name="connsiteX95" fmla="*/ 9110856 w 9517857"/>
              <a:gd name="connsiteY95" fmla="*/ 70985 h 918344"/>
              <a:gd name="connsiteX96" fmla="*/ 9268817 w 9517857"/>
              <a:gd name="connsiteY96" fmla="*/ 53070 h 918344"/>
              <a:gd name="connsiteX97" fmla="*/ 9316667 w 9517857"/>
              <a:gd name="connsiteY97" fmla="*/ 45035 h 918344"/>
              <a:gd name="connsiteX98" fmla="*/ 9428209 w 9517857"/>
              <a:gd name="connsiteY98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750023 w 9517857"/>
              <a:gd name="connsiteY48" fmla="*/ 370666 h 918344"/>
              <a:gd name="connsiteX49" fmla="*/ 3844133 w 9517857"/>
              <a:gd name="connsiteY49" fmla="*/ 360636 h 918344"/>
              <a:gd name="connsiteX50" fmla="*/ 3913545 w 9517857"/>
              <a:gd name="connsiteY50" fmla="*/ 344223 h 918344"/>
              <a:gd name="connsiteX51" fmla="*/ 4266740 w 9517857"/>
              <a:gd name="connsiteY51" fmla="*/ 361442 h 918344"/>
              <a:gd name="connsiteX52" fmla="*/ 4430770 w 9517857"/>
              <a:gd name="connsiteY52" fmla="*/ 342631 h 918344"/>
              <a:gd name="connsiteX53" fmla="*/ 4512664 w 9517857"/>
              <a:gd name="connsiteY53" fmla="*/ 319936 h 918344"/>
              <a:gd name="connsiteX54" fmla="*/ 4616423 w 9517857"/>
              <a:gd name="connsiteY54" fmla="*/ 290902 h 918344"/>
              <a:gd name="connsiteX55" fmla="*/ 4691675 w 9517857"/>
              <a:gd name="connsiteY55" fmla="*/ 253999 h 918344"/>
              <a:gd name="connsiteX56" fmla="*/ 4689051 w 9517857"/>
              <a:gd name="connsiteY56" fmla="*/ 250956 h 918344"/>
              <a:gd name="connsiteX57" fmla="*/ 4719994 w 9517857"/>
              <a:gd name="connsiteY57" fmla="*/ 245295 h 918344"/>
              <a:gd name="connsiteX58" fmla="*/ 4752894 w 9517857"/>
              <a:gd name="connsiteY58" fmla="*/ 239863 h 918344"/>
              <a:gd name="connsiteX59" fmla="*/ 4769329 w 9517857"/>
              <a:gd name="connsiteY59" fmla="*/ 233573 h 918344"/>
              <a:gd name="connsiteX60" fmla="*/ 4775634 w 9517857"/>
              <a:gd name="connsiteY60" fmla="*/ 234051 h 918344"/>
              <a:gd name="connsiteX61" fmla="*/ 4790452 w 9517857"/>
              <a:gd name="connsiteY61" fmla="*/ 233560 h 918344"/>
              <a:gd name="connsiteX62" fmla="*/ 4789062 w 9517857"/>
              <a:gd name="connsiteY62" fmla="*/ 241912 h 918344"/>
              <a:gd name="connsiteX63" fmla="*/ 4827826 w 9517857"/>
              <a:gd name="connsiteY63" fmla="*/ 246965 h 918344"/>
              <a:gd name="connsiteX64" fmla="*/ 4892569 w 9517857"/>
              <a:gd name="connsiteY64" fmla="*/ 249921 h 918344"/>
              <a:gd name="connsiteX65" fmla="*/ 4896611 w 9517857"/>
              <a:gd name="connsiteY65" fmla="*/ 240436 h 918344"/>
              <a:gd name="connsiteX66" fmla="*/ 4917286 w 9517857"/>
              <a:gd name="connsiteY66" fmla="*/ 243647 h 918344"/>
              <a:gd name="connsiteX67" fmla="*/ 5060397 w 9517857"/>
              <a:gd name="connsiteY67" fmla="*/ 263676 h 918344"/>
              <a:gd name="connsiteX68" fmla="*/ 5252996 w 9517857"/>
              <a:gd name="connsiteY68" fmla="*/ 270643 h 918344"/>
              <a:gd name="connsiteX69" fmla="*/ 5358056 w 9517857"/>
              <a:gd name="connsiteY69" fmla="*/ 247236 h 918344"/>
              <a:gd name="connsiteX70" fmla="*/ 5426496 w 9517857"/>
              <a:gd name="connsiteY70" fmla="*/ 235130 h 918344"/>
              <a:gd name="connsiteX71" fmla="*/ 5497161 w 9517857"/>
              <a:gd name="connsiteY71" fmla="*/ 228796 h 918344"/>
              <a:gd name="connsiteX72" fmla="*/ 5856152 w 9517857"/>
              <a:gd name="connsiteY72" fmla="*/ 156354 h 918344"/>
              <a:gd name="connsiteX73" fmla="*/ 6014778 w 9517857"/>
              <a:gd name="connsiteY73" fmla="*/ 168326 h 918344"/>
              <a:gd name="connsiteX74" fmla="*/ 6194152 w 9517857"/>
              <a:gd name="connsiteY74" fmla="*/ 151760 h 918344"/>
              <a:gd name="connsiteX75" fmla="*/ 6281379 w 9517857"/>
              <a:gd name="connsiteY75" fmla="*/ 181614 h 918344"/>
              <a:gd name="connsiteX76" fmla="*/ 6374947 w 9517857"/>
              <a:gd name="connsiteY76" fmla="*/ 179787 h 918344"/>
              <a:gd name="connsiteX77" fmla="*/ 6448518 w 9517857"/>
              <a:gd name="connsiteY77" fmla="*/ 164366 h 918344"/>
              <a:gd name="connsiteX78" fmla="*/ 6544700 w 9517857"/>
              <a:gd name="connsiteY78" fmla="*/ 167149 h 918344"/>
              <a:gd name="connsiteX79" fmla="*/ 6648353 w 9517857"/>
              <a:gd name="connsiteY79" fmla="*/ 172238 h 918344"/>
              <a:gd name="connsiteX80" fmla="*/ 6736227 w 9517857"/>
              <a:gd name="connsiteY80" fmla="*/ 173204 h 918344"/>
              <a:gd name="connsiteX81" fmla="*/ 6977218 w 9517857"/>
              <a:gd name="connsiteY81" fmla="*/ 184277 h 918344"/>
              <a:gd name="connsiteX82" fmla="*/ 7065221 w 9517857"/>
              <a:gd name="connsiteY82" fmla="*/ 227519 h 918344"/>
              <a:gd name="connsiteX83" fmla="*/ 7565449 w 9517857"/>
              <a:gd name="connsiteY83" fmla="*/ 258938 h 918344"/>
              <a:gd name="connsiteX84" fmla="*/ 7599285 w 9517857"/>
              <a:gd name="connsiteY84" fmla="*/ 266009 h 918344"/>
              <a:gd name="connsiteX85" fmla="*/ 7644411 w 9517857"/>
              <a:gd name="connsiteY85" fmla="*/ 258974 h 918344"/>
              <a:gd name="connsiteX86" fmla="*/ 7825110 w 9517857"/>
              <a:gd name="connsiteY86" fmla="*/ 229097 h 918344"/>
              <a:gd name="connsiteX87" fmla="*/ 7965804 w 9517857"/>
              <a:gd name="connsiteY87" fmla="*/ 190533 h 918344"/>
              <a:gd name="connsiteX88" fmla="*/ 8147401 w 9517857"/>
              <a:gd name="connsiteY88" fmla="*/ 205605 h 918344"/>
              <a:gd name="connsiteX89" fmla="*/ 8256033 w 9517857"/>
              <a:gd name="connsiteY89" fmla="*/ 193701 h 918344"/>
              <a:gd name="connsiteX90" fmla="*/ 8551625 w 9517857"/>
              <a:gd name="connsiteY90" fmla="*/ 161505 h 918344"/>
              <a:gd name="connsiteX91" fmla="*/ 8715976 w 9517857"/>
              <a:gd name="connsiteY91" fmla="*/ 178362 h 918344"/>
              <a:gd name="connsiteX92" fmla="*/ 8778827 w 9517857"/>
              <a:gd name="connsiteY92" fmla="*/ 172924 h 918344"/>
              <a:gd name="connsiteX93" fmla="*/ 8840778 w 9517857"/>
              <a:gd name="connsiteY93" fmla="*/ 143137 h 918344"/>
              <a:gd name="connsiteX94" fmla="*/ 9010380 w 9517857"/>
              <a:gd name="connsiteY94" fmla="*/ 91879 h 918344"/>
              <a:gd name="connsiteX95" fmla="*/ 9110856 w 9517857"/>
              <a:gd name="connsiteY95" fmla="*/ 70985 h 918344"/>
              <a:gd name="connsiteX96" fmla="*/ 9268817 w 9517857"/>
              <a:gd name="connsiteY96" fmla="*/ 53070 h 918344"/>
              <a:gd name="connsiteX97" fmla="*/ 9316667 w 9517857"/>
              <a:gd name="connsiteY97" fmla="*/ 45035 h 918344"/>
              <a:gd name="connsiteX98" fmla="*/ 9428209 w 9517857"/>
              <a:gd name="connsiteY98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750023 w 9517857"/>
              <a:gd name="connsiteY48" fmla="*/ 370666 h 918344"/>
              <a:gd name="connsiteX49" fmla="*/ 3844133 w 9517857"/>
              <a:gd name="connsiteY49" fmla="*/ 360636 h 918344"/>
              <a:gd name="connsiteX50" fmla="*/ 3913545 w 9517857"/>
              <a:gd name="connsiteY50" fmla="*/ 344223 h 918344"/>
              <a:gd name="connsiteX51" fmla="*/ 4266740 w 9517857"/>
              <a:gd name="connsiteY51" fmla="*/ 361442 h 918344"/>
              <a:gd name="connsiteX52" fmla="*/ 4430770 w 9517857"/>
              <a:gd name="connsiteY52" fmla="*/ 342631 h 918344"/>
              <a:gd name="connsiteX53" fmla="*/ 4512664 w 9517857"/>
              <a:gd name="connsiteY53" fmla="*/ 319936 h 918344"/>
              <a:gd name="connsiteX54" fmla="*/ 4616423 w 9517857"/>
              <a:gd name="connsiteY54" fmla="*/ 290902 h 918344"/>
              <a:gd name="connsiteX55" fmla="*/ 4691675 w 9517857"/>
              <a:gd name="connsiteY55" fmla="*/ 253999 h 918344"/>
              <a:gd name="connsiteX56" fmla="*/ 4689051 w 9517857"/>
              <a:gd name="connsiteY56" fmla="*/ 250956 h 918344"/>
              <a:gd name="connsiteX57" fmla="*/ 4719994 w 9517857"/>
              <a:gd name="connsiteY57" fmla="*/ 245295 h 918344"/>
              <a:gd name="connsiteX58" fmla="*/ 4752894 w 9517857"/>
              <a:gd name="connsiteY58" fmla="*/ 239863 h 918344"/>
              <a:gd name="connsiteX59" fmla="*/ 4769329 w 9517857"/>
              <a:gd name="connsiteY59" fmla="*/ 233573 h 918344"/>
              <a:gd name="connsiteX60" fmla="*/ 4775634 w 9517857"/>
              <a:gd name="connsiteY60" fmla="*/ 234051 h 918344"/>
              <a:gd name="connsiteX61" fmla="*/ 4790452 w 9517857"/>
              <a:gd name="connsiteY61" fmla="*/ 233560 h 918344"/>
              <a:gd name="connsiteX62" fmla="*/ 4789062 w 9517857"/>
              <a:gd name="connsiteY62" fmla="*/ 241912 h 918344"/>
              <a:gd name="connsiteX63" fmla="*/ 4827826 w 9517857"/>
              <a:gd name="connsiteY63" fmla="*/ 246965 h 918344"/>
              <a:gd name="connsiteX64" fmla="*/ 4892569 w 9517857"/>
              <a:gd name="connsiteY64" fmla="*/ 249921 h 918344"/>
              <a:gd name="connsiteX65" fmla="*/ 4896611 w 9517857"/>
              <a:gd name="connsiteY65" fmla="*/ 240436 h 918344"/>
              <a:gd name="connsiteX66" fmla="*/ 4917286 w 9517857"/>
              <a:gd name="connsiteY66" fmla="*/ 243647 h 918344"/>
              <a:gd name="connsiteX67" fmla="*/ 5060397 w 9517857"/>
              <a:gd name="connsiteY67" fmla="*/ 263676 h 918344"/>
              <a:gd name="connsiteX68" fmla="*/ 5252996 w 9517857"/>
              <a:gd name="connsiteY68" fmla="*/ 270643 h 918344"/>
              <a:gd name="connsiteX69" fmla="*/ 5358056 w 9517857"/>
              <a:gd name="connsiteY69" fmla="*/ 247236 h 918344"/>
              <a:gd name="connsiteX70" fmla="*/ 5426496 w 9517857"/>
              <a:gd name="connsiteY70" fmla="*/ 235130 h 918344"/>
              <a:gd name="connsiteX71" fmla="*/ 5497161 w 9517857"/>
              <a:gd name="connsiteY71" fmla="*/ 228796 h 918344"/>
              <a:gd name="connsiteX72" fmla="*/ 5856152 w 9517857"/>
              <a:gd name="connsiteY72" fmla="*/ 156354 h 918344"/>
              <a:gd name="connsiteX73" fmla="*/ 6014778 w 9517857"/>
              <a:gd name="connsiteY73" fmla="*/ 168326 h 918344"/>
              <a:gd name="connsiteX74" fmla="*/ 6194152 w 9517857"/>
              <a:gd name="connsiteY74" fmla="*/ 151760 h 918344"/>
              <a:gd name="connsiteX75" fmla="*/ 6281379 w 9517857"/>
              <a:gd name="connsiteY75" fmla="*/ 181614 h 918344"/>
              <a:gd name="connsiteX76" fmla="*/ 6374947 w 9517857"/>
              <a:gd name="connsiteY76" fmla="*/ 179787 h 918344"/>
              <a:gd name="connsiteX77" fmla="*/ 6448518 w 9517857"/>
              <a:gd name="connsiteY77" fmla="*/ 164366 h 918344"/>
              <a:gd name="connsiteX78" fmla="*/ 6544700 w 9517857"/>
              <a:gd name="connsiteY78" fmla="*/ 167149 h 918344"/>
              <a:gd name="connsiteX79" fmla="*/ 6648353 w 9517857"/>
              <a:gd name="connsiteY79" fmla="*/ 172238 h 918344"/>
              <a:gd name="connsiteX80" fmla="*/ 6736227 w 9517857"/>
              <a:gd name="connsiteY80" fmla="*/ 173204 h 918344"/>
              <a:gd name="connsiteX81" fmla="*/ 6977218 w 9517857"/>
              <a:gd name="connsiteY81" fmla="*/ 184277 h 918344"/>
              <a:gd name="connsiteX82" fmla="*/ 7065221 w 9517857"/>
              <a:gd name="connsiteY82" fmla="*/ 227519 h 918344"/>
              <a:gd name="connsiteX83" fmla="*/ 7565449 w 9517857"/>
              <a:gd name="connsiteY83" fmla="*/ 258938 h 918344"/>
              <a:gd name="connsiteX84" fmla="*/ 7350974 w 9517857"/>
              <a:gd name="connsiteY84" fmla="*/ 380309 h 918344"/>
              <a:gd name="connsiteX85" fmla="*/ 7644411 w 9517857"/>
              <a:gd name="connsiteY85" fmla="*/ 258974 h 918344"/>
              <a:gd name="connsiteX86" fmla="*/ 7825110 w 9517857"/>
              <a:gd name="connsiteY86" fmla="*/ 229097 h 918344"/>
              <a:gd name="connsiteX87" fmla="*/ 7965804 w 9517857"/>
              <a:gd name="connsiteY87" fmla="*/ 190533 h 918344"/>
              <a:gd name="connsiteX88" fmla="*/ 8147401 w 9517857"/>
              <a:gd name="connsiteY88" fmla="*/ 205605 h 918344"/>
              <a:gd name="connsiteX89" fmla="*/ 8256033 w 9517857"/>
              <a:gd name="connsiteY89" fmla="*/ 193701 h 918344"/>
              <a:gd name="connsiteX90" fmla="*/ 8551625 w 9517857"/>
              <a:gd name="connsiteY90" fmla="*/ 161505 h 918344"/>
              <a:gd name="connsiteX91" fmla="*/ 8715976 w 9517857"/>
              <a:gd name="connsiteY91" fmla="*/ 178362 h 918344"/>
              <a:gd name="connsiteX92" fmla="*/ 8778827 w 9517857"/>
              <a:gd name="connsiteY92" fmla="*/ 172924 h 918344"/>
              <a:gd name="connsiteX93" fmla="*/ 8840778 w 9517857"/>
              <a:gd name="connsiteY93" fmla="*/ 143137 h 918344"/>
              <a:gd name="connsiteX94" fmla="*/ 9010380 w 9517857"/>
              <a:gd name="connsiteY94" fmla="*/ 91879 h 918344"/>
              <a:gd name="connsiteX95" fmla="*/ 9110856 w 9517857"/>
              <a:gd name="connsiteY95" fmla="*/ 70985 h 918344"/>
              <a:gd name="connsiteX96" fmla="*/ 9268817 w 9517857"/>
              <a:gd name="connsiteY96" fmla="*/ 53070 h 918344"/>
              <a:gd name="connsiteX97" fmla="*/ 9316667 w 9517857"/>
              <a:gd name="connsiteY97" fmla="*/ 45035 h 918344"/>
              <a:gd name="connsiteX98" fmla="*/ 9428209 w 9517857"/>
              <a:gd name="connsiteY98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750023 w 9517857"/>
              <a:gd name="connsiteY48" fmla="*/ 370666 h 918344"/>
              <a:gd name="connsiteX49" fmla="*/ 3844133 w 9517857"/>
              <a:gd name="connsiteY49" fmla="*/ 360636 h 918344"/>
              <a:gd name="connsiteX50" fmla="*/ 3913545 w 9517857"/>
              <a:gd name="connsiteY50" fmla="*/ 344223 h 918344"/>
              <a:gd name="connsiteX51" fmla="*/ 4266740 w 9517857"/>
              <a:gd name="connsiteY51" fmla="*/ 361442 h 918344"/>
              <a:gd name="connsiteX52" fmla="*/ 4430770 w 9517857"/>
              <a:gd name="connsiteY52" fmla="*/ 342631 h 918344"/>
              <a:gd name="connsiteX53" fmla="*/ 4512664 w 9517857"/>
              <a:gd name="connsiteY53" fmla="*/ 319936 h 918344"/>
              <a:gd name="connsiteX54" fmla="*/ 4616423 w 9517857"/>
              <a:gd name="connsiteY54" fmla="*/ 290902 h 918344"/>
              <a:gd name="connsiteX55" fmla="*/ 4691675 w 9517857"/>
              <a:gd name="connsiteY55" fmla="*/ 253999 h 918344"/>
              <a:gd name="connsiteX56" fmla="*/ 4689051 w 9517857"/>
              <a:gd name="connsiteY56" fmla="*/ 250956 h 918344"/>
              <a:gd name="connsiteX57" fmla="*/ 4719994 w 9517857"/>
              <a:gd name="connsiteY57" fmla="*/ 245295 h 918344"/>
              <a:gd name="connsiteX58" fmla="*/ 4752894 w 9517857"/>
              <a:gd name="connsiteY58" fmla="*/ 239863 h 918344"/>
              <a:gd name="connsiteX59" fmla="*/ 4769329 w 9517857"/>
              <a:gd name="connsiteY59" fmla="*/ 233573 h 918344"/>
              <a:gd name="connsiteX60" fmla="*/ 4775634 w 9517857"/>
              <a:gd name="connsiteY60" fmla="*/ 234051 h 918344"/>
              <a:gd name="connsiteX61" fmla="*/ 4790452 w 9517857"/>
              <a:gd name="connsiteY61" fmla="*/ 233560 h 918344"/>
              <a:gd name="connsiteX62" fmla="*/ 4789062 w 9517857"/>
              <a:gd name="connsiteY62" fmla="*/ 241912 h 918344"/>
              <a:gd name="connsiteX63" fmla="*/ 4827826 w 9517857"/>
              <a:gd name="connsiteY63" fmla="*/ 246965 h 918344"/>
              <a:gd name="connsiteX64" fmla="*/ 4892569 w 9517857"/>
              <a:gd name="connsiteY64" fmla="*/ 249921 h 918344"/>
              <a:gd name="connsiteX65" fmla="*/ 4896611 w 9517857"/>
              <a:gd name="connsiteY65" fmla="*/ 240436 h 918344"/>
              <a:gd name="connsiteX66" fmla="*/ 4917286 w 9517857"/>
              <a:gd name="connsiteY66" fmla="*/ 243647 h 918344"/>
              <a:gd name="connsiteX67" fmla="*/ 5060397 w 9517857"/>
              <a:gd name="connsiteY67" fmla="*/ 263676 h 918344"/>
              <a:gd name="connsiteX68" fmla="*/ 5252996 w 9517857"/>
              <a:gd name="connsiteY68" fmla="*/ 270643 h 918344"/>
              <a:gd name="connsiteX69" fmla="*/ 5358056 w 9517857"/>
              <a:gd name="connsiteY69" fmla="*/ 247236 h 918344"/>
              <a:gd name="connsiteX70" fmla="*/ 5426496 w 9517857"/>
              <a:gd name="connsiteY70" fmla="*/ 235130 h 918344"/>
              <a:gd name="connsiteX71" fmla="*/ 5497161 w 9517857"/>
              <a:gd name="connsiteY71" fmla="*/ 228796 h 918344"/>
              <a:gd name="connsiteX72" fmla="*/ 5856152 w 9517857"/>
              <a:gd name="connsiteY72" fmla="*/ 156354 h 918344"/>
              <a:gd name="connsiteX73" fmla="*/ 6014778 w 9517857"/>
              <a:gd name="connsiteY73" fmla="*/ 168326 h 918344"/>
              <a:gd name="connsiteX74" fmla="*/ 6194152 w 9517857"/>
              <a:gd name="connsiteY74" fmla="*/ 151760 h 918344"/>
              <a:gd name="connsiteX75" fmla="*/ 6281379 w 9517857"/>
              <a:gd name="connsiteY75" fmla="*/ 181614 h 918344"/>
              <a:gd name="connsiteX76" fmla="*/ 6374947 w 9517857"/>
              <a:gd name="connsiteY76" fmla="*/ 179787 h 918344"/>
              <a:gd name="connsiteX77" fmla="*/ 6448518 w 9517857"/>
              <a:gd name="connsiteY77" fmla="*/ 164366 h 918344"/>
              <a:gd name="connsiteX78" fmla="*/ 6544700 w 9517857"/>
              <a:gd name="connsiteY78" fmla="*/ 167149 h 918344"/>
              <a:gd name="connsiteX79" fmla="*/ 6648353 w 9517857"/>
              <a:gd name="connsiteY79" fmla="*/ 172238 h 918344"/>
              <a:gd name="connsiteX80" fmla="*/ 6736227 w 9517857"/>
              <a:gd name="connsiteY80" fmla="*/ 173204 h 918344"/>
              <a:gd name="connsiteX81" fmla="*/ 6977218 w 9517857"/>
              <a:gd name="connsiteY81" fmla="*/ 184277 h 918344"/>
              <a:gd name="connsiteX82" fmla="*/ 7065221 w 9517857"/>
              <a:gd name="connsiteY82" fmla="*/ 227519 h 918344"/>
              <a:gd name="connsiteX83" fmla="*/ 7366801 w 9517857"/>
              <a:gd name="connsiteY83" fmla="*/ 258938 h 918344"/>
              <a:gd name="connsiteX84" fmla="*/ 7350974 w 9517857"/>
              <a:gd name="connsiteY84" fmla="*/ 380309 h 918344"/>
              <a:gd name="connsiteX85" fmla="*/ 7644411 w 9517857"/>
              <a:gd name="connsiteY85" fmla="*/ 258974 h 918344"/>
              <a:gd name="connsiteX86" fmla="*/ 7825110 w 9517857"/>
              <a:gd name="connsiteY86" fmla="*/ 229097 h 918344"/>
              <a:gd name="connsiteX87" fmla="*/ 7965804 w 9517857"/>
              <a:gd name="connsiteY87" fmla="*/ 190533 h 918344"/>
              <a:gd name="connsiteX88" fmla="*/ 8147401 w 9517857"/>
              <a:gd name="connsiteY88" fmla="*/ 205605 h 918344"/>
              <a:gd name="connsiteX89" fmla="*/ 8256033 w 9517857"/>
              <a:gd name="connsiteY89" fmla="*/ 193701 h 918344"/>
              <a:gd name="connsiteX90" fmla="*/ 8551625 w 9517857"/>
              <a:gd name="connsiteY90" fmla="*/ 161505 h 918344"/>
              <a:gd name="connsiteX91" fmla="*/ 8715976 w 9517857"/>
              <a:gd name="connsiteY91" fmla="*/ 178362 h 918344"/>
              <a:gd name="connsiteX92" fmla="*/ 8778827 w 9517857"/>
              <a:gd name="connsiteY92" fmla="*/ 172924 h 918344"/>
              <a:gd name="connsiteX93" fmla="*/ 8840778 w 9517857"/>
              <a:gd name="connsiteY93" fmla="*/ 143137 h 918344"/>
              <a:gd name="connsiteX94" fmla="*/ 9010380 w 9517857"/>
              <a:gd name="connsiteY94" fmla="*/ 91879 h 918344"/>
              <a:gd name="connsiteX95" fmla="*/ 9110856 w 9517857"/>
              <a:gd name="connsiteY95" fmla="*/ 70985 h 918344"/>
              <a:gd name="connsiteX96" fmla="*/ 9268817 w 9517857"/>
              <a:gd name="connsiteY96" fmla="*/ 53070 h 918344"/>
              <a:gd name="connsiteX97" fmla="*/ 9316667 w 9517857"/>
              <a:gd name="connsiteY97" fmla="*/ 45035 h 918344"/>
              <a:gd name="connsiteX98" fmla="*/ 9428209 w 9517857"/>
              <a:gd name="connsiteY98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750023 w 9517857"/>
              <a:gd name="connsiteY48" fmla="*/ 370666 h 918344"/>
              <a:gd name="connsiteX49" fmla="*/ 3844133 w 9517857"/>
              <a:gd name="connsiteY49" fmla="*/ 360636 h 918344"/>
              <a:gd name="connsiteX50" fmla="*/ 3913545 w 9517857"/>
              <a:gd name="connsiteY50" fmla="*/ 344223 h 918344"/>
              <a:gd name="connsiteX51" fmla="*/ 4266740 w 9517857"/>
              <a:gd name="connsiteY51" fmla="*/ 361442 h 918344"/>
              <a:gd name="connsiteX52" fmla="*/ 4430770 w 9517857"/>
              <a:gd name="connsiteY52" fmla="*/ 342631 h 918344"/>
              <a:gd name="connsiteX53" fmla="*/ 4512664 w 9517857"/>
              <a:gd name="connsiteY53" fmla="*/ 319936 h 918344"/>
              <a:gd name="connsiteX54" fmla="*/ 4616423 w 9517857"/>
              <a:gd name="connsiteY54" fmla="*/ 290902 h 918344"/>
              <a:gd name="connsiteX55" fmla="*/ 4691675 w 9517857"/>
              <a:gd name="connsiteY55" fmla="*/ 253999 h 918344"/>
              <a:gd name="connsiteX56" fmla="*/ 4689051 w 9517857"/>
              <a:gd name="connsiteY56" fmla="*/ 250956 h 918344"/>
              <a:gd name="connsiteX57" fmla="*/ 4719994 w 9517857"/>
              <a:gd name="connsiteY57" fmla="*/ 245295 h 918344"/>
              <a:gd name="connsiteX58" fmla="*/ 4752894 w 9517857"/>
              <a:gd name="connsiteY58" fmla="*/ 239863 h 918344"/>
              <a:gd name="connsiteX59" fmla="*/ 4769329 w 9517857"/>
              <a:gd name="connsiteY59" fmla="*/ 233573 h 918344"/>
              <a:gd name="connsiteX60" fmla="*/ 4775634 w 9517857"/>
              <a:gd name="connsiteY60" fmla="*/ 234051 h 918344"/>
              <a:gd name="connsiteX61" fmla="*/ 4790452 w 9517857"/>
              <a:gd name="connsiteY61" fmla="*/ 233560 h 918344"/>
              <a:gd name="connsiteX62" fmla="*/ 4789062 w 9517857"/>
              <a:gd name="connsiteY62" fmla="*/ 241912 h 918344"/>
              <a:gd name="connsiteX63" fmla="*/ 4827826 w 9517857"/>
              <a:gd name="connsiteY63" fmla="*/ 246965 h 918344"/>
              <a:gd name="connsiteX64" fmla="*/ 4892569 w 9517857"/>
              <a:gd name="connsiteY64" fmla="*/ 249921 h 918344"/>
              <a:gd name="connsiteX65" fmla="*/ 4896611 w 9517857"/>
              <a:gd name="connsiteY65" fmla="*/ 240436 h 918344"/>
              <a:gd name="connsiteX66" fmla="*/ 4917286 w 9517857"/>
              <a:gd name="connsiteY66" fmla="*/ 243647 h 918344"/>
              <a:gd name="connsiteX67" fmla="*/ 5060397 w 9517857"/>
              <a:gd name="connsiteY67" fmla="*/ 263676 h 918344"/>
              <a:gd name="connsiteX68" fmla="*/ 5252996 w 9517857"/>
              <a:gd name="connsiteY68" fmla="*/ 270643 h 918344"/>
              <a:gd name="connsiteX69" fmla="*/ 5358056 w 9517857"/>
              <a:gd name="connsiteY69" fmla="*/ 247236 h 918344"/>
              <a:gd name="connsiteX70" fmla="*/ 5426496 w 9517857"/>
              <a:gd name="connsiteY70" fmla="*/ 235130 h 918344"/>
              <a:gd name="connsiteX71" fmla="*/ 5497161 w 9517857"/>
              <a:gd name="connsiteY71" fmla="*/ 228796 h 918344"/>
              <a:gd name="connsiteX72" fmla="*/ 5856152 w 9517857"/>
              <a:gd name="connsiteY72" fmla="*/ 156354 h 918344"/>
              <a:gd name="connsiteX73" fmla="*/ 6014778 w 9517857"/>
              <a:gd name="connsiteY73" fmla="*/ 168326 h 918344"/>
              <a:gd name="connsiteX74" fmla="*/ 6194152 w 9517857"/>
              <a:gd name="connsiteY74" fmla="*/ 151760 h 918344"/>
              <a:gd name="connsiteX75" fmla="*/ 6281379 w 9517857"/>
              <a:gd name="connsiteY75" fmla="*/ 181614 h 918344"/>
              <a:gd name="connsiteX76" fmla="*/ 6374947 w 9517857"/>
              <a:gd name="connsiteY76" fmla="*/ 179787 h 918344"/>
              <a:gd name="connsiteX77" fmla="*/ 6448518 w 9517857"/>
              <a:gd name="connsiteY77" fmla="*/ 164366 h 918344"/>
              <a:gd name="connsiteX78" fmla="*/ 6544700 w 9517857"/>
              <a:gd name="connsiteY78" fmla="*/ 167149 h 918344"/>
              <a:gd name="connsiteX79" fmla="*/ 6648353 w 9517857"/>
              <a:gd name="connsiteY79" fmla="*/ 172238 h 918344"/>
              <a:gd name="connsiteX80" fmla="*/ 6736227 w 9517857"/>
              <a:gd name="connsiteY80" fmla="*/ 173204 h 918344"/>
              <a:gd name="connsiteX81" fmla="*/ 6977218 w 9517857"/>
              <a:gd name="connsiteY81" fmla="*/ 184277 h 918344"/>
              <a:gd name="connsiteX82" fmla="*/ 7065221 w 9517857"/>
              <a:gd name="connsiteY82" fmla="*/ 227519 h 918344"/>
              <a:gd name="connsiteX83" fmla="*/ 7366801 w 9517857"/>
              <a:gd name="connsiteY83" fmla="*/ 258938 h 918344"/>
              <a:gd name="connsiteX84" fmla="*/ 7433745 w 9517857"/>
              <a:gd name="connsiteY84" fmla="*/ 246959 h 918344"/>
              <a:gd name="connsiteX85" fmla="*/ 7644411 w 9517857"/>
              <a:gd name="connsiteY85" fmla="*/ 258974 h 918344"/>
              <a:gd name="connsiteX86" fmla="*/ 7825110 w 9517857"/>
              <a:gd name="connsiteY86" fmla="*/ 229097 h 918344"/>
              <a:gd name="connsiteX87" fmla="*/ 7965804 w 9517857"/>
              <a:gd name="connsiteY87" fmla="*/ 190533 h 918344"/>
              <a:gd name="connsiteX88" fmla="*/ 8147401 w 9517857"/>
              <a:gd name="connsiteY88" fmla="*/ 205605 h 918344"/>
              <a:gd name="connsiteX89" fmla="*/ 8256033 w 9517857"/>
              <a:gd name="connsiteY89" fmla="*/ 193701 h 918344"/>
              <a:gd name="connsiteX90" fmla="*/ 8551625 w 9517857"/>
              <a:gd name="connsiteY90" fmla="*/ 161505 h 918344"/>
              <a:gd name="connsiteX91" fmla="*/ 8715976 w 9517857"/>
              <a:gd name="connsiteY91" fmla="*/ 178362 h 918344"/>
              <a:gd name="connsiteX92" fmla="*/ 8778827 w 9517857"/>
              <a:gd name="connsiteY92" fmla="*/ 172924 h 918344"/>
              <a:gd name="connsiteX93" fmla="*/ 8840778 w 9517857"/>
              <a:gd name="connsiteY93" fmla="*/ 143137 h 918344"/>
              <a:gd name="connsiteX94" fmla="*/ 9010380 w 9517857"/>
              <a:gd name="connsiteY94" fmla="*/ 91879 h 918344"/>
              <a:gd name="connsiteX95" fmla="*/ 9110856 w 9517857"/>
              <a:gd name="connsiteY95" fmla="*/ 70985 h 918344"/>
              <a:gd name="connsiteX96" fmla="*/ 9268817 w 9517857"/>
              <a:gd name="connsiteY96" fmla="*/ 53070 h 918344"/>
              <a:gd name="connsiteX97" fmla="*/ 9316667 w 9517857"/>
              <a:gd name="connsiteY97" fmla="*/ 45035 h 918344"/>
              <a:gd name="connsiteX98" fmla="*/ 9428209 w 9517857"/>
              <a:gd name="connsiteY98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547829 w 9517857"/>
              <a:gd name="connsiteY34" fmla="*/ 5661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13545 w 9517857"/>
              <a:gd name="connsiteY49" fmla="*/ 34422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52996 w 9517857"/>
              <a:gd name="connsiteY67" fmla="*/ 2706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856152 w 9517857"/>
              <a:gd name="connsiteY71" fmla="*/ 156354 h 918344"/>
              <a:gd name="connsiteX72" fmla="*/ 6014778 w 9517857"/>
              <a:gd name="connsiteY72" fmla="*/ 168326 h 918344"/>
              <a:gd name="connsiteX73" fmla="*/ 6194152 w 9517857"/>
              <a:gd name="connsiteY73" fmla="*/ 151760 h 918344"/>
              <a:gd name="connsiteX74" fmla="*/ 6281379 w 9517857"/>
              <a:gd name="connsiteY74" fmla="*/ 181614 h 918344"/>
              <a:gd name="connsiteX75" fmla="*/ 6374947 w 9517857"/>
              <a:gd name="connsiteY75" fmla="*/ 179787 h 918344"/>
              <a:gd name="connsiteX76" fmla="*/ 6448518 w 9517857"/>
              <a:gd name="connsiteY76" fmla="*/ 164366 h 918344"/>
              <a:gd name="connsiteX77" fmla="*/ 6544700 w 9517857"/>
              <a:gd name="connsiteY77" fmla="*/ 167149 h 918344"/>
              <a:gd name="connsiteX78" fmla="*/ 6648353 w 9517857"/>
              <a:gd name="connsiteY78" fmla="*/ 172238 h 918344"/>
              <a:gd name="connsiteX79" fmla="*/ 6736227 w 9517857"/>
              <a:gd name="connsiteY79" fmla="*/ 173204 h 918344"/>
              <a:gd name="connsiteX80" fmla="*/ 6977218 w 9517857"/>
              <a:gd name="connsiteY80" fmla="*/ 184277 h 918344"/>
              <a:gd name="connsiteX81" fmla="*/ 7065221 w 9517857"/>
              <a:gd name="connsiteY81" fmla="*/ 227519 h 918344"/>
              <a:gd name="connsiteX82" fmla="*/ 7366801 w 9517857"/>
              <a:gd name="connsiteY82" fmla="*/ 258938 h 918344"/>
              <a:gd name="connsiteX83" fmla="*/ 7433745 w 9517857"/>
              <a:gd name="connsiteY83" fmla="*/ 246959 h 918344"/>
              <a:gd name="connsiteX84" fmla="*/ 7644411 w 9517857"/>
              <a:gd name="connsiteY84" fmla="*/ 258974 h 918344"/>
              <a:gd name="connsiteX85" fmla="*/ 7825110 w 9517857"/>
              <a:gd name="connsiteY85" fmla="*/ 229097 h 918344"/>
              <a:gd name="connsiteX86" fmla="*/ 7965804 w 9517857"/>
              <a:gd name="connsiteY86" fmla="*/ 190533 h 918344"/>
              <a:gd name="connsiteX87" fmla="*/ 8147401 w 9517857"/>
              <a:gd name="connsiteY87" fmla="*/ 205605 h 918344"/>
              <a:gd name="connsiteX88" fmla="*/ 8256033 w 9517857"/>
              <a:gd name="connsiteY88" fmla="*/ 193701 h 918344"/>
              <a:gd name="connsiteX89" fmla="*/ 8551625 w 9517857"/>
              <a:gd name="connsiteY89" fmla="*/ 161505 h 918344"/>
              <a:gd name="connsiteX90" fmla="*/ 8715976 w 9517857"/>
              <a:gd name="connsiteY90" fmla="*/ 178362 h 918344"/>
              <a:gd name="connsiteX91" fmla="*/ 8778827 w 9517857"/>
              <a:gd name="connsiteY91" fmla="*/ 172924 h 918344"/>
              <a:gd name="connsiteX92" fmla="*/ 8840778 w 9517857"/>
              <a:gd name="connsiteY92" fmla="*/ 143137 h 918344"/>
              <a:gd name="connsiteX93" fmla="*/ 9010380 w 9517857"/>
              <a:gd name="connsiteY93" fmla="*/ 91879 h 918344"/>
              <a:gd name="connsiteX94" fmla="*/ 9110856 w 9517857"/>
              <a:gd name="connsiteY94" fmla="*/ 70985 h 918344"/>
              <a:gd name="connsiteX95" fmla="*/ 9268817 w 9517857"/>
              <a:gd name="connsiteY95" fmla="*/ 53070 h 918344"/>
              <a:gd name="connsiteX96" fmla="*/ 9316667 w 9517857"/>
              <a:gd name="connsiteY96" fmla="*/ 45035 h 918344"/>
              <a:gd name="connsiteX97" fmla="*/ 9428209 w 9517857"/>
              <a:gd name="connsiteY97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13545 w 9517857"/>
              <a:gd name="connsiteY49" fmla="*/ 34422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52996 w 9517857"/>
              <a:gd name="connsiteY67" fmla="*/ 2706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856152 w 9517857"/>
              <a:gd name="connsiteY71" fmla="*/ 156354 h 918344"/>
              <a:gd name="connsiteX72" fmla="*/ 6014778 w 9517857"/>
              <a:gd name="connsiteY72" fmla="*/ 168326 h 918344"/>
              <a:gd name="connsiteX73" fmla="*/ 6194152 w 9517857"/>
              <a:gd name="connsiteY73" fmla="*/ 151760 h 918344"/>
              <a:gd name="connsiteX74" fmla="*/ 6281379 w 9517857"/>
              <a:gd name="connsiteY74" fmla="*/ 181614 h 918344"/>
              <a:gd name="connsiteX75" fmla="*/ 6374947 w 9517857"/>
              <a:gd name="connsiteY75" fmla="*/ 179787 h 918344"/>
              <a:gd name="connsiteX76" fmla="*/ 6448518 w 9517857"/>
              <a:gd name="connsiteY76" fmla="*/ 164366 h 918344"/>
              <a:gd name="connsiteX77" fmla="*/ 6544700 w 9517857"/>
              <a:gd name="connsiteY77" fmla="*/ 167149 h 918344"/>
              <a:gd name="connsiteX78" fmla="*/ 6648353 w 9517857"/>
              <a:gd name="connsiteY78" fmla="*/ 172238 h 918344"/>
              <a:gd name="connsiteX79" fmla="*/ 6736227 w 9517857"/>
              <a:gd name="connsiteY79" fmla="*/ 173204 h 918344"/>
              <a:gd name="connsiteX80" fmla="*/ 6977218 w 9517857"/>
              <a:gd name="connsiteY80" fmla="*/ 184277 h 918344"/>
              <a:gd name="connsiteX81" fmla="*/ 7065221 w 9517857"/>
              <a:gd name="connsiteY81" fmla="*/ 227519 h 918344"/>
              <a:gd name="connsiteX82" fmla="*/ 7366801 w 9517857"/>
              <a:gd name="connsiteY82" fmla="*/ 258938 h 918344"/>
              <a:gd name="connsiteX83" fmla="*/ 7433745 w 9517857"/>
              <a:gd name="connsiteY83" fmla="*/ 246959 h 918344"/>
              <a:gd name="connsiteX84" fmla="*/ 7644411 w 9517857"/>
              <a:gd name="connsiteY84" fmla="*/ 258974 h 918344"/>
              <a:gd name="connsiteX85" fmla="*/ 7825110 w 9517857"/>
              <a:gd name="connsiteY85" fmla="*/ 229097 h 918344"/>
              <a:gd name="connsiteX86" fmla="*/ 7965804 w 9517857"/>
              <a:gd name="connsiteY86" fmla="*/ 190533 h 918344"/>
              <a:gd name="connsiteX87" fmla="*/ 8147401 w 9517857"/>
              <a:gd name="connsiteY87" fmla="*/ 205605 h 918344"/>
              <a:gd name="connsiteX88" fmla="*/ 8256033 w 9517857"/>
              <a:gd name="connsiteY88" fmla="*/ 193701 h 918344"/>
              <a:gd name="connsiteX89" fmla="*/ 8551625 w 9517857"/>
              <a:gd name="connsiteY89" fmla="*/ 161505 h 918344"/>
              <a:gd name="connsiteX90" fmla="*/ 8715976 w 9517857"/>
              <a:gd name="connsiteY90" fmla="*/ 178362 h 918344"/>
              <a:gd name="connsiteX91" fmla="*/ 8778827 w 9517857"/>
              <a:gd name="connsiteY91" fmla="*/ 172924 h 918344"/>
              <a:gd name="connsiteX92" fmla="*/ 8840778 w 9517857"/>
              <a:gd name="connsiteY92" fmla="*/ 143137 h 918344"/>
              <a:gd name="connsiteX93" fmla="*/ 9010380 w 9517857"/>
              <a:gd name="connsiteY93" fmla="*/ 91879 h 918344"/>
              <a:gd name="connsiteX94" fmla="*/ 9110856 w 9517857"/>
              <a:gd name="connsiteY94" fmla="*/ 70985 h 918344"/>
              <a:gd name="connsiteX95" fmla="*/ 9268817 w 9517857"/>
              <a:gd name="connsiteY95" fmla="*/ 53070 h 918344"/>
              <a:gd name="connsiteX96" fmla="*/ 9316667 w 9517857"/>
              <a:gd name="connsiteY96" fmla="*/ 45035 h 918344"/>
              <a:gd name="connsiteX97" fmla="*/ 9428209 w 9517857"/>
              <a:gd name="connsiteY97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79762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52996 w 9517857"/>
              <a:gd name="connsiteY67" fmla="*/ 2706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856152 w 9517857"/>
              <a:gd name="connsiteY71" fmla="*/ 156354 h 918344"/>
              <a:gd name="connsiteX72" fmla="*/ 6014778 w 9517857"/>
              <a:gd name="connsiteY72" fmla="*/ 168326 h 918344"/>
              <a:gd name="connsiteX73" fmla="*/ 6194152 w 9517857"/>
              <a:gd name="connsiteY73" fmla="*/ 151760 h 918344"/>
              <a:gd name="connsiteX74" fmla="*/ 6281379 w 9517857"/>
              <a:gd name="connsiteY74" fmla="*/ 181614 h 918344"/>
              <a:gd name="connsiteX75" fmla="*/ 6374947 w 9517857"/>
              <a:gd name="connsiteY75" fmla="*/ 179787 h 918344"/>
              <a:gd name="connsiteX76" fmla="*/ 6448518 w 9517857"/>
              <a:gd name="connsiteY76" fmla="*/ 164366 h 918344"/>
              <a:gd name="connsiteX77" fmla="*/ 6544700 w 9517857"/>
              <a:gd name="connsiteY77" fmla="*/ 167149 h 918344"/>
              <a:gd name="connsiteX78" fmla="*/ 6648353 w 9517857"/>
              <a:gd name="connsiteY78" fmla="*/ 172238 h 918344"/>
              <a:gd name="connsiteX79" fmla="*/ 6736227 w 9517857"/>
              <a:gd name="connsiteY79" fmla="*/ 173204 h 918344"/>
              <a:gd name="connsiteX80" fmla="*/ 6977218 w 9517857"/>
              <a:gd name="connsiteY80" fmla="*/ 184277 h 918344"/>
              <a:gd name="connsiteX81" fmla="*/ 7065221 w 9517857"/>
              <a:gd name="connsiteY81" fmla="*/ 227519 h 918344"/>
              <a:gd name="connsiteX82" fmla="*/ 7366801 w 9517857"/>
              <a:gd name="connsiteY82" fmla="*/ 258938 h 918344"/>
              <a:gd name="connsiteX83" fmla="*/ 7433745 w 9517857"/>
              <a:gd name="connsiteY83" fmla="*/ 246959 h 918344"/>
              <a:gd name="connsiteX84" fmla="*/ 7644411 w 9517857"/>
              <a:gd name="connsiteY84" fmla="*/ 258974 h 918344"/>
              <a:gd name="connsiteX85" fmla="*/ 7825110 w 9517857"/>
              <a:gd name="connsiteY85" fmla="*/ 229097 h 918344"/>
              <a:gd name="connsiteX86" fmla="*/ 7965804 w 9517857"/>
              <a:gd name="connsiteY86" fmla="*/ 190533 h 918344"/>
              <a:gd name="connsiteX87" fmla="*/ 8147401 w 9517857"/>
              <a:gd name="connsiteY87" fmla="*/ 205605 h 918344"/>
              <a:gd name="connsiteX88" fmla="*/ 8256033 w 9517857"/>
              <a:gd name="connsiteY88" fmla="*/ 193701 h 918344"/>
              <a:gd name="connsiteX89" fmla="*/ 8551625 w 9517857"/>
              <a:gd name="connsiteY89" fmla="*/ 161505 h 918344"/>
              <a:gd name="connsiteX90" fmla="*/ 8715976 w 9517857"/>
              <a:gd name="connsiteY90" fmla="*/ 178362 h 918344"/>
              <a:gd name="connsiteX91" fmla="*/ 8778827 w 9517857"/>
              <a:gd name="connsiteY91" fmla="*/ 172924 h 918344"/>
              <a:gd name="connsiteX92" fmla="*/ 8840778 w 9517857"/>
              <a:gd name="connsiteY92" fmla="*/ 143137 h 918344"/>
              <a:gd name="connsiteX93" fmla="*/ 9010380 w 9517857"/>
              <a:gd name="connsiteY93" fmla="*/ 91879 h 918344"/>
              <a:gd name="connsiteX94" fmla="*/ 9110856 w 9517857"/>
              <a:gd name="connsiteY94" fmla="*/ 70985 h 918344"/>
              <a:gd name="connsiteX95" fmla="*/ 9268817 w 9517857"/>
              <a:gd name="connsiteY95" fmla="*/ 53070 h 918344"/>
              <a:gd name="connsiteX96" fmla="*/ 9316667 w 9517857"/>
              <a:gd name="connsiteY96" fmla="*/ 45035 h 918344"/>
              <a:gd name="connsiteX97" fmla="*/ 9428209 w 9517857"/>
              <a:gd name="connsiteY97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79762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52996 w 9517857"/>
              <a:gd name="connsiteY67" fmla="*/ 2706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856152 w 9517857"/>
              <a:gd name="connsiteY71" fmla="*/ 156354 h 918344"/>
              <a:gd name="connsiteX72" fmla="*/ 6014778 w 9517857"/>
              <a:gd name="connsiteY72" fmla="*/ 168326 h 918344"/>
              <a:gd name="connsiteX73" fmla="*/ 6194152 w 9517857"/>
              <a:gd name="connsiteY73" fmla="*/ 151760 h 918344"/>
              <a:gd name="connsiteX74" fmla="*/ 6281379 w 9517857"/>
              <a:gd name="connsiteY74" fmla="*/ 181614 h 918344"/>
              <a:gd name="connsiteX75" fmla="*/ 6374947 w 9517857"/>
              <a:gd name="connsiteY75" fmla="*/ 179787 h 918344"/>
              <a:gd name="connsiteX76" fmla="*/ 6448518 w 9517857"/>
              <a:gd name="connsiteY76" fmla="*/ 164366 h 918344"/>
              <a:gd name="connsiteX77" fmla="*/ 6544700 w 9517857"/>
              <a:gd name="connsiteY77" fmla="*/ 167149 h 918344"/>
              <a:gd name="connsiteX78" fmla="*/ 6648353 w 9517857"/>
              <a:gd name="connsiteY78" fmla="*/ 172238 h 918344"/>
              <a:gd name="connsiteX79" fmla="*/ 6736227 w 9517857"/>
              <a:gd name="connsiteY79" fmla="*/ 173204 h 918344"/>
              <a:gd name="connsiteX80" fmla="*/ 6977218 w 9517857"/>
              <a:gd name="connsiteY80" fmla="*/ 184277 h 918344"/>
              <a:gd name="connsiteX81" fmla="*/ 7065221 w 9517857"/>
              <a:gd name="connsiteY81" fmla="*/ 227519 h 918344"/>
              <a:gd name="connsiteX82" fmla="*/ 7366801 w 9517857"/>
              <a:gd name="connsiteY82" fmla="*/ 258938 h 918344"/>
              <a:gd name="connsiteX83" fmla="*/ 7433745 w 9517857"/>
              <a:gd name="connsiteY83" fmla="*/ 246959 h 918344"/>
              <a:gd name="connsiteX84" fmla="*/ 7644411 w 9517857"/>
              <a:gd name="connsiteY84" fmla="*/ 258974 h 918344"/>
              <a:gd name="connsiteX85" fmla="*/ 7825110 w 9517857"/>
              <a:gd name="connsiteY85" fmla="*/ 229097 h 918344"/>
              <a:gd name="connsiteX86" fmla="*/ 8147401 w 9517857"/>
              <a:gd name="connsiteY86" fmla="*/ 205605 h 918344"/>
              <a:gd name="connsiteX87" fmla="*/ 8256033 w 9517857"/>
              <a:gd name="connsiteY87" fmla="*/ 193701 h 918344"/>
              <a:gd name="connsiteX88" fmla="*/ 8551625 w 9517857"/>
              <a:gd name="connsiteY88" fmla="*/ 161505 h 918344"/>
              <a:gd name="connsiteX89" fmla="*/ 8715976 w 9517857"/>
              <a:gd name="connsiteY89" fmla="*/ 178362 h 918344"/>
              <a:gd name="connsiteX90" fmla="*/ 8778827 w 9517857"/>
              <a:gd name="connsiteY90" fmla="*/ 172924 h 918344"/>
              <a:gd name="connsiteX91" fmla="*/ 8840778 w 9517857"/>
              <a:gd name="connsiteY91" fmla="*/ 143137 h 918344"/>
              <a:gd name="connsiteX92" fmla="*/ 9010380 w 9517857"/>
              <a:gd name="connsiteY92" fmla="*/ 91879 h 918344"/>
              <a:gd name="connsiteX93" fmla="*/ 9110856 w 9517857"/>
              <a:gd name="connsiteY93" fmla="*/ 70985 h 918344"/>
              <a:gd name="connsiteX94" fmla="*/ 9268817 w 9517857"/>
              <a:gd name="connsiteY94" fmla="*/ 53070 h 918344"/>
              <a:gd name="connsiteX95" fmla="*/ 9316667 w 9517857"/>
              <a:gd name="connsiteY95" fmla="*/ 45035 h 918344"/>
              <a:gd name="connsiteX96" fmla="*/ 9428209 w 9517857"/>
              <a:gd name="connsiteY96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79762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52996 w 9517857"/>
              <a:gd name="connsiteY67" fmla="*/ 2706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856152 w 9517857"/>
              <a:gd name="connsiteY71" fmla="*/ 156354 h 918344"/>
              <a:gd name="connsiteX72" fmla="*/ 6014778 w 9517857"/>
              <a:gd name="connsiteY72" fmla="*/ 168326 h 918344"/>
              <a:gd name="connsiteX73" fmla="*/ 6194152 w 9517857"/>
              <a:gd name="connsiteY73" fmla="*/ 151760 h 918344"/>
              <a:gd name="connsiteX74" fmla="*/ 6281379 w 9517857"/>
              <a:gd name="connsiteY74" fmla="*/ 181614 h 918344"/>
              <a:gd name="connsiteX75" fmla="*/ 6374947 w 9517857"/>
              <a:gd name="connsiteY75" fmla="*/ 179787 h 918344"/>
              <a:gd name="connsiteX76" fmla="*/ 6448518 w 9517857"/>
              <a:gd name="connsiteY76" fmla="*/ 164366 h 918344"/>
              <a:gd name="connsiteX77" fmla="*/ 6544700 w 9517857"/>
              <a:gd name="connsiteY77" fmla="*/ 167149 h 918344"/>
              <a:gd name="connsiteX78" fmla="*/ 6648353 w 9517857"/>
              <a:gd name="connsiteY78" fmla="*/ 172238 h 918344"/>
              <a:gd name="connsiteX79" fmla="*/ 6736227 w 9517857"/>
              <a:gd name="connsiteY79" fmla="*/ 173204 h 918344"/>
              <a:gd name="connsiteX80" fmla="*/ 6977218 w 9517857"/>
              <a:gd name="connsiteY80" fmla="*/ 184277 h 918344"/>
              <a:gd name="connsiteX81" fmla="*/ 7065221 w 9517857"/>
              <a:gd name="connsiteY81" fmla="*/ 227519 h 918344"/>
              <a:gd name="connsiteX82" fmla="*/ 7366801 w 9517857"/>
              <a:gd name="connsiteY82" fmla="*/ 258938 h 918344"/>
              <a:gd name="connsiteX83" fmla="*/ 7433745 w 9517857"/>
              <a:gd name="connsiteY83" fmla="*/ 246959 h 918344"/>
              <a:gd name="connsiteX84" fmla="*/ 7644411 w 9517857"/>
              <a:gd name="connsiteY84" fmla="*/ 258974 h 918344"/>
              <a:gd name="connsiteX85" fmla="*/ 7825110 w 9517857"/>
              <a:gd name="connsiteY85" fmla="*/ 229097 h 918344"/>
              <a:gd name="connsiteX86" fmla="*/ 8106016 w 9517857"/>
              <a:gd name="connsiteY86" fmla="*/ 231005 h 918344"/>
              <a:gd name="connsiteX87" fmla="*/ 8256033 w 9517857"/>
              <a:gd name="connsiteY87" fmla="*/ 193701 h 918344"/>
              <a:gd name="connsiteX88" fmla="*/ 8551625 w 9517857"/>
              <a:gd name="connsiteY88" fmla="*/ 161505 h 918344"/>
              <a:gd name="connsiteX89" fmla="*/ 8715976 w 9517857"/>
              <a:gd name="connsiteY89" fmla="*/ 178362 h 918344"/>
              <a:gd name="connsiteX90" fmla="*/ 8778827 w 9517857"/>
              <a:gd name="connsiteY90" fmla="*/ 172924 h 918344"/>
              <a:gd name="connsiteX91" fmla="*/ 8840778 w 9517857"/>
              <a:gd name="connsiteY91" fmla="*/ 143137 h 918344"/>
              <a:gd name="connsiteX92" fmla="*/ 9010380 w 9517857"/>
              <a:gd name="connsiteY92" fmla="*/ 91879 h 918344"/>
              <a:gd name="connsiteX93" fmla="*/ 9110856 w 9517857"/>
              <a:gd name="connsiteY93" fmla="*/ 70985 h 918344"/>
              <a:gd name="connsiteX94" fmla="*/ 9268817 w 9517857"/>
              <a:gd name="connsiteY94" fmla="*/ 53070 h 918344"/>
              <a:gd name="connsiteX95" fmla="*/ 9316667 w 9517857"/>
              <a:gd name="connsiteY95" fmla="*/ 45035 h 918344"/>
              <a:gd name="connsiteX96" fmla="*/ 9428209 w 9517857"/>
              <a:gd name="connsiteY96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79762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52996 w 9517857"/>
              <a:gd name="connsiteY67" fmla="*/ 2706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6014778 w 9517857"/>
              <a:gd name="connsiteY71" fmla="*/ 16832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15976 w 9517857"/>
              <a:gd name="connsiteY88" fmla="*/ 178362 h 918344"/>
              <a:gd name="connsiteX89" fmla="*/ 8778827 w 9517857"/>
              <a:gd name="connsiteY89" fmla="*/ 172924 h 918344"/>
              <a:gd name="connsiteX90" fmla="*/ 8840778 w 9517857"/>
              <a:gd name="connsiteY90" fmla="*/ 143137 h 918344"/>
              <a:gd name="connsiteX91" fmla="*/ 9010380 w 9517857"/>
              <a:gd name="connsiteY91" fmla="*/ 91879 h 918344"/>
              <a:gd name="connsiteX92" fmla="*/ 9110856 w 9517857"/>
              <a:gd name="connsiteY92" fmla="*/ 70985 h 918344"/>
              <a:gd name="connsiteX93" fmla="*/ 9268817 w 9517857"/>
              <a:gd name="connsiteY93" fmla="*/ 53070 h 918344"/>
              <a:gd name="connsiteX94" fmla="*/ 9316667 w 9517857"/>
              <a:gd name="connsiteY94" fmla="*/ 45035 h 918344"/>
              <a:gd name="connsiteX95" fmla="*/ 9428209 w 9517857"/>
              <a:gd name="connsiteY95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79762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52996 w 9517857"/>
              <a:gd name="connsiteY67" fmla="*/ 2706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15976 w 9517857"/>
              <a:gd name="connsiteY88" fmla="*/ 178362 h 918344"/>
              <a:gd name="connsiteX89" fmla="*/ 8778827 w 9517857"/>
              <a:gd name="connsiteY89" fmla="*/ 172924 h 918344"/>
              <a:gd name="connsiteX90" fmla="*/ 8840778 w 9517857"/>
              <a:gd name="connsiteY90" fmla="*/ 143137 h 918344"/>
              <a:gd name="connsiteX91" fmla="*/ 9010380 w 9517857"/>
              <a:gd name="connsiteY91" fmla="*/ 91879 h 918344"/>
              <a:gd name="connsiteX92" fmla="*/ 9110856 w 9517857"/>
              <a:gd name="connsiteY92" fmla="*/ 70985 h 918344"/>
              <a:gd name="connsiteX93" fmla="*/ 9268817 w 9517857"/>
              <a:gd name="connsiteY93" fmla="*/ 53070 h 918344"/>
              <a:gd name="connsiteX94" fmla="*/ 9316667 w 9517857"/>
              <a:gd name="connsiteY94" fmla="*/ 45035 h 918344"/>
              <a:gd name="connsiteX95" fmla="*/ 9428209 w 9517857"/>
              <a:gd name="connsiteY95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79762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52996 w 9517857"/>
              <a:gd name="connsiteY67" fmla="*/ 2706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15976 w 9517857"/>
              <a:gd name="connsiteY88" fmla="*/ 178362 h 918344"/>
              <a:gd name="connsiteX89" fmla="*/ 8778827 w 9517857"/>
              <a:gd name="connsiteY89" fmla="*/ 172924 h 918344"/>
              <a:gd name="connsiteX90" fmla="*/ 8840778 w 9517857"/>
              <a:gd name="connsiteY90" fmla="*/ 143137 h 918344"/>
              <a:gd name="connsiteX91" fmla="*/ 9010380 w 9517857"/>
              <a:gd name="connsiteY91" fmla="*/ 91879 h 918344"/>
              <a:gd name="connsiteX92" fmla="*/ 9110856 w 9517857"/>
              <a:gd name="connsiteY92" fmla="*/ 70985 h 918344"/>
              <a:gd name="connsiteX93" fmla="*/ 9268817 w 9517857"/>
              <a:gd name="connsiteY93" fmla="*/ 53070 h 918344"/>
              <a:gd name="connsiteX94" fmla="*/ 9316667 w 9517857"/>
              <a:gd name="connsiteY94" fmla="*/ 45035 h 918344"/>
              <a:gd name="connsiteX95" fmla="*/ 9428209 w 9517857"/>
              <a:gd name="connsiteY95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79762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15976 w 9517857"/>
              <a:gd name="connsiteY88" fmla="*/ 178362 h 918344"/>
              <a:gd name="connsiteX89" fmla="*/ 8778827 w 9517857"/>
              <a:gd name="connsiteY89" fmla="*/ 172924 h 918344"/>
              <a:gd name="connsiteX90" fmla="*/ 8840778 w 9517857"/>
              <a:gd name="connsiteY90" fmla="*/ 143137 h 918344"/>
              <a:gd name="connsiteX91" fmla="*/ 9010380 w 9517857"/>
              <a:gd name="connsiteY91" fmla="*/ 91879 h 918344"/>
              <a:gd name="connsiteX92" fmla="*/ 9110856 w 9517857"/>
              <a:gd name="connsiteY92" fmla="*/ 70985 h 918344"/>
              <a:gd name="connsiteX93" fmla="*/ 9268817 w 9517857"/>
              <a:gd name="connsiteY93" fmla="*/ 53070 h 918344"/>
              <a:gd name="connsiteX94" fmla="*/ 9316667 w 9517857"/>
              <a:gd name="connsiteY94" fmla="*/ 45035 h 918344"/>
              <a:gd name="connsiteX95" fmla="*/ 9428209 w 9517857"/>
              <a:gd name="connsiteY95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15976 w 9517857"/>
              <a:gd name="connsiteY88" fmla="*/ 178362 h 918344"/>
              <a:gd name="connsiteX89" fmla="*/ 8778827 w 9517857"/>
              <a:gd name="connsiteY89" fmla="*/ 172924 h 918344"/>
              <a:gd name="connsiteX90" fmla="*/ 8840778 w 9517857"/>
              <a:gd name="connsiteY90" fmla="*/ 143137 h 918344"/>
              <a:gd name="connsiteX91" fmla="*/ 9010380 w 9517857"/>
              <a:gd name="connsiteY91" fmla="*/ 91879 h 918344"/>
              <a:gd name="connsiteX92" fmla="*/ 9110856 w 9517857"/>
              <a:gd name="connsiteY92" fmla="*/ 70985 h 918344"/>
              <a:gd name="connsiteX93" fmla="*/ 9268817 w 9517857"/>
              <a:gd name="connsiteY93" fmla="*/ 53070 h 918344"/>
              <a:gd name="connsiteX94" fmla="*/ 9316667 w 9517857"/>
              <a:gd name="connsiteY94" fmla="*/ 45035 h 918344"/>
              <a:gd name="connsiteX95" fmla="*/ 9428209 w 9517857"/>
              <a:gd name="connsiteY95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15976 w 9517857"/>
              <a:gd name="connsiteY88" fmla="*/ 178362 h 918344"/>
              <a:gd name="connsiteX89" fmla="*/ 8778827 w 9517857"/>
              <a:gd name="connsiteY89" fmla="*/ 172924 h 918344"/>
              <a:gd name="connsiteX90" fmla="*/ 8840778 w 9517857"/>
              <a:gd name="connsiteY90" fmla="*/ 143137 h 918344"/>
              <a:gd name="connsiteX91" fmla="*/ 9010380 w 9517857"/>
              <a:gd name="connsiteY91" fmla="*/ 91879 h 918344"/>
              <a:gd name="connsiteX92" fmla="*/ 9110856 w 9517857"/>
              <a:gd name="connsiteY92" fmla="*/ 70985 h 918344"/>
              <a:gd name="connsiteX93" fmla="*/ 9268817 w 9517857"/>
              <a:gd name="connsiteY93" fmla="*/ 53070 h 918344"/>
              <a:gd name="connsiteX94" fmla="*/ 9316667 w 9517857"/>
              <a:gd name="connsiteY94" fmla="*/ 45035 h 918344"/>
              <a:gd name="connsiteX95" fmla="*/ 9428209 w 9517857"/>
              <a:gd name="connsiteY95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15976 w 9517857"/>
              <a:gd name="connsiteY88" fmla="*/ 178362 h 918344"/>
              <a:gd name="connsiteX89" fmla="*/ 8840778 w 9517857"/>
              <a:gd name="connsiteY89" fmla="*/ 143137 h 918344"/>
              <a:gd name="connsiteX90" fmla="*/ 9010380 w 9517857"/>
              <a:gd name="connsiteY90" fmla="*/ 91879 h 918344"/>
              <a:gd name="connsiteX91" fmla="*/ 9110856 w 9517857"/>
              <a:gd name="connsiteY91" fmla="*/ 70985 h 918344"/>
              <a:gd name="connsiteX92" fmla="*/ 9268817 w 9517857"/>
              <a:gd name="connsiteY92" fmla="*/ 53070 h 918344"/>
              <a:gd name="connsiteX93" fmla="*/ 9316667 w 9517857"/>
              <a:gd name="connsiteY93" fmla="*/ 45035 h 918344"/>
              <a:gd name="connsiteX94" fmla="*/ 9428209 w 9517857"/>
              <a:gd name="connsiteY94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840778 w 9517857"/>
              <a:gd name="connsiteY88" fmla="*/ 143137 h 918344"/>
              <a:gd name="connsiteX89" fmla="*/ 9010380 w 9517857"/>
              <a:gd name="connsiteY89" fmla="*/ 91879 h 918344"/>
              <a:gd name="connsiteX90" fmla="*/ 9110856 w 9517857"/>
              <a:gd name="connsiteY90" fmla="*/ 70985 h 918344"/>
              <a:gd name="connsiteX91" fmla="*/ 9268817 w 9517857"/>
              <a:gd name="connsiteY91" fmla="*/ 53070 h 918344"/>
              <a:gd name="connsiteX92" fmla="*/ 9316667 w 9517857"/>
              <a:gd name="connsiteY92" fmla="*/ 45035 h 918344"/>
              <a:gd name="connsiteX93" fmla="*/ 9428209 w 9517857"/>
              <a:gd name="connsiteY93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91116 w 9517857"/>
              <a:gd name="connsiteY88" fmla="*/ 143137 h 918344"/>
              <a:gd name="connsiteX89" fmla="*/ 9010380 w 9517857"/>
              <a:gd name="connsiteY89" fmla="*/ 91879 h 918344"/>
              <a:gd name="connsiteX90" fmla="*/ 9110856 w 9517857"/>
              <a:gd name="connsiteY90" fmla="*/ 70985 h 918344"/>
              <a:gd name="connsiteX91" fmla="*/ 9268817 w 9517857"/>
              <a:gd name="connsiteY91" fmla="*/ 53070 h 918344"/>
              <a:gd name="connsiteX92" fmla="*/ 9316667 w 9517857"/>
              <a:gd name="connsiteY92" fmla="*/ 45035 h 918344"/>
              <a:gd name="connsiteX93" fmla="*/ 9428209 w 9517857"/>
              <a:gd name="connsiteY93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91116 w 9517857"/>
              <a:gd name="connsiteY88" fmla="*/ 143137 h 918344"/>
              <a:gd name="connsiteX89" fmla="*/ 9010380 w 9517857"/>
              <a:gd name="connsiteY89" fmla="*/ 91879 h 918344"/>
              <a:gd name="connsiteX90" fmla="*/ 9110856 w 9517857"/>
              <a:gd name="connsiteY90" fmla="*/ 70985 h 918344"/>
              <a:gd name="connsiteX91" fmla="*/ 9268817 w 9517857"/>
              <a:gd name="connsiteY91" fmla="*/ 53070 h 918344"/>
              <a:gd name="connsiteX92" fmla="*/ 9316667 w 9517857"/>
              <a:gd name="connsiteY92" fmla="*/ 45035 h 918344"/>
              <a:gd name="connsiteX93" fmla="*/ 9428209 w 9517857"/>
              <a:gd name="connsiteY93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91116 w 9517857"/>
              <a:gd name="connsiteY88" fmla="*/ 143137 h 918344"/>
              <a:gd name="connsiteX89" fmla="*/ 9002103 w 9517857"/>
              <a:gd name="connsiteY89" fmla="*/ 85529 h 918344"/>
              <a:gd name="connsiteX90" fmla="*/ 9110856 w 9517857"/>
              <a:gd name="connsiteY90" fmla="*/ 70985 h 918344"/>
              <a:gd name="connsiteX91" fmla="*/ 9268817 w 9517857"/>
              <a:gd name="connsiteY91" fmla="*/ 53070 h 918344"/>
              <a:gd name="connsiteX92" fmla="*/ 9316667 w 9517857"/>
              <a:gd name="connsiteY92" fmla="*/ 45035 h 918344"/>
              <a:gd name="connsiteX93" fmla="*/ 9428209 w 9517857"/>
              <a:gd name="connsiteY93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683515 w 9517857"/>
              <a:gd name="connsiteY88" fmla="*/ 143137 h 918344"/>
              <a:gd name="connsiteX89" fmla="*/ 9002103 w 9517857"/>
              <a:gd name="connsiteY89" fmla="*/ 85529 h 918344"/>
              <a:gd name="connsiteX90" fmla="*/ 9110856 w 9517857"/>
              <a:gd name="connsiteY90" fmla="*/ 70985 h 918344"/>
              <a:gd name="connsiteX91" fmla="*/ 9268817 w 9517857"/>
              <a:gd name="connsiteY91" fmla="*/ 53070 h 918344"/>
              <a:gd name="connsiteX92" fmla="*/ 9316667 w 9517857"/>
              <a:gd name="connsiteY92" fmla="*/ 45035 h 918344"/>
              <a:gd name="connsiteX93" fmla="*/ 9428209 w 9517857"/>
              <a:gd name="connsiteY93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63955 w 9517857"/>
              <a:gd name="connsiteY85" fmla="*/ 2056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683515 w 9517857"/>
              <a:gd name="connsiteY88" fmla="*/ 143137 h 918344"/>
              <a:gd name="connsiteX89" fmla="*/ 9002103 w 9517857"/>
              <a:gd name="connsiteY89" fmla="*/ 85529 h 918344"/>
              <a:gd name="connsiteX90" fmla="*/ 9110856 w 9517857"/>
              <a:gd name="connsiteY90" fmla="*/ 70985 h 918344"/>
              <a:gd name="connsiteX91" fmla="*/ 9268817 w 9517857"/>
              <a:gd name="connsiteY91" fmla="*/ 53070 h 918344"/>
              <a:gd name="connsiteX92" fmla="*/ 9316667 w 9517857"/>
              <a:gd name="connsiteY92" fmla="*/ 45035 h 918344"/>
              <a:gd name="connsiteX93" fmla="*/ 9428209 w 9517857"/>
              <a:gd name="connsiteY93" fmla="*/ 29911 h 918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9517857" h="918344">
                <a:moveTo>
                  <a:pt x="4686423" y="247907"/>
                </a:moveTo>
                <a:lnTo>
                  <a:pt x="4689051" y="250956"/>
                </a:lnTo>
                <a:lnTo>
                  <a:pt x="4687244" y="251286"/>
                </a:lnTo>
                <a:lnTo>
                  <a:pt x="4686423" y="247907"/>
                </a:lnTo>
                <a:close/>
                <a:moveTo>
                  <a:pt x="4685225" y="246518"/>
                </a:moveTo>
                <a:cubicBezTo>
                  <a:pt x="4688837" y="243186"/>
                  <a:pt x="4687468" y="244586"/>
                  <a:pt x="4686133" y="246715"/>
                </a:cubicBezTo>
                <a:cubicBezTo>
                  <a:pt x="4686230" y="247112"/>
                  <a:pt x="4686326" y="247510"/>
                  <a:pt x="4686423" y="247907"/>
                </a:cubicBezTo>
                <a:lnTo>
                  <a:pt x="4685225" y="246518"/>
                </a:lnTo>
                <a:close/>
                <a:moveTo>
                  <a:pt x="9428209" y="29911"/>
                </a:moveTo>
                <a:lnTo>
                  <a:pt x="9517857" y="0"/>
                </a:lnTo>
                <a:lnTo>
                  <a:pt x="9517857" y="918344"/>
                </a:lnTo>
                <a:lnTo>
                  <a:pt x="14604" y="918344"/>
                </a:lnTo>
                <a:lnTo>
                  <a:pt x="12841" y="917751"/>
                </a:lnTo>
                <a:cubicBezTo>
                  <a:pt x="4532" y="914852"/>
                  <a:pt x="-773" y="912795"/>
                  <a:pt x="93" y="912459"/>
                </a:cubicBezTo>
                <a:cubicBezTo>
                  <a:pt x="172" y="912286"/>
                  <a:pt x="58594" y="890483"/>
                  <a:pt x="58674" y="890310"/>
                </a:cubicBezTo>
                <a:cubicBezTo>
                  <a:pt x="127436" y="929602"/>
                  <a:pt x="206243" y="828214"/>
                  <a:pt x="275005" y="807217"/>
                </a:cubicBezTo>
                <a:cubicBezTo>
                  <a:pt x="303983" y="806075"/>
                  <a:pt x="504960" y="777363"/>
                  <a:pt x="587824" y="798183"/>
                </a:cubicBezTo>
                <a:cubicBezTo>
                  <a:pt x="598733" y="769336"/>
                  <a:pt x="682904" y="785912"/>
                  <a:pt x="651826" y="738326"/>
                </a:cubicBezTo>
                <a:cubicBezTo>
                  <a:pt x="688440" y="737850"/>
                  <a:pt x="753255" y="750384"/>
                  <a:pt x="727985" y="719814"/>
                </a:cubicBezTo>
                <a:cubicBezTo>
                  <a:pt x="739648" y="718737"/>
                  <a:pt x="775717" y="715075"/>
                  <a:pt x="778982" y="710130"/>
                </a:cubicBezTo>
                <a:cubicBezTo>
                  <a:pt x="779189" y="709395"/>
                  <a:pt x="849736" y="718709"/>
                  <a:pt x="849944" y="717975"/>
                </a:cubicBezTo>
                <a:lnTo>
                  <a:pt x="921659" y="712683"/>
                </a:lnTo>
                <a:lnTo>
                  <a:pt x="930946" y="734034"/>
                </a:lnTo>
                <a:lnTo>
                  <a:pt x="986250" y="713518"/>
                </a:lnTo>
                <a:lnTo>
                  <a:pt x="1013752" y="713349"/>
                </a:lnTo>
                <a:lnTo>
                  <a:pt x="1023734" y="718559"/>
                </a:lnTo>
                <a:cubicBezTo>
                  <a:pt x="1033291" y="721264"/>
                  <a:pt x="1045398" y="721382"/>
                  <a:pt x="1063207" y="715639"/>
                </a:cubicBezTo>
                <a:lnTo>
                  <a:pt x="1081980" y="738443"/>
                </a:lnTo>
                <a:lnTo>
                  <a:pt x="1218120" y="713268"/>
                </a:lnTo>
                <a:cubicBezTo>
                  <a:pt x="1230137" y="716150"/>
                  <a:pt x="1387179" y="685167"/>
                  <a:pt x="1397459" y="691178"/>
                </a:cubicBezTo>
                <a:cubicBezTo>
                  <a:pt x="1490025" y="704972"/>
                  <a:pt x="1465878" y="715592"/>
                  <a:pt x="1580688" y="693685"/>
                </a:cubicBezTo>
                <a:cubicBezTo>
                  <a:pt x="1607067" y="704367"/>
                  <a:pt x="1719477" y="658227"/>
                  <a:pt x="1772334" y="710628"/>
                </a:cubicBezTo>
                <a:cubicBezTo>
                  <a:pt x="1745536" y="644812"/>
                  <a:pt x="1976078" y="716424"/>
                  <a:pt x="2002561" y="659905"/>
                </a:cubicBezTo>
                <a:cubicBezTo>
                  <a:pt x="2045346" y="660345"/>
                  <a:pt x="2166676" y="654379"/>
                  <a:pt x="2135144" y="636489"/>
                </a:cubicBezTo>
                <a:cubicBezTo>
                  <a:pt x="2226022" y="620861"/>
                  <a:pt x="2361353" y="588467"/>
                  <a:pt x="2448505" y="578838"/>
                </a:cubicBezTo>
                <a:cubicBezTo>
                  <a:pt x="2446114" y="626857"/>
                  <a:pt x="2632278" y="528268"/>
                  <a:pt x="2658055" y="578715"/>
                </a:cubicBezTo>
                <a:cubicBezTo>
                  <a:pt x="2670795" y="573569"/>
                  <a:pt x="2682322" y="566993"/>
                  <a:pt x="2693698" y="560017"/>
                </a:cubicBezTo>
                <a:lnTo>
                  <a:pt x="2699673" y="556388"/>
                </a:lnTo>
                <a:lnTo>
                  <a:pt x="2727306" y="550686"/>
                </a:lnTo>
                <a:lnTo>
                  <a:pt x="2730451" y="538046"/>
                </a:lnTo>
                <a:lnTo>
                  <a:pt x="2768713" y="521563"/>
                </a:lnTo>
                <a:cubicBezTo>
                  <a:pt x="2783756" y="517092"/>
                  <a:pt x="2800788" y="514279"/>
                  <a:pt x="2820868" y="514148"/>
                </a:cubicBezTo>
                <a:cubicBezTo>
                  <a:pt x="2894791" y="532873"/>
                  <a:pt x="2981506" y="465495"/>
                  <a:pt x="3073635" y="491282"/>
                </a:cubicBezTo>
                <a:cubicBezTo>
                  <a:pt x="3106872" y="496612"/>
                  <a:pt x="3205785" y="487706"/>
                  <a:pt x="3222071" y="470547"/>
                </a:cubicBezTo>
                <a:cubicBezTo>
                  <a:pt x="3242193" y="465502"/>
                  <a:pt x="3267163" y="469124"/>
                  <a:pt x="3274069" y="451593"/>
                </a:cubicBezTo>
                <a:cubicBezTo>
                  <a:pt x="3286659" y="430153"/>
                  <a:pt x="3363648" y="455559"/>
                  <a:pt x="3349632" y="432571"/>
                </a:cubicBezTo>
                <a:lnTo>
                  <a:pt x="3479593" y="390425"/>
                </a:lnTo>
                <a:cubicBezTo>
                  <a:pt x="3546325" y="380108"/>
                  <a:pt x="3689266" y="375631"/>
                  <a:pt x="3750023" y="370666"/>
                </a:cubicBezTo>
                <a:cubicBezTo>
                  <a:pt x="3810780" y="365701"/>
                  <a:pt x="3796187" y="363985"/>
                  <a:pt x="3844133" y="360636"/>
                </a:cubicBezTo>
                <a:cubicBezTo>
                  <a:pt x="3892079" y="357287"/>
                  <a:pt x="4007004" y="338828"/>
                  <a:pt x="4037701" y="350573"/>
                </a:cubicBezTo>
                <a:cubicBezTo>
                  <a:pt x="4133026" y="338752"/>
                  <a:pt x="4159924" y="363178"/>
                  <a:pt x="4266740" y="361442"/>
                </a:cubicBezTo>
                <a:cubicBezTo>
                  <a:pt x="4385770" y="354362"/>
                  <a:pt x="4314535" y="340131"/>
                  <a:pt x="4430770" y="342631"/>
                </a:cubicBezTo>
                <a:cubicBezTo>
                  <a:pt x="4439969" y="322582"/>
                  <a:pt x="4478290" y="314633"/>
                  <a:pt x="4512664" y="319936"/>
                </a:cubicBezTo>
                <a:cubicBezTo>
                  <a:pt x="4570011" y="315126"/>
                  <a:pt x="4549085" y="269587"/>
                  <a:pt x="4616423" y="290902"/>
                </a:cubicBezTo>
                <a:cubicBezTo>
                  <a:pt x="4599641" y="270265"/>
                  <a:pt x="4692085" y="269204"/>
                  <a:pt x="4691675" y="253999"/>
                </a:cubicBezTo>
                <a:lnTo>
                  <a:pt x="4689051" y="250956"/>
                </a:lnTo>
                <a:lnTo>
                  <a:pt x="4719994" y="245295"/>
                </a:lnTo>
                <a:cubicBezTo>
                  <a:pt x="4732635" y="242763"/>
                  <a:pt x="4745300" y="240323"/>
                  <a:pt x="4752894" y="239863"/>
                </a:cubicBezTo>
                <a:lnTo>
                  <a:pt x="4769329" y="233573"/>
                </a:lnTo>
                <a:lnTo>
                  <a:pt x="4775634" y="234051"/>
                </a:lnTo>
                <a:lnTo>
                  <a:pt x="4790452" y="233560"/>
                </a:lnTo>
                <a:lnTo>
                  <a:pt x="4789062" y="241912"/>
                </a:lnTo>
                <a:cubicBezTo>
                  <a:pt x="4786342" y="249920"/>
                  <a:pt x="4804560" y="248619"/>
                  <a:pt x="4827826" y="246965"/>
                </a:cubicBezTo>
                <a:cubicBezTo>
                  <a:pt x="4875782" y="239557"/>
                  <a:pt x="4874112" y="283401"/>
                  <a:pt x="4892569" y="249921"/>
                </a:cubicBezTo>
                <a:lnTo>
                  <a:pt x="4896611" y="240436"/>
                </a:lnTo>
                <a:lnTo>
                  <a:pt x="4917286" y="243647"/>
                </a:lnTo>
                <a:cubicBezTo>
                  <a:pt x="4944584" y="247520"/>
                  <a:pt x="5004445" y="259177"/>
                  <a:pt x="5060397" y="263676"/>
                </a:cubicBezTo>
                <a:cubicBezTo>
                  <a:pt x="5093356" y="238577"/>
                  <a:pt x="5149615" y="249939"/>
                  <a:pt x="5244719" y="245243"/>
                </a:cubicBezTo>
                <a:cubicBezTo>
                  <a:pt x="5280563" y="216460"/>
                  <a:pt x="5287005" y="287909"/>
                  <a:pt x="5358056" y="247236"/>
                </a:cubicBezTo>
                <a:cubicBezTo>
                  <a:pt x="5361752" y="250245"/>
                  <a:pt x="5403312" y="238203"/>
                  <a:pt x="5426496" y="235130"/>
                </a:cubicBezTo>
                <a:cubicBezTo>
                  <a:pt x="5449679" y="232057"/>
                  <a:pt x="5473549" y="245599"/>
                  <a:pt x="5497161" y="228796"/>
                </a:cubicBezTo>
                <a:cubicBezTo>
                  <a:pt x="5639351" y="214989"/>
                  <a:pt x="5707050" y="169433"/>
                  <a:pt x="5923732" y="187376"/>
                </a:cubicBezTo>
                <a:cubicBezTo>
                  <a:pt x="5980821" y="181528"/>
                  <a:pt x="6140195" y="184371"/>
                  <a:pt x="6194152" y="151760"/>
                </a:cubicBezTo>
                <a:cubicBezTo>
                  <a:pt x="6187280" y="177771"/>
                  <a:pt x="6304222" y="153398"/>
                  <a:pt x="6281379" y="181614"/>
                </a:cubicBezTo>
                <a:cubicBezTo>
                  <a:pt x="6321899" y="201807"/>
                  <a:pt x="6335111" y="162578"/>
                  <a:pt x="6374947" y="179787"/>
                </a:cubicBezTo>
                <a:cubicBezTo>
                  <a:pt x="6417404" y="181324"/>
                  <a:pt x="6402484" y="169682"/>
                  <a:pt x="6448518" y="164366"/>
                </a:cubicBezTo>
                <a:cubicBezTo>
                  <a:pt x="6504958" y="162476"/>
                  <a:pt x="6493438" y="111191"/>
                  <a:pt x="6544700" y="167149"/>
                </a:cubicBezTo>
                <a:cubicBezTo>
                  <a:pt x="6601507" y="148685"/>
                  <a:pt x="6566269" y="164374"/>
                  <a:pt x="6648353" y="172238"/>
                </a:cubicBezTo>
                <a:cubicBezTo>
                  <a:pt x="6680008" y="155211"/>
                  <a:pt x="6707960" y="160661"/>
                  <a:pt x="6736227" y="173204"/>
                </a:cubicBezTo>
                <a:cubicBezTo>
                  <a:pt x="6813963" y="164272"/>
                  <a:pt x="6888143" y="181284"/>
                  <a:pt x="6977218" y="184277"/>
                </a:cubicBezTo>
                <a:cubicBezTo>
                  <a:pt x="7040424" y="188306"/>
                  <a:pt x="7000291" y="215076"/>
                  <a:pt x="7065221" y="227519"/>
                </a:cubicBezTo>
                <a:cubicBezTo>
                  <a:pt x="7130151" y="239962"/>
                  <a:pt x="7277790" y="252523"/>
                  <a:pt x="7366801" y="258938"/>
                </a:cubicBezTo>
                <a:cubicBezTo>
                  <a:pt x="7377311" y="252420"/>
                  <a:pt x="7435314" y="238566"/>
                  <a:pt x="7433745" y="246959"/>
                </a:cubicBezTo>
                <a:cubicBezTo>
                  <a:pt x="7446076" y="243878"/>
                  <a:pt x="7639946" y="245807"/>
                  <a:pt x="7644411" y="258974"/>
                </a:cubicBezTo>
                <a:cubicBezTo>
                  <a:pt x="7708015" y="258000"/>
                  <a:pt x="7770249" y="247712"/>
                  <a:pt x="7825110" y="229097"/>
                </a:cubicBezTo>
                <a:cubicBezTo>
                  <a:pt x="7908941" y="220202"/>
                  <a:pt x="8092134" y="211504"/>
                  <a:pt x="8163955" y="205605"/>
                </a:cubicBezTo>
                <a:cubicBezTo>
                  <a:pt x="8183007" y="196598"/>
                  <a:pt x="8225048" y="207087"/>
                  <a:pt x="8256033" y="193701"/>
                </a:cubicBezTo>
                <a:cubicBezTo>
                  <a:pt x="8334440" y="185293"/>
                  <a:pt x="8474968" y="164062"/>
                  <a:pt x="8551625" y="161505"/>
                </a:cubicBezTo>
                <a:cubicBezTo>
                  <a:pt x="8649083" y="153078"/>
                  <a:pt x="8607056" y="154741"/>
                  <a:pt x="8683515" y="143137"/>
                </a:cubicBezTo>
                <a:cubicBezTo>
                  <a:pt x="8746256" y="121084"/>
                  <a:pt x="8897706" y="99547"/>
                  <a:pt x="9002103" y="85529"/>
                </a:cubicBezTo>
                <a:cubicBezTo>
                  <a:pt x="9018826" y="50490"/>
                  <a:pt x="9112524" y="108345"/>
                  <a:pt x="9110856" y="70985"/>
                </a:cubicBezTo>
                <a:cubicBezTo>
                  <a:pt x="9148189" y="94238"/>
                  <a:pt x="9209809" y="53273"/>
                  <a:pt x="9268817" y="53070"/>
                </a:cubicBezTo>
                <a:cubicBezTo>
                  <a:pt x="9279135" y="35985"/>
                  <a:pt x="9292736" y="36508"/>
                  <a:pt x="9316667" y="45035"/>
                </a:cubicBezTo>
                <a:cubicBezTo>
                  <a:pt x="9352186" y="45850"/>
                  <a:pt x="9390008" y="39787"/>
                  <a:pt x="9428209" y="29911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98513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DFC60D1-9FF1-EA88-E315-7F77221DC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467" y="1028188"/>
            <a:ext cx="2082907" cy="22543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9A264D8-D0C8-1D57-6C7C-12B2AC74ECFD}"/>
              </a:ext>
            </a:extLst>
          </p:cNvPr>
          <p:cNvSpPr txBox="1"/>
          <p:nvPr/>
        </p:nvSpPr>
        <p:spPr>
          <a:xfrm>
            <a:off x="2386974" y="3315211"/>
            <a:ext cx="1479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Initial State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054ECE-3448-1078-3EB0-4343AD0E0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6955" y="1028188"/>
            <a:ext cx="1917732" cy="21525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127E758-5C1D-97EE-90D2-E14FBA79E5E4}"/>
              </a:ext>
            </a:extLst>
          </p:cNvPr>
          <p:cNvSpPr txBox="1"/>
          <p:nvPr/>
        </p:nvSpPr>
        <p:spPr>
          <a:xfrm>
            <a:off x="489857" y="304800"/>
            <a:ext cx="79464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First, Calculate Heuristic using Manhattan Distance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40EC0C-EF1E-23BC-A4CD-DEA6FEFA58A4}"/>
              </a:ext>
            </a:extLst>
          </p:cNvPr>
          <p:cNvSpPr txBox="1"/>
          <p:nvPr/>
        </p:nvSpPr>
        <p:spPr>
          <a:xfrm>
            <a:off x="7872823" y="3743051"/>
            <a:ext cx="338599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H(n) = 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D1E930-72AF-9219-AE18-77BF54E8DA83}"/>
              </a:ext>
            </a:extLst>
          </p:cNvPr>
          <p:cNvSpPr txBox="1"/>
          <p:nvPr/>
        </p:nvSpPr>
        <p:spPr>
          <a:xfrm>
            <a:off x="383721" y="3743051"/>
            <a:ext cx="6648449" cy="258532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needs 1 movement to be in it’s correct position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needs 1 movement to be in it’s correct position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 is in it’s correct position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 is in it’s correct position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 is in it’s correct position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 needs 1 movement to be in it’s correct position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 is in it’s correct position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 needs 2 movements to be in it’s correct position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So, The Heuristics is = 1+1+1+2 = 5</a:t>
            </a:r>
          </a:p>
        </p:txBody>
      </p:sp>
    </p:spTree>
    <p:extLst>
      <p:ext uri="{BB962C8B-B14F-4D97-AF65-F5344CB8AC3E}">
        <p14:creationId xmlns:p14="http://schemas.microsoft.com/office/powerpoint/2010/main" val="38084781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D6CECB-5C23-29E0-A91A-4C8829CDB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D6B0A793-3311-52C8-A824-AABCB273B1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1D3C746-DBEE-52CD-17EB-005D6480BF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479720"/>
            <a:ext cx="12192000" cy="3378280"/>
          </a:xfrm>
          <a:custGeom>
            <a:avLst/>
            <a:gdLst>
              <a:gd name="connsiteX0" fmla="*/ 0 w 12192000"/>
              <a:gd name="connsiteY0" fmla="*/ 0 h 3378280"/>
              <a:gd name="connsiteX1" fmla="*/ 13973 w 12192000"/>
              <a:gd name="connsiteY1" fmla="*/ 3431 h 3378280"/>
              <a:gd name="connsiteX2" fmla="*/ 86774 w 12192000"/>
              <a:gd name="connsiteY2" fmla="*/ 43536 h 3378280"/>
              <a:gd name="connsiteX3" fmla="*/ 229780 w 12192000"/>
              <a:gd name="connsiteY3" fmla="*/ 145557 h 3378280"/>
              <a:gd name="connsiteX4" fmla="*/ 302639 w 12192000"/>
              <a:gd name="connsiteY4" fmla="*/ 203425 h 3378280"/>
              <a:gd name="connsiteX5" fmla="*/ 348081 w 12192000"/>
              <a:gd name="connsiteY5" fmla="*/ 187174 h 3378280"/>
              <a:gd name="connsiteX6" fmla="*/ 436950 w 12192000"/>
              <a:gd name="connsiteY6" fmla="*/ 184066 h 3378280"/>
              <a:gd name="connsiteX7" fmla="*/ 501693 w 12192000"/>
              <a:gd name="connsiteY7" fmla="*/ 233225 h 3378280"/>
              <a:gd name="connsiteX8" fmla="*/ 557201 w 12192000"/>
              <a:gd name="connsiteY8" fmla="*/ 312390 h 3378280"/>
              <a:gd name="connsiteX9" fmla="*/ 617648 w 12192000"/>
              <a:gd name="connsiteY9" fmla="*/ 333897 h 3378280"/>
              <a:gd name="connsiteX10" fmla="*/ 692332 w 12192000"/>
              <a:gd name="connsiteY10" fmla="*/ 386327 h 3378280"/>
              <a:gd name="connsiteX11" fmla="*/ 802009 w 12192000"/>
              <a:gd name="connsiteY11" fmla="*/ 419027 h 3378280"/>
              <a:gd name="connsiteX12" fmla="*/ 914003 w 12192000"/>
              <a:gd name="connsiteY12" fmla="*/ 475419 h 3378280"/>
              <a:gd name="connsiteX13" fmla="*/ 938561 w 12192000"/>
              <a:gd name="connsiteY13" fmla="*/ 472887 h 3378280"/>
              <a:gd name="connsiteX14" fmla="*/ 1035683 w 12192000"/>
              <a:gd name="connsiteY14" fmla="*/ 486697 h 3378280"/>
              <a:gd name="connsiteX15" fmla="*/ 1035757 w 12192000"/>
              <a:gd name="connsiteY15" fmla="*/ 486731 h 3378280"/>
              <a:gd name="connsiteX16" fmla="*/ 1074336 w 12192000"/>
              <a:gd name="connsiteY16" fmla="*/ 494465 h 3378280"/>
              <a:gd name="connsiteX17" fmla="*/ 1285084 w 12192000"/>
              <a:gd name="connsiteY17" fmla="*/ 589112 h 3378280"/>
              <a:gd name="connsiteX18" fmla="*/ 1409116 w 12192000"/>
              <a:gd name="connsiteY18" fmla="*/ 656332 h 3378280"/>
              <a:gd name="connsiteX19" fmla="*/ 1533725 w 12192000"/>
              <a:gd name="connsiteY19" fmla="*/ 699179 h 3378280"/>
              <a:gd name="connsiteX20" fmla="*/ 1636242 w 12192000"/>
              <a:gd name="connsiteY20" fmla="*/ 741533 h 3378280"/>
              <a:gd name="connsiteX21" fmla="*/ 1704848 w 12192000"/>
              <a:gd name="connsiteY21" fmla="*/ 770749 h 3378280"/>
              <a:gd name="connsiteX22" fmla="*/ 1718292 w 12192000"/>
              <a:gd name="connsiteY22" fmla="*/ 781051 h 3378280"/>
              <a:gd name="connsiteX23" fmla="*/ 1720835 w 12192000"/>
              <a:gd name="connsiteY23" fmla="*/ 781117 h 3378280"/>
              <a:gd name="connsiteX24" fmla="*/ 1753341 w 12192000"/>
              <a:gd name="connsiteY24" fmla="*/ 800301 h 3378280"/>
              <a:gd name="connsiteX25" fmla="*/ 1775454 w 12192000"/>
              <a:gd name="connsiteY25" fmla="*/ 815182 h 3378280"/>
              <a:gd name="connsiteX26" fmla="*/ 1781011 w 12192000"/>
              <a:gd name="connsiteY26" fmla="*/ 816068 h 3378280"/>
              <a:gd name="connsiteX27" fmla="*/ 1817738 w 12192000"/>
              <a:gd name="connsiteY27" fmla="*/ 834926 h 3378280"/>
              <a:gd name="connsiteX28" fmla="*/ 1830702 w 12192000"/>
              <a:gd name="connsiteY28" fmla="*/ 836485 h 3378280"/>
              <a:gd name="connsiteX29" fmla="*/ 1853950 w 12192000"/>
              <a:gd name="connsiteY29" fmla="*/ 841519 h 3378280"/>
              <a:gd name="connsiteX30" fmla="*/ 1915890 w 12192000"/>
              <a:gd name="connsiteY30" fmla="*/ 841983 h 3378280"/>
              <a:gd name="connsiteX31" fmla="*/ 1960900 w 12192000"/>
              <a:gd name="connsiteY31" fmla="*/ 865789 h 3378280"/>
              <a:gd name="connsiteX32" fmla="*/ 1961217 w 12192000"/>
              <a:gd name="connsiteY32" fmla="*/ 865662 h 3378280"/>
              <a:gd name="connsiteX33" fmla="*/ 1969825 w 12192000"/>
              <a:gd name="connsiteY33" fmla="*/ 869049 h 3378280"/>
              <a:gd name="connsiteX34" fmla="*/ 1975234 w 12192000"/>
              <a:gd name="connsiteY34" fmla="*/ 872329 h 3378280"/>
              <a:gd name="connsiteX35" fmla="*/ 1990485 w 12192000"/>
              <a:gd name="connsiteY35" fmla="*/ 879288 h 3378280"/>
              <a:gd name="connsiteX36" fmla="*/ 1996793 w 12192000"/>
              <a:gd name="connsiteY36" fmla="*/ 880361 h 3378280"/>
              <a:gd name="connsiteX37" fmla="*/ 2055091 w 12192000"/>
              <a:gd name="connsiteY37" fmla="*/ 872818 h 3378280"/>
              <a:gd name="connsiteX38" fmla="*/ 2165143 w 12192000"/>
              <a:gd name="connsiteY38" fmla="*/ 892293 h 3378280"/>
              <a:gd name="connsiteX39" fmla="*/ 2274196 w 12192000"/>
              <a:gd name="connsiteY39" fmla="*/ 914768 h 3378280"/>
              <a:gd name="connsiteX40" fmla="*/ 2383986 w 12192000"/>
              <a:gd name="connsiteY40" fmla="*/ 934891 h 3378280"/>
              <a:gd name="connsiteX41" fmla="*/ 2420278 w 12192000"/>
              <a:gd name="connsiteY41" fmla="*/ 933890 h 3378280"/>
              <a:gd name="connsiteX42" fmla="*/ 2426203 w 12192000"/>
              <a:gd name="connsiteY42" fmla="*/ 933891 h 3378280"/>
              <a:gd name="connsiteX43" fmla="*/ 2448674 w 12192000"/>
              <a:gd name="connsiteY43" fmla="*/ 941056 h 3378280"/>
              <a:gd name="connsiteX44" fmla="*/ 2457640 w 12192000"/>
              <a:gd name="connsiteY44" fmla="*/ 943105 h 3378280"/>
              <a:gd name="connsiteX45" fmla="*/ 2457852 w 12192000"/>
              <a:gd name="connsiteY45" fmla="*/ 942912 h 3378280"/>
              <a:gd name="connsiteX46" fmla="*/ 2466265 w 12192000"/>
              <a:gd name="connsiteY46" fmla="*/ 945310 h 3378280"/>
              <a:gd name="connsiteX47" fmla="*/ 2507496 w 12192000"/>
              <a:gd name="connsiteY47" fmla="*/ 960111 h 3378280"/>
              <a:gd name="connsiteX48" fmla="*/ 2561127 w 12192000"/>
              <a:gd name="connsiteY48" fmla="*/ 949411 h 3378280"/>
              <a:gd name="connsiteX49" fmla="*/ 2583467 w 12192000"/>
              <a:gd name="connsiteY49" fmla="*/ 950570 h 3378280"/>
              <a:gd name="connsiteX50" fmla="*/ 2595361 w 12192000"/>
              <a:gd name="connsiteY50" fmla="*/ 949884 h 3378280"/>
              <a:gd name="connsiteX51" fmla="*/ 2596075 w 12192000"/>
              <a:gd name="connsiteY51" fmla="*/ 949000 h 3378280"/>
              <a:gd name="connsiteX52" fmla="*/ 2666638 w 12192000"/>
              <a:gd name="connsiteY52" fmla="*/ 975095 h 3378280"/>
              <a:gd name="connsiteX53" fmla="*/ 2703393 w 12192000"/>
              <a:gd name="connsiteY53" fmla="*/ 989635 h 3378280"/>
              <a:gd name="connsiteX54" fmla="*/ 2705616 w 12192000"/>
              <a:gd name="connsiteY54" fmla="*/ 989244 h 3378280"/>
              <a:gd name="connsiteX55" fmla="*/ 2721898 w 12192000"/>
              <a:gd name="connsiteY55" fmla="*/ 997777 h 3378280"/>
              <a:gd name="connsiteX56" fmla="*/ 2735669 w 12192000"/>
              <a:gd name="connsiteY56" fmla="*/ 1009612 h 3378280"/>
              <a:gd name="connsiteX57" fmla="*/ 2857526 w 12192000"/>
              <a:gd name="connsiteY57" fmla="*/ 1030627 h 3378280"/>
              <a:gd name="connsiteX58" fmla="*/ 3021918 w 12192000"/>
              <a:gd name="connsiteY58" fmla="*/ 1088093 h 3378280"/>
              <a:gd name="connsiteX59" fmla="*/ 3155458 w 12192000"/>
              <a:gd name="connsiteY59" fmla="*/ 1121618 h 3378280"/>
              <a:gd name="connsiteX60" fmla="*/ 3328229 w 12192000"/>
              <a:gd name="connsiteY60" fmla="*/ 1155903 h 3378280"/>
              <a:gd name="connsiteX61" fmla="*/ 3448440 w 12192000"/>
              <a:gd name="connsiteY61" fmla="*/ 1184343 h 3378280"/>
              <a:gd name="connsiteX62" fmla="*/ 3499287 w 12192000"/>
              <a:gd name="connsiteY62" fmla="*/ 1209472 h 3378280"/>
              <a:gd name="connsiteX63" fmla="*/ 3520027 w 12192000"/>
              <a:gd name="connsiteY63" fmla="*/ 1207338 h 3378280"/>
              <a:gd name="connsiteX64" fmla="*/ 3523594 w 12192000"/>
              <a:gd name="connsiteY64" fmla="*/ 1206755 h 3378280"/>
              <a:gd name="connsiteX65" fmla="*/ 3538013 w 12192000"/>
              <a:gd name="connsiteY65" fmla="*/ 1209066 h 3378280"/>
              <a:gd name="connsiteX66" fmla="*/ 3541918 w 12192000"/>
              <a:gd name="connsiteY66" fmla="*/ 1203922 h 3378280"/>
              <a:gd name="connsiteX67" fmla="*/ 3590082 w 12192000"/>
              <a:gd name="connsiteY67" fmla="*/ 1209115 h 3378280"/>
              <a:gd name="connsiteX68" fmla="*/ 3716445 w 12192000"/>
              <a:gd name="connsiteY68" fmla="*/ 1243431 h 3378280"/>
              <a:gd name="connsiteX69" fmla="*/ 3792028 w 12192000"/>
              <a:gd name="connsiteY69" fmla="*/ 1260288 h 3378280"/>
              <a:gd name="connsiteX70" fmla="*/ 3820707 w 12192000"/>
              <a:gd name="connsiteY70" fmla="*/ 1260924 h 3378280"/>
              <a:gd name="connsiteX71" fmla="*/ 3860784 w 12192000"/>
              <a:gd name="connsiteY71" fmla="*/ 1265692 h 3378280"/>
              <a:gd name="connsiteX72" fmla="*/ 3997310 w 12192000"/>
              <a:gd name="connsiteY72" fmla="*/ 1281176 h 3378280"/>
              <a:gd name="connsiteX73" fmla="*/ 4040665 w 12192000"/>
              <a:gd name="connsiteY73" fmla="*/ 1291934 h 3378280"/>
              <a:gd name="connsiteX74" fmla="*/ 4046831 w 12192000"/>
              <a:gd name="connsiteY74" fmla="*/ 1293910 h 3378280"/>
              <a:gd name="connsiteX75" fmla="*/ 4095847 w 12192000"/>
              <a:gd name="connsiteY75" fmla="*/ 1316851 h 3378280"/>
              <a:gd name="connsiteX76" fmla="*/ 4101945 w 12192000"/>
              <a:gd name="connsiteY76" fmla="*/ 1313869 h 3378280"/>
              <a:gd name="connsiteX77" fmla="*/ 4119420 w 12192000"/>
              <a:gd name="connsiteY77" fmla="*/ 1313965 h 3378280"/>
              <a:gd name="connsiteX78" fmla="*/ 4131728 w 12192000"/>
              <a:gd name="connsiteY78" fmla="*/ 1322978 h 3378280"/>
              <a:gd name="connsiteX79" fmla="*/ 4193827 w 12192000"/>
              <a:gd name="connsiteY79" fmla="*/ 1350222 h 3378280"/>
              <a:gd name="connsiteX80" fmla="*/ 4286157 w 12192000"/>
              <a:gd name="connsiteY80" fmla="*/ 1385101 h 3378280"/>
              <a:gd name="connsiteX81" fmla="*/ 4298907 w 12192000"/>
              <a:gd name="connsiteY81" fmla="*/ 1394396 h 3378280"/>
              <a:gd name="connsiteX82" fmla="*/ 4323224 w 12192000"/>
              <a:gd name="connsiteY82" fmla="*/ 1403133 h 3378280"/>
              <a:gd name="connsiteX83" fmla="*/ 4404439 w 12192000"/>
              <a:gd name="connsiteY83" fmla="*/ 1417252 h 3378280"/>
              <a:gd name="connsiteX84" fmla="*/ 4423989 w 12192000"/>
              <a:gd name="connsiteY84" fmla="*/ 1410448 h 3378280"/>
              <a:gd name="connsiteX85" fmla="*/ 4427300 w 12192000"/>
              <a:gd name="connsiteY85" fmla="*/ 1409068 h 3378280"/>
              <a:gd name="connsiteX86" fmla="*/ 4441847 w 12192000"/>
              <a:gd name="connsiteY86" fmla="*/ 1408029 h 3378280"/>
              <a:gd name="connsiteX87" fmla="*/ 4444331 w 12192000"/>
              <a:gd name="connsiteY87" fmla="*/ 1402133 h 3378280"/>
              <a:gd name="connsiteX88" fmla="*/ 4492293 w 12192000"/>
              <a:gd name="connsiteY88" fmla="*/ 1396205 h 3378280"/>
              <a:gd name="connsiteX89" fmla="*/ 4623335 w 12192000"/>
              <a:gd name="connsiteY89" fmla="*/ 1400793 h 3378280"/>
              <a:gd name="connsiteX90" fmla="*/ 4700790 w 12192000"/>
              <a:gd name="connsiteY90" fmla="*/ 1399970 h 3378280"/>
              <a:gd name="connsiteX91" fmla="*/ 4728732 w 12192000"/>
              <a:gd name="connsiteY91" fmla="*/ 1394050 h 3378280"/>
              <a:gd name="connsiteX92" fmla="*/ 4768749 w 12192000"/>
              <a:gd name="connsiteY92" fmla="*/ 1389553 h 3378280"/>
              <a:gd name="connsiteX93" fmla="*/ 4838227 w 12192000"/>
              <a:gd name="connsiteY93" fmla="*/ 1377273 h 3378280"/>
              <a:gd name="connsiteX94" fmla="*/ 4904889 w 12192000"/>
              <a:gd name="connsiteY94" fmla="*/ 1373499 h 3378280"/>
              <a:gd name="connsiteX95" fmla="*/ 4949597 w 12192000"/>
              <a:gd name="connsiteY95" fmla="*/ 1374085 h 3378280"/>
              <a:gd name="connsiteX96" fmla="*/ 4956064 w 12192000"/>
              <a:gd name="connsiteY96" fmla="*/ 1374603 h 3378280"/>
              <a:gd name="connsiteX97" fmla="*/ 5009322 w 12192000"/>
              <a:gd name="connsiteY97" fmla="*/ 1385751 h 3378280"/>
              <a:gd name="connsiteX98" fmla="*/ 5014476 w 12192000"/>
              <a:gd name="connsiteY98" fmla="*/ 1381460 h 3378280"/>
              <a:gd name="connsiteX99" fmla="*/ 5031428 w 12192000"/>
              <a:gd name="connsiteY99" fmla="*/ 1377570 h 3378280"/>
              <a:gd name="connsiteX100" fmla="*/ 5045619 w 12192000"/>
              <a:gd name="connsiteY100" fmla="*/ 1383532 h 3378280"/>
              <a:gd name="connsiteX101" fmla="*/ 5112635 w 12192000"/>
              <a:gd name="connsiteY101" fmla="*/ 1395891 h 3378280"/>
              <a:gd name="connsiteX102" fmla="*/ 5210851 w 12192000"/>
              <a:gd name="connsiteY102" fmla="*/ 1408784 h 3378280"/>
              <a:gd name="connsiteX103" fmla="*/ 5225543 w 12192000"/>
              <a:gd name="connsiteY103" fmla="*/ 1414923 h 3378280"/>
              <a:gd name="connsiteX104" fmla="*/ 5321696 w 12192000"/>
              <a:gd name="connsiteY104" fmla="*/ 1432414 h 3378280"/>
              <a:gd name="connsiteX105" fmla="*/ 5372327 w 12192000"/>
              <a:gd name="connsiteY105" fmla="*/ 1436597 h 3378280"/>
              <a:gd name="connsiteX106" fmla="*/ 5378149 w 12192000"/>
              <a:gd name="connsiteY106" fmla="*/ 1431785 h 3378280"/>
              <a:gd name="connsiteX107" fmla="*/ 5393069 w 12192000"/>
              <a:gd name="connsiteY107" fmla="*/ 1433737 h 3378280"/>
              <a:gd name="connsiteX108" fmla="*/ 5527621 w 12192000"/>
              <a:gd name="connsiteY108" fmla="*/ 1458786 h 3378280"/>
              <a:gd name="connsiteX109" fmla="*/ 5680585 w 12192000"/>
              <a:gd name="connsiteY109" fmla="*/ 1498233 h 3378280"/>
              <a:gd name="connsiteX110" fmla="*/ 5783795 w 12192000"/>
              <a:gd name="connsiteY110" fmla="*/ 1499932 h 3378280"/>
              <a:gd name="connsiteX111" fmla="*/ 6016525 w 12192000"/>
              <a:gd name="connsiteY111" fmla="*/ 1577292 h 3378280"/>
              <a:gd name="connsiteX112" fmla="*/ 6186598 w 12192000"/>
              <a:gd name="connsiteY112" fmla="*/ 1606065 h 3378280"/>
              <a:gd name="connsiteX113" fmla="*/ 6197872 w 12192000"/>
              <a:gd name="connsiteY113" fmla="*/ 1616845 h 3378280"/>
              <a:gd name="connsiteX114" fmla="*/ 6212885 w 12192000"/>
              <a:gd name="connsiteY114" fmla="*/ 1624535 h 3378280"/>
              <a:gd name="connsiteX115" fmla="*/ 6319240 w 12192000"/>
              <a:gd name="connsiteY115" fmla="*/ 1660375 h 3378280"/>
              <a:gd name="connsiteX116" fmla="*/ 6333397 w 12192000"/>
              <a:gd name="connsiteY116" fmla="*/ 1658763 h 3378280"/>
              <a:gd name="connsiteX117" fmla="*/ 6357266 w 12192000"/>
              <a:gd name="connsiteY117" fmla="*/ 1659543 h 3378280"/>
              <a:gd name="connsiteX118" fmla="*/ 6418740 w 12192000"/>
              <a:gd name="connsiteY118" fmla="*/ 1648944 h 3378280"/>
              <a:gd name="connsiteX119" fmla="*/ 6458877 w 12192000"/>
              <a:gd name="connsiteY119" fmla="*/ 1662117 h 3378280"/>
              <a:gd name="connsiteX120" fmla="*/ 6467254 w 12192000"/>
              <a:gd name="connsiteY120" fmla="*/ 1664227 h 3378280"/>
              <a:gd name="connsiteX121" fmla="*/ 6467545 w 12192000"/>
              <a:gd name="connsiteY121" fmla="*/ 1664046 h 3378280"/>
              <a:gd name="connsiteX122" fmla="*/ 6476635 w 12192000"/>
              <a:gd name="connsiteY122" fmla="*/ 1665826 h 3378280"/>
              <a:gd name="connsiteX123" fmla="*/ 6482535 w 12192000"/>
              <a:gd name="connsiteY123" fmla="*/ 1668074 h 3378280"/>
              <a:gd name="connsiteX124" fmla="*/ 6498791 w 12192000"/>
              <a:gd name="connsiteY124" fmla="*/ 1672167 h 3378280"/>
              <a:gd name="connsiteX125" fmla="*/ 6505220 w 12192000"/>
              <a:gd name="connsiteY125" fmla="*/ 1672092 h 3378280"/>
              <a:gd name="connsiteX126" fmla="*/ 6508969 w 12192000"/>
              <a:gd name="connsiteY126" fmla="*/ 1669922 h 3378280"/>
              <a:gd name="connsiteX127" fmla="*/ 6544886 w 12192000"/>
              <a:gd name="connsiteY127" fmla="*/ 1670695 h 3378280"/>
              <a:gd name="connsiteX128" fmla="*/ 6617859 w 12192000"/>
              <a:gd name="connsiteY128" fmla="*/ 1679453 h 3378280"/>
              <a:gd name="connsiteX129" fmla="*/ 6657726 w 12192000"/>
              <a:gd name="connsiteY129" fmla="*/ 1687906 h 3378280"/>
              <a:gd name="connsiteX130" fmla="*/ 6769041 w 12192000"/>
              <a:gd name="connsiteY130" fmla="*/ 1707304 h 3378280"/>
              <a:gd name="connsiteX131" fmla="*/ 6882368 w 12192000"/>
              <a:gd name="connsiteY131" fmla="*/ 1723914 h 3378280"/>
              <a:gd name="connsiteX132" fmla="*/ 6968822 w 12192000"/>
              <a:gd name="connsiteY132" fmla="*/ 1723334 h 3378280"/>
              <a:gd name="connsiteX133" fmla="*/ 6973672 w 12192000"/>
              <a:gd name="connsiteY133" fmla="*/ 1726298 h 3378280"/>
              <a:gd name="connsiteX134" fmla="*/ 6981961 w 12192000"/>
              <a:gd name="connsiteY134" fmla="*/ 1729324 h 3378280"/>
              <a:gd name="connsiteX135" fmla="*/ 6982342 w 12192000"/>
              <a:gd name="connsiteY135" fmla="*/ 1729201 h 3378280"/>
              <a:gd name="connsiteX136" fmla="*/ 6989757 w 12192000"/>
              <a:gd name="connsiteY136" fmla="*/ 1732420 h 3378280"/>
              <a:gd name="connsiteX137" fmla="*/ 7023794 w 12192000"/>
              <a:gd name="connsiteY137" fmla="*/ 1750660 h 3378280"/>
              <a:gd name="connsiteX138" fmla="*/ 7090828 w 12192000"/>
              <a:gd name="connsiteY138" fmla="*/ 1750287 h 3378280"/>
              <a:gd name="connsiteX139" fmla="*/ 7114479 w 12192000"/>
              <a:gd name="connsiteY139" fmla="*/ 1754649 h 3378280"/>
              <a:gd name="connsiteX140" fmla="*/ 7162053 w 12192000"/>
              <a:gd name="connsiteY140" fmla="*/ 1772908 h 3378280"/>
              <a:gd name="connsiteX141" fmla="*/ 7167808 w 12192000"/>
              <a:gd name="connsiteY141" fmla="*/ 1773656 h 3378280"/>
              <a:gd name="connsiteX142" fmla="*/ 7187185 w 12192000"/>
              <a:gd name="connsiteY142" fmla="*/ 1787148 h 3378280"/>
              <a:gd name="connsiteX143" fmla="*/ 7216505 w 12192000"/>
              <a:gd name="connsiteY143" fmla="*/ 1804489 h 3378280"/>
              <a:gd name="connsiteX144" fmla="*/ 7219246 w 12192000"/>
              <a:gd name="connsiteY144" fmla="*/ 1804514 h 3378280"/>
              <a:gd name="connsiteX145" fmla="*/ 7230639 w 12192000"/>
              <a:gd name="connsiteY145" fmla="*/ 1813879 h 3378280"/>
              <a:gd name="connsiteX146" fmla="*/ 7236776 w 12192000"/>
              <a:gd name="connsiteY146" fmla="*/ 1825514 h 3378280"/>
              <a:gd name="connsiteX147" fmla="*/ 7394082 w 12192000"/>
              <a:gd name="connsiteY147" fmla="*/ 1877925 h 3378280"/>
              <a:gd name="connsiteX148" fmla="*/ 7505820 w 12192000"/>
              <a:gd name="connsiteY148" fmla="*/ 1933859 h 3378280"/>
              <a:gd name="connsiteX149" fmla="*/ 7572147 w 12192000"/>
              <a:gd name="connsiteY149" fmla="*/ 2003817 h 3378280"/>
              <a:gd name="connsiteX150" fmla="*/ 7828975 w 12192000"/>
              <a:gd name="connsiteY150" fmla="*/ 2061508 h 3378280"/>
              <a:gd name="connsiteX151" fmla="*/ 7886804 w 12192000"/>
              <a:gd name="connsiteY151" fmla="*/ 2075509 h 3378280"/>
              <a:gd name="connsiteX152" fmla="*/ 7923558 w 12192000"/>
              <a:gd name="connsiteY152" fmla="*/ 2103529 h 3378280"/>
              <a:gd name="connsiteX153" fmla="*/ 7947954 w 12192000"/>
              <a:gd name="connsiteY153" fmla="*/ 2104996 h 3378280"/>
              <a:gd name="connsiteX154" fmla="*/ 7952318 w 12192000"/>
              <a:gd name="connsiteY154" fmla="*/ 2105077 h 3378280"/>
              <a:gd name="connsiteX155" fmla="*/ 7966398 w 12192000"/>
              <a:gd name="connsiteY155" fmla="*/ 2109147 h 3378280"/>
              <a:gd name="connsiteX156" fmla="*/ 7974591 w 12192000"/>
              <a:gd name="connsiteY156" fmla="*/ 2105612 h 3378280"/>
              <a:gd name="connsiteX157" fmla="*/ 7998806 w 12192000"/>
              <a:gd name="connsiteY157" fmla="*/ 2108382 h 3378280"/>
              <a:gd name="connsiteX158" fmla="*/ 8023544 w 12192000"/>
              <a:gd name="connsiteY158" fmla="*/ 2117183 h 3378280"/>
              <a:gd name="connsiteX159" fmla="*/ 8136247 w 12192000"/>
              <a:gd name="connsiteY159" fmla="*/ 2164190 h 3378280"/>
              <a:gd name="connsiteX160" fmla="*/ 8206445 w 12192000"/>
              <a:gd name="connsiteY160" fmla="*/ 2189356 h 3378280"/>
              <a:gd name="connsiteX161" fmla="*/ 8237464 w 12192000"/>
              <a:gd name="connsiteY161" fmla="*/ 2194272 h 3378280"/>
              <a:gd name="connsiteX162" fmla="*/ 8277853 w 12192000"/>
              <a:gd name="connsiteY162" fmla="*/ 2204259 h 3378280"/>
              <a:gd name="connsiteX163" fmla="*/ 8352501 w 12192000"/>
              <a:gd name="connsiteY163" fmla="*/ 2218290 h 3378280"/>
              <a:gd name="connsiteX164" fmla="*/ 8446938 w 12192000"/>
              <a:gd name="connsiteY164" fmla="*/ 2243393 h 3378280"/>
              <a:gd name="connsiteX165" fmla="*/ 8497138 w 12192000"/>
              <a:gd name="connsiteY165" fmla="*/ 2281506 h 3378280"/>
              <a:gd name="connsiteX166" fmla="*/ 8506096 w 12192000"/>
              <a:gd name="connsiteY166" fmla="*/ 2280042 h 3378280"/>
              <a:gd name="connsiteX167" fmla="*/ 8549806 w 12192000"/>
              <a:gd name="connsiteY167" fmla="*/ 2296675 h 3378280"/>
              <a:gd name="connsiteX168" fmla="*/ 8680256 w 12192000"/>
              <a:gd name="connsiteY168" fmla="*/ 2378758 h 3378280"/>
              <a:gd name="connsiteX169" fmla="*/ 8766301 w 12192000"/>
              <a:gd name="connsiteY169" fmla="*/ 2410605 h 3378280"/>
              <a:gd name="connsiteX170" fmla="*/ 8800492 w 12192000"/>
              <a:gd name="connsiteY170" fmla="*/ 2418067 h 3378280"/>
              <a:gd name="connsiteX171" fmla="*/ 8857555 w 12192000"/>
              <a:gd name="connsiteY171" fmla="*/ 2430810 h 3378280"/>
              <a:gd name="connsiteX172" fmla="*/ 8951967 w 12192000"/>
              <a:gd name="connsiteY172" fmla="*/ 2460856 h 3378280"/>
              <a:gd name="connsiteX173" fmla="*/ 9002970 w 12192000"/>
              <a:gd name="connsiteY173" fmla="*/ 2472291 h 3378280"/>
              <a:gd name="connsiteX174" fmla="*/ 9081613 w 12192000"/>
              <a:gd name="connsiteY174" fmla="*/ 2488296 h 3378280"/>
              <a:gd name="connsiteX175" fmla="*/ 9091561 w 12192000"/>
              <a:gd name="connsiteY175" fmla="*/ 2494386 h 3378280"/>
              <a:gd name="connsiteX176" fmla="*/ 9140625 w 12192000"/>
              <a:gd name="connsiteY176" fmla="*/ 2486779 h 3378280"/>
              <a:gd name="connsiteX177" fmla="*/ 9271105 w 12192000"/>
              <a:gd name="connsiteY177" fmla="*/ 2511730 h 3378280"/>
              <a:gd name="connsiteX178" fmla="*/ 9295023 w 12192000"/>
              <a:gd name="connsiteY178" fmla="*/ 2512830 h 3378280"/>
              <a:gd name="connsiteX179" fmla="*/ 9321673 w 12192000"/>
              <a:gd name="connsiteY179" fmla="*/ 2524119 h 3378280"/>
              <a:gd name="connsiteX180" fmla="*/ 9378975 w 12192000"/>
              <a:gd name="connsiteY180" fmla="*/ 2543803 h 3378280"/>
              <a:gd name="connsiteX181" fmla="*/ 9414193 w 12192000"/>
              <a:gd name="connsiteY181" fmla="*/ 2562927 h 3378280"/>
              <a:gd name="connsiteX182" fmla="*/ 9426009 w 12192000"/>
              <a:gd name="connsiteY182" fmla="*/ 2558847 h 3378280"/>
              <a:gd name="connsiteX183" fmla="*/ 9450634 w 12192000"/>
              <a:gd name="connsiteY183" fmla="*/ 2560685 h 3378280"/>
              <a:gd name="connsiteX184" fmla="*/ 9549097 w 12192000"/>
              <a:gd name="connsiteY184" fmla="*/ 2585168 h 3378280"/>
              <a:gd name="connsiteX185" fmla="*/ 9567633 w 12192000"/>
              <a:gd name="connsiteY185" fmla="*/ 2587105 h 3378280"/>
              <a:gd name="connsiteX186" fmla="*/ 9586878 w 12192000"/>
              <a:gd name="connsiteY186" fmla="*/ 2596659 h 3378280"/>
              <a:gd name="connsiteX187" fmla="*/ 9589974 w 12192000"/>
              <a:gd name="connsiteY187" fmla="*/ 2598235 h 3378280"/>
              <a:gd name="connsiteX188" fmla="*/ 9590570 w 12192000"/>
              <a:gd name="connsiteY188" fmla="*/ 2598249 h 3378280"/>
              <a:gd name="connsiteX189" fmla="*/ 9591896 w 12192000"/>
              <a:gd name="connsiteY189" fmla="*/ 2599214 h 3378280"/>
              <a:gd name="connsiteX190" fmla="*/ 9604535 w 12192000"/>
              <a:gd name="connsiteY190" fmla="*/ 2605654 h 3378280"/>
              <a:gd name="connsiteX191" fmla="*/ 9610554 w 12192000"/>
              <a:gd name="connsiteY191" fmla="*/ 2606189 h 3378280"/>
              <a:gd name="connsiteX192" fmla="*/ 9690072 w 12192000"/>
              <a:gd name="connsiteY192" fmla="*/ 2638745 h 3378280"/>
              <a:gd name="connsiteX193" fmla="*/ 9726964 w 12192000"/>
              <a:gd name="connsiteY193" fmla="*/ 2653728 h 3378280"/>
              <a:gd name="connsiteX194" fmla="*/ 9738036 w 12192000"/>
              <a:gd name="connsiteY194" fmla="*/ 2654794 h 3378280"/>
              <a:gd name="connsiteX195" fmla="*/ 9774202 w 12192000"/>
              <a:gd name="connsiteY195" fmla="*/ 2671509 h 3378280"/>
              <a:gd name="connsiteX196" fmla="*/ 9793246 w 12192000"/>
              <a:gd name="connsiteY196" fmla="*/ 2675245 h 3378280"/>
              <a:gd name="connsiteX197" fmla="*/ 9890301 w 12192000"/>
              <a:gd name="connsiteY197" fmla="*/ 2700274 h 3378280"/>
              <a:gd name="connsiteX198" fmla="*/ 9915070 w 12192000"/>
              <a:gd name="connsiteY198" fmla="*/ 2699250 h 3378280"/>
              <a:gd name="connsiteX199" fmla="*/ 9976517 w 12192000"/>
              <a:gd name="connsiteY199" fmla="*/ 2732899 h 3378280"/>
              <a:gd name="connsiteX200" fmla="*/ 9990168 w 12192000"/>
              <a:gd name="connsiteY200" fmla="*/ 2737877 h 3378280"/>
              <a:gd name="connsiteX201" fmla="*/ 9995041 w 12192000"/>
              <a:gd name="connsiteY201" fmla="*/ 2741223 h 3378280"/>
              <a:gd name="connsiteX202" fmla="*/ 10012636 w 12192000"/>
              <a:gd name="connsiteY202" fmla="*/ 2729876 h 3378280"/>
              <a:gd name="connsiteX203" fmla="*/ 10044280 w 12192000"/>
              <a:gd name="connsiteY203" fmla="*/ 2726966 h 3378280"/>
              <a:gd name="connsiteX204" fmla="*/ 10057934 w 12192000"/>
              <a:gd name="connsiteY204" fmla="*/ 2735671 h 3378280"/>
              <a:gd name="connsiteX205" fmla="*/ 10148373 w 12192000"/>
              <a:gd name="connsiteY205" fmla="*/ 2778987 h 3378280"/>
              <a:gd name="connsiteX206" fmla="*/ 10176601 w 12192000"/>
              <a:gd name="connsiteY206" fmla="*/ 2791940 h 3378280"/>
              <a:gd name="connsiteX207" fmla="*/ 10235082 w 12192000"/>
              <a:gd name="connsiteY207" fmla="*/ 2816761 h 3378280"/>
              <a:gd name="connsiteX208" fmla="*/ 10421684 w 12192000"/>
              <a:gd name="connsiteY208" fmla="*/ 2833871 h 3378280"/>
              <a:gd name="connsiteX209" fmla="*/ 10507376 w 12192000"/>
              <a:gd name="connsiteY209" fmla="*/ 2822262 h 3378280"/>
              <a:gd name="connsiteX210" fmla="*/ 10738376 w 12192000"/>
              <a:gd name="connsiteY210" fmla="*/ 2833353 h 3378280"/>
              <a:gd name="connsiteX211" fmla="*/ 11043443 w 12192000"/>
              <a:gd name="connsiteY211" fmla="*/ 2803954 h 3378280"/>
              <a:gd name="connsiteX212" fmla="*/ 11115269 w 12192000"/>
              <a:gd name="connsiteY212" fmla="*/ 2823367 h 3378280"/>
              <a:gd name="connsiteX213" fmla="*/ 11147582 w 12192000"/>
              <a:gd name="connsiteY213" fmla="*/ 2822547 h 3378280"/>
              <a:gd name="connsiteX214" fmla="*/ 11201205 w 12192000"/>
              <a:gd name="connsiteY214" fmla="*/ 2818210 h 3378280"/>
              <a:gd name="connsiteX215" fmla="*/ 11391726 w 12192000"/>
              <a:gd name="connsiteY215" fmla="*/ 2826386 h 3378280"/>
              <a:gd name="connsiteX216" fmla="*/ 11507640 w 12192000"/>
              <a:gd name="connsiteY216" fmla="*/ 2824866 h 3378280"/>
              <a:gd name="connsiteX217" fmla="*/ 11718056 w 12192000"/>
              <a:gd name="connsiteY217" fmla="*/ 2821969 h 3378280"/>
              <a:gd name="connsiteX218" fmla="*/ 11937926 w 12192000"/>
              <a:gd name="connsiteY218" fmla="*/ 2817058 h 3378280"/>
              <a:gd name="connsiteX219" fmla="*/ 12035355 w 12192000"/>
              <a:gd name="connsiteY219" fmla="*/ 2813340 h 3378280"/>
              <a:gd name="connsiteX220" fmla="*/ 12179047 w 12192000"/>
              <a:gd name="connsiteY220" fmla="*/ 2788508 h 3378280"/>
              <a:gd name="connsiteX221" fmla="*/ 12192000 w 12192000"/>
              <a:gd name="connsiteY221" fmla="*/ 2788486 h 3378280"/>
              <a:gd name="connsiteX222" fmla="*/ 12192000 w 12192000"/>
              <a:gd name="connsiteY222" fmla="*/ 3378280 h 3378280"/>
              <a:gd name="connsiteX223" fmla="*/ 0 w 12192000"/>
              <a:gd name="connsiteY223" fmla="*/ 3378280 h 3378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</a:cxnLst>
            <a:rect l="l" t="t" r="r" b="b"/>
            <a:pathLst>
              <a:path w="12192000" h="3378280">
                <a:moveTo>
                  <a:pt x="0" y="0"/>
                </a:moveTo>
                <a:lnTo>
                  <a:pt x="13973" y="3431"/>
                </a:lnTo>
                <a:cubicBezTo>
                  <a:pt x="48258" y="17773"/>
                  <a:pt x="68757" y="59402"/>
                  <a:pt x="86774" y="43536"/>
                </a:cubicBezTo>
                <a:cubicBezTo>
                  <a:pt x="86532" y="72023"/>
                  <a:pt x="217976" y="120568"/>
                  <a:pt x="229780" y="145557"/>
                </a:cubicBezTo>
                <a:lnTo>
                  <a:pt x="302639" y="203425"/>
                </a:lnTo>
                <a:cubicBezTo>
                  <a:pt x="312906" y="207200"/>
                  <a:pt x="342855" y="184923"/>
                  <a:pt x="348081" y="187174"/>
                </a:cubicBezTo>
                <a:lnTo>
                  <a:pt x="436950" y="184066"/>
                </a:lnTo>
                <a:lnTo>
                  <a:pt x="501693" y="233225"/>
                </a:lnTo>
                <a:lnTo>
                  <a:pt x="557201" y="312390"/>
                </a:lnTo>
                <a:cubicBezTo>
                  <a:pt x="579844" y="353675"/>
                  <a:pt x="602207" y="315301"/>
                  <a:pt x="617648" y="333897"/>
                </a:cubicBezTo>
                <a:lnTo>
                  <a:pt x="692332" y="386327"/>
                </a:lnTo>
                <a:cubicBezTo>
                  <a:pt x="715261" y="398377"/>
                  <a:pt x="770477" y="414831"/>
                  <a:pt x="802009" y="419027"/>
                </a:cubicBezTo>
                <a:cubicBezTo>
                  <a:pt x="838953" y="433876"/>
                  <a:pt x="886385" y="473956"/>
                  <a:pt x="914003" y="475419"/>
                </a:cubicBezTo>
                <a:cubicBezTo>
                  <a:pt x="923483" y="477324"/>
                  <a:pt x="931440" y="475817"/>
                  <a:pt x="938561" y="472887"/>
                </a:cubicBezTo>
                <a:lnTo>
                  <a:pt x="1035683" y="486697"/>
                </a:lnTo>
                <a:cubicBezTo>
                  <a:pt x="1035708" y="486708"/>
                  <a:pt x="1035733" y="486720"/>
                  <a:pt x="1035757" y="486731"/>
                </a:cubicBezTo>
                <a:cubicBezTo>
                  <a:pt x="1046500" y="494574"/>
                  <a:pt x="1038533" y="500311"/>
                  <a:pt x="1074336" y="494465"/>
                </a:cubicBezTo>
                <a:cubicBezTo>
                  <a:pt x="1137289" y="530436"/>
                  <a:pt x="1235340" y="545106"/>
                  <a:pt x="1285084" y="589112"/>
                </a:cubicBezTo>
                <a:cubicBezTo>
                  <a:pt x="1341251" y="608873"/>
                  <a:pt x="1367674" y="637988"/>
                  <a:pt x="1409116" y="656332"/>
                </a:cubicBezTo>
                <a:cubicBezTo>
                  <a:pt x="1471208" y="682449"/>
                  <a:pt x="1492207" y="692779"/>
                  <a:pt x="1533725" y="699179"/>
                </a:cubicBezTo>
                <a:cubicBezTo>
                  <a:pt x="1592391" y="718911"/>
                  <a:pt x="1575207" y="737633"/>
                  <a:pt x="1636242" y="741533"/>
                </a:cubicBezTo>
                <a:cubicBezTo>
                  <a:pt x="1638264" y="746130"/>
                  <a:pt x="1700806" y="766849"/>
                  <a:pt x="1704848" y="770749"/>
                </a:cubicBezTo>
                <a:lnTo>
                  <a:pt x="1718292" y="781051"/>
                </a:lnTo>
                <a:lnTo>
                  <a:pt x="1720835" y="781117"/>
                </a:lnTo>
                <a:lnTo>
                  <a:pt x="1753341" y="800301"/>
                </a:lnTo>
                <a:lnTo>
                  <a:pt x="1775454" y="815182"/>
                </a:lnTo>
                <a:lnTo>
                  <a:pt x="1781011" y="816068"/>
                </a:lnTo>
                <a:lnTo>
                  <a:pt x="1817738" y="834926"/>
                </a:lnTo>
                <a:cubicBezTo>
                  <a:pt x="1821156" y="833953"/>
                  <a:pt x="1825209" y="834074"/>
                  <a:pt x="1830702" y="836485"/>
                </a:cubicBezTo>
                <a:cubicBezTo>
                  <a:pt x="1832151" y="819591"/>
                  <a:pt x="1837883" y="832919"/>
                  <a:pt x="1853950" y="841519"/>
                </a:cubicBezTo>
                <a:cubicBezTo>
                  <a:pt x="1859780" y="817198"/>
                  <a:pt x="1899456" y="849599"/>
                  <a:pt x="1915890" y="841983"/>
                </a:cubicBezTo>
                <a:lnTo>
                  <a:pt x="1960900" y="865789"/>
                </a:lnTo>
                <a:lnTo>
                  <a:pt x="1961217" y="865662"/>
                </a:lnTo>
                <a:cubicBezTo>
                  <a:pt x="1963265" y="866017"/>
                  <a:pt x="1965977" y="867037"/>
                  <a:pt x="1969825" y="869049"/>
                </a:cubicBezTo>
                <a:lnTo>
                  <a:pt x="1975234" y="872329"/>
                </a:lnTo>
                <a:lnTo>
                  <a:pt x="1990485" y="879288"/>
                </a:lnTo>
                <a:lnTo>
                  <a:pt x="1996793" y="880361"/>
                </a:lnTo>
                <a:cubicBezTo>
                  <a:pt x="2020465" y="879540"/>
                  <a:pt x="2023446" y="845377"/>
                  <a:pt x="2055091" y="872818"/>
                </a:cubicBezTo>
                <a:cubicBezTo>
                  <a:pt x="2098055" y="882341"/>
                  <a:pt x="2125216" y="870433"/>
                  <a:pt x="2165143" y="892293"/>
                </a:cubicBezTo>
                <a:cubicBezTo>
                  <a:pt x="2205365" y="901134"/>
                  <a:pt x="2239987" y="901455"/>
                  <a:pt x="2274196" y="914768"/>
                </a:cubicBezTo>
                <a:cubicBezTo>
                  <a:pt x="2310666" y="921868"/>
                  <a:pt x="2360104" y="931320"/>
                  <a:pt x="2383986" y="934891"/>
                </a:cubicBezTo>
                <a:lnTo>
                  <a:pt x="2420278" y="933890"/>
                </a:lnTo>
                <a:lnTo>
                  <a:pt x="2426203" y="933891"/>
                </a:lnTo>
                <a:lnTo>
                  <a:pt x="2448674" y="941056"/>
                </a:lnTo>
                <a:cubicBezTo>
                  <a:pt x="2452907" y="942503"/>
                  <a:pt x="2455711" y="943098"/>
                  <a:pt x="2457640" y="943105"/>
                </a:cubicBezTo>
                <a:lnTo>
                  <a:pt x="2457852" y="942912"/>
                </a:lnTo>
                <a:lnTo>
                  <a:pt x="2466265" y="945310"/>
                </a:lnTo>
                <a:cubicBezTo>
                  <a:pt x="2480470" y="949908"/>
                  <a:pt x="2494307" y="954915"/>
                  <a:pt x="2507496" y="960111"/>
                </a:cubicBezTo>
                <a:cubicBezTo>
                  <a:pt x="2518208" y="949036"/>
                  <a:pt x="2567155" y="976345"/>
                  <a:pt x="2561127" y="949411"/>
                </a:cubicBezTo>
                <a:cubicBezTo>
                  <a:pt x="2578896" y="955660"/>
                  <a:pt x="2589900" y="968806"/>
                  <a:pt x="2583467" y="950570"/>
                </a:cubicBezTo>
                <a:cubicBezTo>
                  <a:pt x="2589300" y="952141"/>
                  <a:pt x="2592850" y="951536"/>
                  <a:pt x="2595361" y="949884"/>
                </a:cubicBezTo>
                <a:lnTo>
                  <a:pt x="2596075" y="949000"/>
                </a:lnTo>
                <a:lnTo>
                  <a:pt x="2666638" y="975095"/>
                </a:lnTo>
                <a:lnTo>
                  <a:pt x="2703393" y="989635"/>
                </a:lnTo>
                <a:lnTo>
                  <a:pt x="2705616" y="989244"/>
                </a:lnTo>
                <a:lnTo>
                  <a:pt x="2721898" y="997777"/>
                </a:lnTo>
                <a:cubicBezTo>
                  <a:pt x="2727157" y="1001198"/>
                  <a:pt x="2731840" y="1005088"/>
                  <a:pt x="2735669" y="1009612"/>
                </a:cubicBezTo>
                <a:cubicBezTo>
                  <a:pt x="2790086" y="1002732"/>
                  <a:pt x="2797958" y="1020231"/>
                  <a:pt x="2857526" y="1030627"/>
                </a:cubicBezTo>
                <a:cubicBezTo>
                  <a:pt x="2897602" y="1063034"/>
                  <a:pt x="2965720" y="1083366"/>
                  <a:pt x="3021918" y="1088093"/>
                </a:cubicBezTo>
                <a:cubicBezTo>
                  <a:pt x="3054425" y="1110664"/>
                  <a:pt x="3109014" y="1101433"/>
                  <a:pt x="3155458" y="1121618"/>
                </a:cubicBezTo>
                <a:cubicBezTo>
                  <a:pt x="3217017" y="1136576"/>
                  <a:pt x="3270135" y="1143600"/>
                  <a:pt x="3328229" y="1155903"/>
                </a:cubicBezTo>
                <a:cubicBezTo>
                  <a:pt x="3365862" y="1138978"/>
                  <a:pt x="3408797" y="1179981"/>
                  <a:pt x="3448440" y="1184343"/>
                </a:cubicBezTo>
                <a:cubicBezTo>
                  <a:pt x="3438226" y="1205566"/>
                  <a:pt x="3496361" y="1182183"/>
                  <a:pt x="3499287" y="1209472"/>
                </a:cubicBezTo>
                <a:cubicBezTo>
                  <a:pt x="3506411" y="1209402"/>
                  <a:pt x="3513215" y="1208473"/>
                  <a:pt x="3520027" y="1207338"/>
                </a:cubicBezTo>
                <a:lnTo>
                  <a:pt x="3523594" y="1206755"/>
                </a:lnTo>
                <a:lnTo>
                  <a:pt x="3538013" y="1209066"/>
                </a:lnTo>
                <a:lnTo>
                  <a:pt x="3541918" y="1203922"/>
                </a:lnTo>
                <a:cubicBezTo>
                  <a:pt x="3550592" y="1203930"/>
                  <a:pt x="3560995" y="1202529"/>
                  <a:pt x="3590082" y="1209115"/>
                </a:cubicBezTo>
                <a:cubicBezTo>
                  <a:pt x="3622244" y="1230604"/>
                  <a:pt x="3676827" y="1215544"/>
                  <a:pt x="3716445" y="1243431"/>
                </a:cubicBezTo>
                <a:cubicBezTo>
                  <a:pt x="3731486" y="1251699"/>
                  <a:pt x="3780926" y="1265146"/>
                  <a:pt x="3792028" y="1260288"/>
                </a:cubicBezTo>
                <a:cubicBezTo>
                  <a:pt x="3802696" y="1261567"/>
                  <a:pt x="3814066" y="1267606"/>
                  <a:pt x="3820707" y="1260924"/>
                </a:cubicBezTo>
                <a:cubicBezTo>
                  <a:pt x="3830836" y="1253486"/>
                  <a:pt x="3863215" y="1278527"/>
                  <a:pt x="3860784" y="1265692"/>
                </a:cubicBezTo>
                <a:lnTo>
                  <a:pt x="3997310" y="1281176"/>
                </a:lnTo>
                <a:lnTo>
                  <a:pt x="4040665" y="1291934"/>
                </a:lnTo>
                <a:lnTo>
                  <a:pt x="4046831" y="1293910"/>
                </a:lnTo>
                <a:lnTo>
                  <a:pt x="4095847" y="1316851"/>
                </a:lnTo>
                <a:cubicBezTo>
                  <a:pt x="4097518" y="1315619"/>
                  <a:pt x="4099569" y="1314612"/>
                  <a:pt x="4101945" y="1313869"/>
                </a:cubicBezTo>
                <a:lnTo>
                  <a:pt x="4119420" y="1313965"/>
                </a:lnTo>
                <a:lnTo>
                  <a:pt x="4131728" y="1322978"/>
                </a:lnTo>
                <a:lnTo>
                  <a:pt x="4193827" y="1350222"/>
                </a:lnTo>
                <a:lnTo>
                  <a:pt x="4286157" y="1385101"/>
                </a:lnTo>
                <a:lnTo>
                  <a:pt x="4298907" y="1394396"/>
                </a:lnTo>
                <a:lnTo>
                  <a:pt x="4323224" y="1403133"/>
                </a:lnTo>
                <a:lnTo>
                  <a:pt x="4404439" y="1417252"/>
                </a:lnTo>
                <a:cubicBezTo>
                  <a:pt x="4411321" y="1415560"/>
                  <a:pt x="4417679" y="1413105"/>
                  <a:pt x="4423989" y="1410448"/>
                </a:cubicBezTo>
                <a:lnTo>
                  <a:pt x="4427300" y="1409068"/>
                </a:lnTo>
                <a:lnTo>
                  <a:pt x="4441847" y="1408029"/>
                </a:lnTo>
                <a:lnTo>
                  <a:pt x="4444331" y="1402133"/>
                </a:lnTo>
                <a:cubicBezTo>
                  <a:pt x="4452739" y="1400163"/>
                  <a:pt x="4462460" y="1396428"/>
                  <a:pt x="4492293" y="1396205"/>
                </a:cubicBezTo>
                <a:cubicBezTo>
                  <a:pt x="4528861" y="1409788"/>
                  <a:pt x="4577933" y="1382688"/>
                  <a:pt x="4623335" y="1400793"/>
                </a:cubicBezTo>
                <a:cubicBezTo>
                  <a:pt x="4639986" y="1405413"/>
                  <a:pt x="4691262" y="1407228"/>
                  <a:pt x="4700790" y="1399970"/>
                </a:cubicBezTo>
                <a:cubicBezTo>
                  <a:pt x="4711447" y="1398782"/>
                  <a:pt x="4723982" y="1402066"/>
                  <a:pt x="4728732" y="1394050"/>
                </a:cubicBezTo>
                <a:cubicBezTo>
                  <a:pt x="4736666" y="1384502"/>
                  <a:pt x="4774338" y="1401491"/>
                  <a:pt x="4768749" y="1389553"/>
                </a:cubicBezTo>
                <a:cubicBezTo>
                  <a:pt x="4795495" y="1401233"/>
                  <a:pt x="4816075" y="1381410"/>
                  <a:pt x="4838227" y="1377273"/>
                </a:cubicBezTo>
                <a:lnTo>
                  <a:pt x="4904889" y="1373499"/>
                </a:lnTo>
                <a:lnTo>
                  <a:pt x="4949597" y="1374085"/>
                </a:lnTo>
                <a:lnTo>
                  <a:pt x="4956064" y="1374603"/>
                </a:lnTo>
                <a:lnTo>
                  <a:pt x="5009322" y="1385751"/>
                </a:lnTo>
                <a:cubicBezTo>
                  <a:pt x="5010629" y="1384171"/>
                  <a:pt x="5012363" y="1382724"/>
                  <a:pt x="5014476" y="1381460"/>
                </a:cubicBezTo>
                <a:lnTo>
                  <a:pt x="5031428" y="1377570"/>
                </a:lnTo>
                <a:lnTo>
                  <a:pt x="5045619" y="1383532"/>
                </a:lnTo>
                <a:lnTo>
                  <a:pt x="5112635" y="1395891"/>
                </a:lnTo>
                <a:lnTo>
                  <a:pt x="5210851" y="1408784"/>
                </a:lnTo>
                <a:lnTo>
                  <a:pt x="5225543" y="1414923"/>
                </a:lnTo>
                <a:cubicBezTo>
                  <a:pt x="5259311" y="1422389"/>
                  <a:pt x="5300520" y="1417803"/>
                  <a:pt x="5321696" y="1432414"/>
                </a:cubicBezTo>
                <a:lnTo>
                  <a:pt x="5372327" y="1436597"/>
                </a:lnTo>
                <a:lnTo>
                  <a:pt x="5378149" y="1431785"/>
                </a:lnTo>
                <a:lnTo>
                  <a:pt x="5393069" y="1433737"/>
                </a:lnTo>
                <a:lnTo>
                  <a:pt x="5527621" y="1458786"/>
                </a:lnTo>
                <a:cubicBezTo>
                  <a:pt x="5595913" y="1482782"/>
                  <a:pt x="5624062" y="1464011"/>
                  <a:pt x="5680585" y="1498233"/>
                </a:cubicBezTo>
                <a:cubicBezTo>
                  <a:pt x="5671953" y="1485766"/>
                  <a:pt x="5763880" y="1493019"/>
                  <a:pt x="5783795" y="1499932"/>
                </a:cubicBezTo>
                <a:cubicBezTo>
                  <a:pt x="5806935" y="1511749"/>
                  <a:pt x="5950173" y="1559636"/>
                  <a:pt x="6016525" y="1577292"/>
                </a:cubicBezTo>
                <a:cubicBezTo>
                  <a:pt x="6077908" y="1586145"/>
                  <a:pt x="6125458" y="1613138"/>
                  <a:pt x="6186598" y="1606065"/>
                </a:cubicBezTo>
                <a:cubicBezTo>
                  <a:pt x="6189351" y="1610205"/>
                  <a:pt x="6193226" y="1613745"/>
                  <a:pt x="6197872" y="1616845"/>
                </a:cubicBezTo>
                <a:lnTo>
                  <a:pt x="6212885" y="1624535"/>
                </a:lnTo>
                <a:lnTo>
                  <a:pt x="6319240" y="1660375"/>
                </a:lnTo>
                <a:lnTo>
                  <a:pt x="6333397" y="1658763"/>
                </a:lnTo>
                <a:cubicBezTo>
                  <a:pt x="6332062" y="1641958"/>
                  <a:pt x="6339931" y="1653989"/>
                  <a:pt x="6357266" y="1659543"/>
                </a:cubicBezTo>
                <a:cubicBezTo>
                  <a:pt x="6359058" y="1634684"/>
                  <a:pt x="6403697" y="1659337"/>
                  <a:pt x="6418740" y="1648944"/>
                </a:cubicBezTo>
                <a:cubicBezTo>
                  <a:pt x="6431434" y="1653585"/>
                  <a:pt x="6444892" y="1658041"/>
                  <a:pt x="6458877" y="1662117"/>
                </a:cubicBezTo>
                <a:lnTo>
                  <a:pt x="6467254" y="1664227"/>
                </a:lnTo>
                <a:lnTo>
                  <a:pt x="6467545" y="1664046"/>
                </a:lnTo>
                <a:cubicBezTo>
                  <a:pt x="6469635" y="1664026"/>
                  <a:pt x="6472488" y="1664540"/>
                  <a:pt x="6476635" y="1665826"/>
                </a:cubicBezTo>
                <a:lnTo>
                  <a:pt x="6482535" y="1668074"/>
                </a:lnTo>
                <a:lnTo>
                  <a:pt x="6498791" y="1672167"/>
                </a:lnTo>
                <a:lnTo>
                  <a:pt x="6505220" y="1672092"/>
                </a:lnTo>
                <a:lnTo>
                  <a:pt x="6508969" y="1669922"/>
                </a:lnTo>
                <a:lnTo>
                  <a:pt x="6544886" y="1670695"/>
                </a:lnTo>
                <a:cubicBezTo>
                  <a:pt x="6566195" y="1684748"/>
                  <a:pt x="6578985" y="1674687"/>
                  <a:pt x="6617859" y="1679453"/>
                </a:cubicBezTo>
                <a:cubicBezTo>
                  <a:pt x="6628154" y="1690316"/>
                  <a:pt x="6642041" y="1690691"/>
                  <a:pt x="6657726" y="1687906"/>
                </a:cubicBezTo>
                <a:cubicBezTo>
                  <a:pt x="6690709" y="1699790"/>
                  <a:pt x="6728158" y="1699639"/>
                  <a:pt x="6769041" y="1707304"/>
                </a:cubicBezTo>
                <a:cubicBezTo>
                  <a:pt x="6805580" y="1727028"/>
                  <a:pt x="6838723" y="1715650"/>
                  <a:pt x="6882368" y="1723914"/>
                </a:cubicBezTo>
                <a:lnTo>
                  <a:pt x="6968822" y="1723334"/>
                </a:lnTo>
                <a:lnTo>
                  <a:pt x="6973672" y="1726298"/>
                </a:lnTo>
                <a:cubicBezTo>
                  <a:pt x="6977223" y="1728111"/>
                  <a:pt x="6979851" y="1729020"/>
                  <a:pt x="6981961" y="1729324"/>
                </a:cubicBezTo>
                <a:lnTo>
                  <a:pt x="6982342" y="1729201"/>
                </a:lnTo>
                <a:lnTo>
                  <a:pt x="6989757" y="1732420"/>
                </a:lnTo>
                <a:cubicBezTo>
                  <a:pt x="7001869" y="1738303"/>
                  <a:pt x="7013262" y="1744453"/>
                  <a:pt x="7023794" y="1750660"/>
                </a:cubicBezTo>
                <a:cubicBezTo>
                  <a:pt x="7043973" y="1743394"/>
                  <a:pt x="7076983" y="1772878"/>
                  <a:pt x="7090828" y="1750287"/>
                </a:cubicBezTo>
                <a:cubicBezTo>
                  <a:pt x="7105590" y="1758041"/>
                  <a:pt x="7107688" y="1770308"/>
                  <a:pt x="7114479" y="1754649"/>
                </a:cubicBezTo>
                <a:cubicBezTo>
                  <a:pt x="7126350" y="1758420"/>
                  <a:pt x="7153167" y="1769741"/>
                  <a:pt x="7162053" y="1772908"/>
                </a:cubicBezTo>
                <a:lnTo>
                  <a:pt x="7167808" y="1773656"/>
                </a:lnTo>
                <a:lnTo>
                  <a:pt x="7187185" y="1787148"/>
                </a:lnTo>
                <a:lnTo>
                  <a:pt x="7216505" y="1804489"/>
                </a:lnTo>
                <a:lnTo>
                  <a:pt x="7219246" y="1804514"/>
                </a:lnTo>
                <a:lnTo>
                  <a:pt x="7230639" y="1813879"/>
                </a:lnTo>
                <a:cubicBezTo>
                  <a:pt x="7233815" y="1817438"/>
                  <a:pt x="7236006" y="1821285"/>
                  <a:pt x="7236776" y="1825514"/>
                </a:cubicBezTo>
                <a:cubicBezTo>
                  <a:pt x="7301762" y="1828337"/>
                  <a:pt x="7336564" y="1860417"/>
                  <a:pt x="7394082" y="1877925"/>
                </a:cubicBezTo>
                <a:cubicBezTo>
                  <a:pt x="7452342" y="1904287"/>
                  <a:pt x="7466551" y="1917411"/>
                  <a:pt x="7505820" y="1933859"/>
                </a:cubicBezTo>
                <a:cubicBezTo>
                  <a:pt x="7522528" y="1943253"/>
                  <a:pt x="7574803" y="2016599"/>
                  <a:pt x="7572147" y="2003817"/>
                </a:cubicBezTo>
                <a:cubicBezTo>
                  <a:pt x="7612486" y="2043915"/>
                  <a:pt x="7771831" y="2029022"/>
                  <a:pt x="7828975" y="2061508"/>
                </a:cubicBezTo>
                <a:lnTo>
                  <a:pt x="7886804" y="2075509"/>
                </a:lnTo>
                <a:cubicBezTo>
                  <a:pt x="7859463" y="2091010"/>
                  <a:pt x="7941076" y="2081130"/>
                  <a:pt x="7923558" y="2103529"/>
                </a:cubicBezTo>
                <a:lnTo>
                  <a:pt x="7947954" y="2104996"/>
                </a:lnTo>
                <a:lnTo>
                  <a:pt x="7952318" y="2105077"/>
                </a:lnTo>
                <a:lnTo>
                  <a:pt x="7966398" y="2109147"/>
                </a:lnTo>
                <a:lnTo>
                  <a:pt x="7974591" y="2105612"/>
                </a:lnTo>
                <a:lnTo>
                  <a:pt x="7998806" y="2108382"/>
                </a:lnTo>
                <a:cubicBezTo>
                  <a:pt x="8007224" y="2110145"/>
                  <a:pt x="8015519" y="2112885"/>
                  <a:pt x="8023544" y="2117183"/>
                </a:cubicBezTo>
                <a:cubicBezTo>
                  <a:pt x="8042536" y="2139405"/>
                  <a:pt x="8113922" y="2135674"/>
                  <a:pt x="8136247" y="2164190"/>
                </a:cubicBezTo>
                <a:cubicBezTo>
                  <a:pt x="8146485" y="2173150"/>
                  <a:pt x="8190564" y="2191557"/>
                  <a:pt x="8206445" y="2189356"/>
                </a:cubicBezTo>
                <a:cubicBezTo>
                  <a:pt x="8217189" y="2192022"/>
                  <a:pt x="8225092" y="2198625"/>
                  <a:pt x="8237464" y="2194272"/>
                </a:cubicBezTo>
                <a:cubicBezTo>
                  <a:pt x="8254235" y="2189840"/>
                  <a:pt x="8270768" y="2214957"/>
                  <a:pt x="8277853" y="2204259"/>
                </a:cubicBezTo>
                <a:cubicBezTo>
                  <a:pt x="8289971" y="2221808"/>
                  <a:pt x="8328475" y="2213978"/>
                  <a:pt x="8352501" y="2218290"/>
                </a:cubicBezTo>
                <a:cubicBezTo>
                  <a:pt x="8359916" y="2233716"/>
                  <a:pt x="8403014" y="2227555"/>
                  <a:pt x="8446938" y="2243393"/>
                </a:cubicBezTo>
                <a:cubicBezTo>
                  <a:pt x="8454511" y="2260801"/>
                  <a:pt x="8476684" y="2253935"/>
                  <a:pt x="8497138" y="2281506"/>
                </a:cubicBezTo>
                <a:cubicBezTo>
                  <a:pt x="8499906" y="2280770"/>
                  <a:pt x="8502925" y="2280276"/>
                  <a:pt x="8506096" y="2280042"/>
                </a:cubicBezTo>
                <a:cubicBezTo>
                  <a:pt x="8524529" y="2278674"/>
                  <a:pt x="8544098" y="2286123"/>
                  <a:pt x="8549806" y="2296675"/>
                </a:cubicBezTo>
                <a:cubicBezTo>
                  <a:pt x="8586026" y="2337107"/>
                  <a:pt x="8636988" y="2356250"/>
                  <a:pt x="8680256" y="2378758"/>
                </a:cubicBezTo>
                <a:cubicBezTo>
                  <a:pt x="8731302" y="2402123"/>
                  <a:pt x="8717522" y="2366494"/>
                  <a:pt x="8766301" y="2410605"/>
                </a:cubicBezTo>
                <a:cubicBezTo>
                  <a:pt x="8780965" y="2405907"/>
                  <a:pt x="8789790" y="2408871"/>
                  <a:pt x="8800492" y="2418067"/>
                </a:cubicBezTo>
                <a:cubicBezTo>
                  <a:pt x="8825856" y="2428860"/>
                  <a:pt x="8842594" y="2409144"/>
                  <a:pt x="8857555" y="2430810"/>
                </a:cubicBezTo>
                <a:cubicBezTo>
                  <a:pt x="8882799" y="2437942"/>
                  <a:pt x="8927730" y="2453942"/>
                  <a:pt x="8951967" y="2460856"/>
                </a:cubicBezTo>
                <a:cubicBezTo>
                  <a:pt x="8978331" y="2469875"/>
                  <a:pt x="8959838" y="2488515"/>
                  <a:pt x="9002970" y="2472291"/>
                </a:cubicBezTo>
                <a:cubicBezTo>
                  <a:pt x="9023997" y="2488383"/>
                  <a:pt x="9039735" y="2479669"/>
                  <a:pt x="9081613" y="2488296"/>
                </a:cubicBezTo>
                <a:lnTo>
                  <a:pt x="9091561" y="2494386"/>
                </a:lnTo>
                <a:lnTo>
                  <a:pt x="9140625" y="2486779"/>
                </a:lnTo>
                <a:cubicBezTo>
                  <a:pt x="9207053" y="2531245"/>
                  <a:pt x="9151264" y="2467994"/>
                  <a:pt x="9271105" y="2511730"/>
                </a:cubicBezTo>
                <a:cubicBezTo>
                  <a:pt x="9275764" y="2517275"/>
                  <a:pt x="9293352" y="2518083"/>
                  <a:pt x="9295023" y="2512830"/>
                </a:cubicBezTo>
                <a:cubicBezTo>
                  <a:pt x="9301933" y="2516606"/>
                  <a:pt x="9314623" y="2531276"/>
                  <a:pt x="9321673" y="2524119"/>
                </a:cubicBezTo>
                <a:cubicBezTo>
                  <a:pt x="9341881" y="2529408"/>
                  <a:pt x="9361130" y="2536033"/>
                  <a:pt x="9378975" y="2543803"/>
                </a:cubicBezTo>
                <a:lnTo>
                  <a:pt x="9414193" y="2562927"/>
                </a:lnTo>
                <a:lnTo>
                  <a:pt x="9426009" y="2558847"/>
                </a:lnTo>
                <a:cubicBezTo>
                  <a:pt x="9433598" y="2557225"/>
                  <a:pt x="9441714" y="2557145"/>
                  <a:pt x="9450634" y="2560685"/>
                </a:cubicBezTo>
                <a:cubicBezTo>
                  <a:pt x="9496298" y="2596479"/>
                  <a:pt x="9461586" y="2547391"/>
                  <a:pt x="9549097" y="2585168"/>
                </a:cubicBezTo>
                <a:cubicBezTo>
                  <a:pt x="9551956" y="2589460"/>
                  <a:pt x="9565592" y="2590888"/>
                  <a:pt x="9567633" y="2587105"/>
                </a:cubicBezTo>
                <a:cubicBezTo>
                  <a:pt x="9572507" y="2590206"/>
                  <a:pt x="9580361" y="2601581"/>
                  <a:pt x="9586878" y="2596659"/>
                </a:cubicBezTo>
                <a:lnTo>
                  <a:pt x="9589974" y="2598235"/>
                </a:lnTo>
                <a:lnTo>
                  <a:pt x="9590570" y="2598249"/>
                </a:lnTo>
                <a:lnTo>
                  <a:pt x="9591896" y="2599214"/>
                </a:lnTo>
                <a:lnTo>
                  <a:pt x="9604535" y="2605654"/>
                </a:lnTo>
                <a:lnTo>
                  <a:pt x="9610554" y="2606189"/>
                </a:lnTo>
                <a:cubicBezTo>
                  <a:pt x="9641361" y="2613359"/>
                  <a:pt x="9668752" y="2624572"/>
                  <a:pt x="9690072" y="2638745"/>
                </a:cubicBezTo>
                <a:cubicBezTo>
                  <a:pt x="9723195" y="2641319"/>
                  <a:pt x="9726446" y="2647335"/>
                  <a:pt x="9726964" y="2653728"/>
                </a:cubicBezTo>
                <a:cubicBezTo>
                  <a:pt x="9734958" y="2656403"/>
                  <a:pt x="9731670" y="2653170"/>
                  <a:pt x="9738036" y="2654794"/>
                </a:cubicBezTo>
                <a:cubicBezTo>
                  <a:pt x="9745908" y="2657757"/>
                  <a:pt x="9765000" y="2668100"/>
                  <a:pt x="9774202" y="2671509"/>
                </a:cubicBezTo>
                <a:lnTo>
                  <a:pt x="9793246" y="2675245"/>
                </a:lnTo>
                <a:cubicBezTo>
                  <a:pt x="9812596" y="2680039"/>
                  <a:pt x="9869995" y="2696274"/>
                  <a:pt x="9890301" y="2700274"/>
                </a:cubicBezTo>
                <a:cubicBezTo>
                  <a:pt x="9900631" y="2696314"/>
                  <a:pt x="9908572" y="2696560"/>
                  <a:pt x="9915070" y="2699250"/>
                </a:cubicBezTo>
                <a:lnTo>
                  <a:pt x="9976517" y="2732899"/>
                </a:lnTo>
                <a:cubicBezTo>
                  <a:pt x="9981869" y="2727000"/>
                  <a:pt x="9984699" y="2731165"/>
                  <a:pt x="9990168" y="2737877"/>
                </a:cubicBezTo>
                <a:lnTo>
                  <a:pt x="9995041" y="2741223"/>
                </a:lnTo>
                <a:lnTo>
                  <a:pt x="10012636" y="2729876"/>
                </a:lnTo>
                <a:lnTo>
                  <a:pt x="10044280" y="2726966"/>
                </a:lnTo>
                <a:lnTo>
                  <a:pt x="10057934" y="2735671"/>
                </a:lnTo>
                <a:cubicBezTo>
                  <a:pt x="10075281" y="2744341"/>
                  <a:pt x="10128594" y="2769607"/>
                  <a:pt x="10148373" y="2778987"/>
                </a:cubicBezTo>
                <a:lnTo>
                  <a:pt x="10176601" y="2791940"/>
                </a:lnTo>
                <a:cubicBezTo>
                  <a:pt x="10185319" y="2817937"/>
                  <a:pt x="10238746" y="2788423"/>
                  <a:pt x="10235082" y="2816761"/>
                </a:cubicBezTo>
                <a:cubicBezTo>
                  <a:pt x="10261478" y="2797979"/>
                  <a:pt x="10382486" y="2835579"/>
                  <a:pt x="10421684" y="2833871"/>
                </a:cubicBezTo>
                <a:cubicBezTo>
                  <a:pt x="10427369" y="2846480"/>
                  <a:pt x="10490893" y="2829473"/>
                  <a:pt x="10507376" y="2822262"/>
                </a:cubicBezTo>
                <a:cubicBezTo>
                  <a:pt x="10633551" y="2812985"/>
                  <a:pt x="10703974" y="2842678"/>
                  <a:pt x="10738376" y="2833353"/>
                </a:cubicBezTo>
                <a:cubicBezTo>
                  <a:pt x="10827719" y="2830304"/>
                  <a:pt x="10976757" y="2802522"/>
                  <a:pt x="11043443" y="2803954"/>
                </a:cubicBezTo>
                <a:cubicBezTo>
                  <a:pt x="11049567" y="2823106"/>
                  <a:pt x="11121061" y="2794142"/>
                  <a:pt x="11115269" y="2823367"/>
                </a:cubicBezTo>
                <a:cubicBezTo>
                  <a:pt x="11122168" y="2835110"/>
                  <a:pt x="11139334" y="2833959"/>
                  <a:pt x="11147582" y="2822547"/>
                </a:cubicBezTo>
                <a:cubicBezTo>
                  <a:pt x="11168093" y="2823815"/>
                  <a:pt x="11180424" y="2837446"/>
                  <a:pt x="11201205" y="2818210"/>
                </a:cubicBezTo>
                <a:cubicBezTo>
                  <a:pt x="11229430" y="2819282"/>
                  <a:pt x="11368539" y="2855696"/>
                  <a:pt x="11391726" y="2826386"/>
                </a:cubicBezTo>
                <a:cubicBezTo>
                  <a:pt x="11480791" y="2839198"/>
                  <a:pt x="11451058" y="2820936"/>
                  <a:pt x="11507640" y="2824866"/>
                </a:cubicBezTo>
                <a:cubicBezTo>
                  <a:pt x="11607733" y="2861658"/>
                  <a:pt x="11671908" y="2815146"/>
                  <a:pt x="11718056" y="2821969"/>
                </a:cubicBezTo>
                <a:cubicBezTo>
                  <a:pt x="11816707" y="2792061"/>
                  <a:pt x="11860087" y="2819031"/>
                  <a:pt x="11937926" y="2817058"/>
                </a:cubicBezTo>
                <a:cubicBezTo>
                  <a:pt x="11973607" y="2824139"/>
                  <a:pt x="11989529" y="2794506"/>
                  <a:pt x="12035355" y="2813340"/>
                </a:cubicBezTo>
                <a:cubicBezTo>
                  <a:pt x="12062147" y="2782988"/>
                  <a:pt x="12154841" y="2795794"/>
                  <a:pt x="12179047" y="2788508"/>
                </a:cubicBezTo>
                <a:lnTo>
                  <a:pt x="12192000" y="2788486"/>
                </a:lnTo>
                <a:lnTo>
                  <a:pt x="12192000" y="3378280"/>
                </a:lnTo>
                <a:lnTo>
                  <a:pt x="0" y="337828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67BF6B-F288-10F1-5507-23B172BFE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2114" y="2039254"/>
            <a:ext cx="7387772" cy="220617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400" dirty="0"/>
              <a:t>Then , Add the number of steps to the heuristic </a:t>
            </a:r>
            <a:endParaRPr lang="en-US" kern="12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3313B69-2446-78FC-FB90-15B7DC9E31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890051" y="0"/>
            <a:ext cx="7301949" cy="91834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6423 w 9517857"/>
              <a:gd name="connsiteY3" fmla="*/ 247919 h 918356"/>
              <a:gd name="connsiteX4" fmla="*/ 4685225 w 9517857"/>
              <a:gd name="connsiteY4" fmla="*/ 246530 h 918356"/>
              <a:gd name="connsiteX5" fmla="*/ 4686133 w 9517857"/>
              <a:gd name="connsiteY5" fmla="*/ 246727 h 918356"/>
              <a:gd name="connsiteX6" fmla="*/ 4686423 w 9517857"/>
              <a:gd name="connsiteY6" fmla="*/ 247919 h 918356"/>
              <a:gd name="connsiteX7" fmla="*/ 4685225 w 9517857"/>
              <a:gd name="connsiteY7" fmla="*/ 246530 h 918356"/>
              <a:gd name="connsiteX8" fmla="*/ 9517856 w 9517857"/>
              <a:gd name="connsiteY8" fmla="*/ 0 h 918356"/>
              <a:gd name="connsiteX9" fmla="*/ 9517857 w 9517857"/>
              <a:gd name="connsiteY9" fmla="*/ 12 h 918356"/>
              <a:gd name="connsiteX10" fmla="*/ 9517857 w 9517857"/>
              <a:gd name="connsiteY10" fmla="*/ 918356 h 918356"/>
              <a:gd name="connsiteX11" fmla="*/ 14604 w 9517857"/>
              <a:gd name="connsiteY11" fmla="*/ 918356 h 918356"/>
              <a:gd name="connsiteX12" fmla="*/ 12841 w 9517857"/>
              <a:gd name="connsiteY12" fmla="*/ 917763 h 918356"/>
              <a:gd name="connsiteX13" fmla="*/ 93 w 9517857"/>
              <a:gd name="connsiteY13" fmla="*/ 912471 h 918356"/>
              <a:gd name="connsiteX14" fmla="*/ 58674 w 9517857"/>
              <a:gd name="connsiteY14" fmla="*/ 890322 h 918356"/>
              <a:gd name="connsiteX15" fmla="*/ 275005 w 9517857"/>
              <a:gd name="connsiteY15" fmla="*/ 807229 h 918356"/>
              <a:gd name="connsiteX16" fmla="*/ 587824 w 9517857"/>
              <a:gd name="connsiteY16" fmla="*/ 798195 h 918356"/>
              <a:gd name="connsiteX17" fmla="*/ 651826 w 9517857"/>
              <a:gd name="connsiteY17" fmla="*/ 738338 h 918356"/>
              <a:gd name="connsiteX18" fmla="*/ 727985 w 9517857"/>
              <a:gd name="connsiteY18" fmla="*/ 719826 h 918356"/>
              <a:gd name="connsiteX19" fmla="*/ 778982 w 9517857"/>
              <a:gd name="connsiteY19" fmla="*/ 710142 h 918356"/>
              <a:gd name="connsiteX20" fmla="*/ 849944 w 9517857"/>
              <a:gd name="connsiteY20" fmla="*/ 717987 h 918356"/>
              <a:gd name="connsiteX21" fmla="*/ 921659 w 9517857"/>
              <a:gd name="connsiteY21" fmla="*/ 712695 h 918356"/>
              <a:gd name="connsiteX22" fmla="*/ 930946 w 9517857"/>
              <a:gd name="connsiteY22" fmla="*/ 734046 h 918356"/>
              <a:gd name="connsiteX23" fmla="*/ 986250 w 9517857"/>
              <a:gd name="connsiteY23" fmla="*/ 713530 h 918356"/>
              <a:gd name="connsiteX24" fmla="*/ 1013752 w 9517857"/>
              <a:gd name="connsiteY24" fmla="*/ 713361 h 918356"/>
              <a:gd name="connsiteX25" fmla="*/ 1023734 w 9517857"/>
              <a:gd name="connsiteY25" fmla="*/ 718571 h 918356"/>
              <a:gd name="connsiteX26" fmla="*/ 1063207 w 9517857"/>
              <a:gd name="connsiteY26" fmla="*/ 715651 h 918356"/>
              <a:gd name="connsiteX27" fmla="*/ 1081980 w 9517857"/>
              <a:gd name="connsiteY27" fmla="*/ 738455 h 918356"/>
              <a:gd name="connsiteX28" fmla="*/ 1218120 w 9517857"/>
              <a:gd name="connsiteY28" fmla="*/ 713280 h 918356"/>
              <a:gd name="connsiteX29" fmla="*/ 1397459 w 9517857"/>
              <a:gd name="connsiteY29" fmla="*/ 691190 h 918356"/>
              <a:gd name="connsiteX30" fmla="*/ 1580688 w 9517857"/>
              <a:gd name="connsiteY30" fmla="*/ 693697 h 918356"/>
              <a:gd name="connsiteX31" fmla="*/ 1772334 w 9517857"/>
              <a:gd name="connsiteY31" fmla="*/ 710640 h 918356"/>
              <a:gd name="connsiteX32" fmla="*/ 2002561 w 9517857"/>
              <a:gd name="connsiteY32" fmla="*/ 659917 h 918356"/>
              <a:gd name="connsiteX33" fmla="*/ 2135144 w 9517857"/>
              <a:gd name="connsiteY33" fmla="*/ 636501 h 918356"/>
              <a:gd name="connsiteX34" fmla="*/ 2440292 w 9517857"/>
              <a:gd name="connsiteY34" fmla="*/ 593862 h 918356"/>
              <a:gd name="connsiteX35" fmla="*/ 2547829 w 9517857"/>
              <a:gd name="connsiteY35" fmla="*/ 566150 h 918356"/>
              <a:gd name="connsiteX36" fmla="*/ 2658055 w 9517857"/>
              <a:gd name="connsiteY36" fmla="*/ 578727 h 918356"/>
              <a:gd name="connsiteX37" fmla="*/ 2693698 w 9517857"/>
              <a:gd name="connsiteY37" fmla="*/ 560029 h 918356"/>
              <a:gd name="connsiteX38" fmla="*/ 2699673 w 9517857"/>
              <a:gd name="connsiteY38" fmla="*/ 556400 h 918356"/>
              <a:gd name="connsiteX39" fmla="*/ 2727306 w 9517857"/>
              <a:gd name="connsiteY39" fmla="*/ 550698 h 918356"/>
              <a:gd name="connsiteX40" fmla="*/ 2730451 w 9517857"/>
              <a:gd name="connsiteY40" fmla="*/ 538058 h 918356"/>
              <a:gd name="connsiteX41" fmla="*/ 2768713 w 9517857"/>
              <a:gd name="connsiteY41" fmla="*/ 521575 h 918356"/>
              <a:gd name="connsiteX42" fmla="*/ 2820868 w 9517857"/>
              <a:gd name="connsiteY42" fmla="*/ 514160 h 918356"/>
              <a:gd name="connsiteX43" fmla="*/ 3073635 w 9517857"/>
              <a:gd name="connsiteY43" fmla="*/ 491294 h 918356"/>
              <a:gd name="connsiteX44" fmla="*/ 3222071 w 9517857"/>
              <a:gd name="connsiteY44" fmla="*/ 470559 h 918356"/>
              <a:gd name="connsiteX45" fmla="*/ 3274069 w 9517857"/>
              <a:gd name="connsiteY45" fmla="*/ 451605 h 918356"/>
              <a:gd name="connsiteX46" fmla="*/ 3349632 w 9517857"/>
              <a:gd name="connsiteY46" fmla="*/ 432583 h 918356"/>
              <a:gd name="connsiteX47" fmla="*/ 3479593 w 9517857"/>
              <a:gd name="connsiteY47" fmla="*/ 390437 h 918356"/>
              <a:gd name="connsiteX48" fmla="*/ 3660110 w 9517857"/>
              <a:gd name="connsiteY48" fmla="*/ 348726 h 918356"/>
              <a:gd name="connsiteX49" fmla="*/ 3750023 w 9517857"/>
              <a:gd name="connsiteY49" fmla="*/ 370678 h 918356"/>
              <a:gd name="connsiteX50" fmla="*/ 3844133 w 9517857"/>
              <a:gd name="connsiteY50" fmla="*/ 360648 h 918356"/>
              <a:gd name="connsiteX51" fmla="*/ 3913545 w 9517857"/>
              <a:gd name="connsiteY51" fmla="*/ 344235 h 918356"/>
              <a:gd name="connsiteX52" fmla="*/ 4266740 w 9517857"/>
              <a:gd name="connsiteY52" fmla="*/ 361454 h 918356"/>
              <a:gd name="connsiteX53" fmla="*/ 4430770 w 9517857"/>
              <a:gd name="connsiteY53" fmla="*/ 342643 h 918356"/>
              <a:gd name="connsiteX54" fmla="*/ 4512664 w 9517857"/>
              <a:gd name="connsiteY54" fmla="*/ 319948 h 918356"/>
              <a:gd name="connsiteX55" fmla="*/ 4616423 w 9517857"/>
              <a:gd name="connsiteY55" fmla="*/ 290914 h 918356"/>
              <a:gd name="connsiteX56" fmla="*/ 4691675 w 9517857"/>
              <a:gd name="connsiteY56" fmla="*/ 254011 h 918356"/>
              <a:gd name="connsiteX57" fmla="*/ 4689051 w 9517857"/>
              <a:gd name="connsiteY57" fmla="*/ 250968 h 918356"/>
              <a:gd name="connsiteX58" fmla="*/ 4719994 w 9517857"/>
              <a:gd name="connsiteY58" fmla="*/ 245307 h 918356"/>
              <a:gd name="connsiteX59" fmla="*/ 4752894 w 9517857"/>
              <a:gd name="connsiteY59" fmla="*/ 239875 h 918356"/>
              <a:gd name="connsiteX60" fmla="*/ 4769329 w 9517857"/>
              <a:gd name="connsiteY60" fmla="*/ 233585 h 918356"/>
              <a:gd name="connsiteX61" fmla="*/ 4775634 w 9517857"/>
              <a:gd name="connsiteY61" fmla="*/ 234063 h 918356"/>
              <a:gd name="connsiteX62" fmla="*/ 4790452 w 9517857"/>
              <a:gd name="connsiteY62" fmla="*/ 233572 h 918356"/>
              <a:gd name="connsiteX63" fmla="*/ 4789062 w 9517857"/>
              <a:gd name="connsiteY63" fmla="*/ 241924 h 918356"/>
              <a:gd name="connsiteX64" fmla="*/ 4827826 w 9517857"/>
              <a:gd name="connsiteY64" fmla="*/ 246977 h 918356"/>
              <a:gd name="connsiteX65" fmla="*/ 4892569 w 9517857"/>
              <a:gd name="connsiteY65" fmla="*/ 249933 h 918356"/>
              <a:gd name="connsiteX66" fmla="*/ 4896611 w 9517857"/>
              <a:gd name="connsiteY66" fmla="*/ 240448 h 918356"/>
              <a:gd name="connsiteX67" fmla="*/ 4917286 w 9517857"/>
              <a:gd name="connsiteY67" fmla="*/ 243659 h 918356"/>
              <a:gd name="connsiteX68" fmla="*/ 4981173 w 9517857"/>
              <a:gd name="connsiteY68" fmla="*/ 247103 h 918356"/>
              <a:gd name="connsiteX69" fmla="*/ 5060397 w 9517857"/>
              <a:gd name="connsiteY69" fmla="*/ 263688 h 918356"/>
              <a:gd name="connsiteX70" fmla="*/ 5252996 w 9517857"/>
              <a:gd name="connsiteY70" fmla="*/ 270655 h 918356"/>
              <a:gd name="connsiteX71" fmla="*/ 5358056 w 9517857"/>
              <a:gd name="connsiteY71" fmla="*/ 247248 h 918356"/>
              <a:gd name="connsiteX72" fmla="*/ 5426496 w 9517857"/>
              <a:gd name="connsiteY72" fmla="*/ 235142 h 918356"/>
              <a:gd name="connsiteX73" fmla="*/ 5497161 w 9517857"/>
              <a:gd name="connsiteY73" fmla="*/ 228808 h 918356"/>
              <a:gd name="connsiteX74" fmla="*/ 5826043 w 9517857"/>
              <a:gd name="connsiteY74" fmla="*/ 148073 h 918356"/>
              <a:gd name="connsiteX75" fmla="*/ 6013415 w 9517857"/>
              <a:gd name="connsiteY75" fmla="*/ 137316 h 918356"/>
              <a:gd name="connsiteX76" fmla="*/ 6080994 w 9517857"/>
              <a:gd name="connsiteY76" fmla="*/ 142938 h 918356"/>
              <a:gd name="connsiteX77" fmla="*/ 6194152 w 9517857"/>
              <a:gd name="connsiteY77" fmla="*/ 151772 h 918356"/>
              <a:gd name="connsiteX78" fmla="*/ 6281379 w 9517857"/>
              <a:gd name="connsiteY78" fmla="*/ 181626 h 918356"/>
              <a:gd name="connsiteX79" fmla="*/ 6374947 w 9517857"/>
              <a:gd name="connsiteY79" fmla="*/ 179799 h 918356"/>
              <a:gd name="connsiteX80" fmla="*/ 6448518 w 9517857"/>
              <a:gd name="connsiteY80" fmla="*/ 164378 h 918356"/>
              <a:gd name="connsiteX81" fmla="*/ 6544700 w 9517857"/>
              <a:gd name="connsiteY81" fmla="*/ 167161 h 918356"/>
              <a:gd name="connsiteX82" fmla="*/ 6648353 w 9517857"/>
              <a:gd name="connsiteY82" fmla="*/ 172250 h 918356"/>
              <a:gd name="connsiteX83" fmla="*/ 6736227 w 9517857"/>
              <a:gd name="connsiteY83" fmla="*/ 173216 h 918356"/>
              <a:gd name="connsiteX84" fmla="*/ 6977218 w 9517857"/>
              <a:gd name="connsiteY84" fmla="*/ 184289 h 918356"/>
              <a:gd name="connsiteX85" fmla="*/ 7065221 w 9517857"/>
              <a:gd name="connsiteY85" fmla="*/ 227531 h 918356"/>
              <a:gd name="connsiteX86" fmla="*/ 7565449 w 9517857"/>
              <a:gd name="connsiteY86" fmla="*/ 258950 h 918356"/>
              <a:gd name="connsiteX87" fmla="*/ 7599285 w 9517857"/>
              <a:gd name="connsiteY87" fmla="*/ 266021 h 918356"/>
              <a:gd name="connsiteX88" fmla="*/ 7644411 w 9517857"/>
              <a:gd name="connsiteY88" fmla="*/ 258986 h 918356"/>
              <a:gd name="connsiteX89" fmla="*/ 7825110 w 9517857"/>
              <a:gd name="connsiteY89" fmla="*/ 229109 h 918356"/>
              <a:gd name="connsiteX90" fmla="*/ 7965804 w 9517857"/>
              <a:gd name="connsiteY90" fmla="*/ 190545 h 918356"/>
              <a:gd name="connsiteX91" fmla="*/ 8147401 w 9517857"/>
              <a:gd name="connsiteY91" fmla="*/ 205617 h 918356"/>
              <a:gd name="connsiteX92" fmla="*/ 8256033 w 9517857"/>
              <a:gd name="connsiteY92" fmla="*/ 193713 h 918356"/>
              <a:gd name="connsiteX93" fmla="*/ 8410677 w 9517857"/>
              <a:gd name="connsiteY93" fmla="*/ 172167 h 918356"/>
              <a:gd name="connsiteX94" fmla="*/ 8617841 w 9517857"/>
              <a:gd name="connsiteY94" fmla="*/ 155167 h 918356"/>
              <a:gd name="connsiteX95" fmla="*/ 8715976 w 9517857"/>
              <a:gd name="connsiteY95" fmla="*/ 178374 h 918356"/>
              <a:gd name="connsiteX96" fmla="*/ 8778827 w 9517857"/>
              <a:gd name="connsiteY96" fmla="*/ 172936 h 918356"/>
              <a:gd name="connsiteX97" fmla="*/ 8840778 w 9517857"/>
              <a:gd name="connsiteY97" fmla="*/ 143149 h 918356"/>
              <a:gd name="connsiteX98" fmla="*/ 9010380 w 9517857"/>
              <a:gd name="connsiteY98" fmla="*/ 91891 h 918356"/>
              <a:gd name="connsiteX99" fmla="*/ 9110856 w 9517857"/>
              <a:gd name="connsiteY99" fmla="*/ 70997 h 918356"/>
              <a:gd name="connsiteX100" fmla="*/ 9268817 w 9517857"/>
              <a:gd name="connsiteY100" fmla="*/ 53082 h 918356"/>
              <a:gd name="connsiteX101" fmla="*/ 9316667 w 9517857"/>
              <a:gd name="connsiteY101" fmla="*/ 45047 h 918356"/>
              <a:gd name="connsiteX102" fmla="*/ 9428209 w 9517857"/>
              <a:gd name="connsiteY102" fmla="*/ 29923 h 918356"/>
              <a:gd name="connsiteX103" fmla="*/ 9517856 w 9517857"/>
              <a:gd name="connsiteY103" fmla="*/ 0 h 918356"/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6423 w 9517857"/>
              <a:gd name="connsiteY3" fmla="*/ 247919 h 918356"/>
              <a:gd name="connsiteX4" fmla="*/ 4685225 w 9517857"/>
              <a:gd name="connsiteY4" fmla="*/ 246530 h 918356"/>
              <a:gd name="connsiteX5" fmla="*/ 4686133 w 9517857"/>
              <a:gd name="connsiteY5" fmla="*/ 246727 h 918356"/>
              <a:gd name="connsiteX6" fmla="*/ 4686423 w 9517857"/>
              <a:gd name="connsiteY6" fmla="*/ 247919 h 918356"/>
              <a:gd name="connsiteX7" fmla="*/ 4685225 w 9517857"/>
              <a:gd name="connsiteY7" fmla="*/ 246530 h 918356"/>
              <a:gd name="connsiteX8" fmla="*/ 9517856 w 9517857"/>
              <a:gd name="connsiteY8" fmla="*/ 0 h 918356"/>
              <a:gd name="connsiteX9" fmla="*/ 9517857 w 9517857"/>
              <a:gd name="connsiteY9" fmla="*/ 12 h 918356"/>
              <a:gd name="connsiteX10" fmla="*/ 9517857 w 9517857"/>
              <a:gd name="connsiteY10" fmla="*/ 918356 h 918356"/>
              <a:gd name="connsiteX11" fmla="*/ 14604 w 9517857"/>
              <a:gd name="connsiteY11" fmla="*/ 918356 h 918356"/>
              <a:gd name="connsiteX12" fmla="*/ 12841 w 9517857"/>
              <a:gd name="connsiteY12" fmla="*/ 917763 h 918356"/>
              <a:gd name="connsiteX13" fmla="*/ 93 w 9517857"/>
              <a:gd name="connsiteY13" fmla="*/ 912471 h 918356"/>
              <a:gd name="connsiteX14" fmla="*/ 58674 w 9517857"/>
              <a:gd name="connsiteY14" fmla="*/ 890322 h 918356"/>
              <a:gd name="connsiteX15" fmla="*/ 275005 w 9517857"/>
              <a:gd name="connsiteY15" fmla="*/ 807229 h 918356"/>
              <a:gd name="connsiteX16" fmla="*/ 587824 w 9517857"/>
              <a:gd name="connsiteY16" fmla="*/ 798195 h 918356"/>
              <a:gd name="connsiteX17" fmla="*/ 651826 w 9517857"/>
              <a:gd name="connsiteY17" fmla="*/ 738338 h 918356"/>
              <a:gd name="connsiteX18" fmla="*/ 727985 w 9517857"/>
              <a:gd name="connsiteY18" fmla="*/ 719826 h 918356"/>
              <a:gd name="connsiteX19" fmla="*/ 778982 w 9517857"/>
              <a:gd name="connsiteY19" fmla="*/ 710142 h 918356"/>
              <a:gd name="connsiteX20" fmla="*/ 849944 w 9517857"/>
              <a:gd name="connsiteY20" fmla="*/ 717987 h 918356"/>
              <a:gd name="connsiteX21" fmla="*/ 921659 w 9517857"/>
              <a:gd name="connsiteY21" fmla="*/ 712695 h 918356"/>
              <a:gd name="connsiteX22" fmla="*/ 930946 w 9517857"/>
              <a:gd name="connsiteY22" fmla="*/ 734046 h 918356"/>
              <a:gd name="connsiteX23" fmla="*/ 986250 w 9517857"/>
              <a:gd name="connsiteY23" fmla="*/ 713530 h 918356"/>
              <a:gd name="connsiteX24" fmla="*/ 1013752 w 9517857"/>
              <a:gd name="connsiteY24" fmla="*/ 713361 h 918356"/>
              <a:gd name="connsiteX25" fmla="*/ 1023734 w 9517857"/>
              <a:gd name="connsiteY25" fmla="*/ 718571 h 918356"/>
              <a:gd name="connsiteX26" fmla="*/ 1063207 w 9517857"/>
              <a:gd name="connsiteY26" fmla="*/ 715651 h 918356"/>
              <a:gd name="connsiteX27" fmla="*/ 1081980 w 9517857"/>
              <a:gd name="connsiteY27" fmla="*/ 738455 h 918356"/>
              <a:gd name="connsiteX28" fmla="*/ 1218120 w 9517857"/>
              <a:gd name="connsiteY28" fmla="*/ 713280 h 918356"/>
              <a:gd name="connsiteX29" fmla="*/ 1397459 w 9517857"/>
              <a:gd name="connsiteY29" fmla="*/ 691190 h 918356"/>
              <a:gd name="connsiteX30" fmla="*/ 1580688 w 9517857"/>
              <a:gd name="connsiteY30" fmla="*/ 693697 h 918356"/>
              <a:gd name="connsiteX31" fmla="*/ 1772334 w 9517857"/>
              <a:gd name="connsiteY31" fmla="*/ 710640 h 918356"/>
              <a:gd name="connsiteX32" fmla="*/ 2002561 w 9517857"/>
              <a:gd name="connsiteY32" fmla="*/ 659917 h 918356"/>
              <a:gd name="connsiteX33" fmla="*/ 2135144 w 9517857"/>
              <a:gd name="connsiteY33" fmla="*/ 636501 h 918356"/>
              <a:gd name="connsiteX34" fmla="*/ 2440292 w 9517857"/>
              <a:gd name="connsiteY34" fmla="*/ 593862 h 918356"/>
              <a:gd name="connsiteX35" fmla="*/ 2547829 w 9517857"/>
              <a:gd name="connsiteY35" fmla="*/ 566150 h 918356"/>
              <a:gd name="connsiteX36" fmla="*/ 2658055 w 9517857"/>
              <a:gd name="connsiteY36" fmla="*/ 578727 h 918356"/>
              <a:gd name="connsiteX37" fmla="*/ 2693698 w 9517857"/>
              <a:gd name="connsiteY37" fmla="*/ 560029 h 918356"/>
              <a:gd name="connsiteX38" fmla="*/ 2699673 w 9517857"/>
              <a:gd name="connsiteY38" fmla="*/ 556400 h 918356"/>
              <a:gd name="connsiteX39" fmla="*/ 2727306 w 9517857"/>
              <a:gd name="connsiteY39" fmla="*/ 550698 h 918356"/>
              <a:gd name="connsiteX40" fmla="*/ 2730451 w 9517857"/>
              <a:gd name="connsiteY40" fmla="*/ 538058 h 918356"/>
              <a:gd name="connsiteX41" fmla="*/ 2768713 w 9517857"/>
              <a:gd name="connsiteY41" fmla="*/ 521575 h 918356"/>
              <a:gd name="connsiteX42" fmla="*/ 2820868 w 9517857"/>
              <a:gd name="connsiteY42" fmla="*/ 514160 h 918356"/>
              <a:gd name="connsiteX43" fmla="*/ 3073635 w 9517857"/>
              <a:gd name="connsiteY43" fmla="*/ 491294 h 918356"/>
              <a:gd name="connsiteX44" fmla="*/ 3222071 w 9517857"/>
              <a:gd name="connsiteY44" fmla="*/ 470559 h 918356"/>
              <a:gd name="connsiteX45" fmla="*/ 3274069 w 9517857"/>
              <a:gd name="connsiteY45" fmla="*/ 451605 h 918356"/>
              <a:gd name="connsiteX46" fmla="*/ 3349632 w 9517857"/>
              <a:gd name="connsiteY46" fmla="*/ 432583 h 918356"/>
              <a:gd name="connsiteX47" fmla="*/ 3479593 w 9517857"/>
              <a:gd name="connsiteY47" fmla="*/ 390437 h 918356"/>
              <a:gd name="connsiteX48" fmla="*/ 3660110 w 9517857"/>
              <a:gd name="connsiteY48" fmla="*/ 348726 h 918356"/>
              <a:gd name="connsiteX49" fmla="*/ 3750023 w 9517857"/>
              <a:gd name="connsiteY49" fmla="*/ 370678 h 918356"/>
              <a:gd name="connsiteX50" fmla="*/ 3844133 w 9517857"/>
              <a:gd name="connsiteY50" fmla="*/ 360648 h 918356"/>
              <a:gd name="connsiteX51" fmla="*/ 3913545 w 9517857"/>
              <a:gd name="connsiteY51" fmla="*/ 344235 h 918356"/>
              <a:gd name="connsiteX52" fmla="*/ 4266740 w 9517857"/>
              <a:gd name="connsiteY52" fmla="*/ 361454 h 918356"/>
              <a:gd name="connsiteX53" fmla="*/ 4430770 w 9517857"/>
              <a:gd name="connsiteY53" fmla="*/ 342643 h 918356"/>
              <a:gd name="connsiteX54" fmla="*/ 4512664 w 9517857"/>
              <a:gd name="connsiteY54" fmla="*/ 319948 h 918356"/>
              <a:gd name="connsiteX55" fmla="*/ 4616423 w 9517857"/>
              <a:gd name="connsiteY55" fmla="*/ 290914 h 918356"/>
              <a:gd name="connsiteX56" fmla="*/ 4691675 w 9517857"/>
              <a:gd name="connsiteY56" fmla="*/ 254011 h 918356"/>
              <a:gd name="connsiteX57" fmla="*/ 4689051 w 9517857"/>
              <a:gd name="connsiteY57" fmla="*/ 250968 h 918356"/>
              <a:gd name="connsiteX58" fmla="*/ 4719994 w 9517857"/>
              <a:gd name="connsiteY58" fmla="*/ 245307 h 918356"/>
              <a:gd name="connsiteX59" fmla="*/ 4752894 w 9517857"/>
              <a:gd name="connsiteY59" fmla="*/ 239875 h 918356"/>
              <a:gd name="connsiteX60" fmla="*/ 4769329 w 9517857"/>
              <a:gd name="connsiteY60" fmla="*/ 233585 h 918356"/>
              <a:gd name="connsiteX61" fmla="*/ 4775634 w 9517857"/>
              <a:gd name="connsiteY61" fmla="*/ 234063 h 918356"/>
              <a:gd name="connsiteX62" fmla="*/ 4790452 w 9517857"/>
              <a:gd name="connsiteY62" fmla="*/ 233572 h 918356"/>
              <a:gd name="connsiteX63" fmla="*/ 4789062 w 9517857"/>
              <a:gd name="connsiteY63" fmla="*/ 241924 h 918356"/>
              <a:gd name="connsiteX64" fmla="*/ 4827826 w 9517857"/>
              <a:gd name="connsiteY64" fmla="*/ 246977 h 918356"/>
              <a:gd name="connsiteX65" fmla="*/ 4892569 w 9517857"/>
              <a:gd name="connsiteY65" fmla="*/ 249933 h 918356"/>
              <a:gd name="connsiteX66" fmla="*/ 4896611 w 9517857"/>
              <a:gd name="connsiteY66" fmla="*/ 240448 h 918356"/>
              <a:gd name="connsiteX67" fmla="*/ 4917286 w 9517857"/>
              <a:gd name="connsiteY67" fmla="*/ 243659 h 918356"/>
              <a:gd name="connsiteX68" fmla="*/ 4981173 w 9517857"/>
              <a:gd name="connsiteY68" fmla="*/ 247103 h 918356"/>
              <a:gd name="connsiteX69" fmla="*/ 5060397 w 9517857"/>
              <a:gd name="connsiteY69" fmla="*/ 263688 h 918356"/>
              <a:gd name="connsiteX70" fmla="*/ 5252996 w 9517857"/>
              <a:gd name="connsiteY70" fmla="*/ 270655 h 918356"/>
              <a:gd name="connsiteX71" fmla="*/ 5358056 w 9517857"/>
              <a:gd name="connsiteY71" fmla="*/ 247248 h 918356"/>
              <a:gd name="connsiteX72" fmla="*/ 5426496 w 9517857"/>
              <a:gd name="connsiteY72" fmla="*/ 235142 h 918356"/>
              <a:gd name="connsiteX73" fmla="*/ 5497161 w 9517857"/>
              <a:gd name="connsiteY73" fmla="*/ 228808 h 918356"/>
              <a:gd name="connsiteX74" fmla="*/ 5826043 w 9517857"/>
              <a:gd name="connsiteY74" fmla="*/ 148073 h 918356"/>
              <a:gd name="connsiteX75" fmla="*/ 6013415 w 9517857"/>
              <a:gd name="connsiteY75" fmla="*/ 137316 h 918356"/>
              <a:gd name="connsiteX76" fmla="*/ 6080994 w 9517857"/>
              <a:gd name="connsiteY76" fmla="*/ 142938 h 918356"/>
              <a:gd name="connsiteX77" fmla="*/ 6194152 w 9517857"/>
              <a:gd name="connsiteY77" fmla="*/ 151772 h 918356"/>
              <a:gd name="connsiteX78" fmla="*/ 6281379 w 9517857"/>
              <a:gd name="connsiteY78" fmla="*/ 181626 h 918356"/>
              <a:gd name="connsiteX79" fmla="*/ 6374947 w 9517857"/>
              <a:gd name="connsiteY79" fmla="*/ 179799 h 918356"/>
              <a:gd name="connsiteX80" fmla="*/ 6448518 w 9517857"/>
              <a:gd name="connsiteY80" fmla="*/ 164378 h 918356"/>
              <a:gd name="connsiteX81" fmla="*/ 6544700 w 9517857"/>
              <a:gd name="connsiteY81" fmla="*/ 167161 h 918356"/>
              <a:gd name="connsiteX82" fmla="*/ 6648353 w 9517857"/>
              <a:gd name="connsiteY82" fmla="*/ 172250 h 918356"/>
              <a:gd name="connsiteX83" fmla="*/ 6736227 w 9517857"/>
              <a:gd name="connsiteY83" fmla="*/ 173216 h 918356"/>
              <a:gd name="connsiteX84" fmla="*/ 6977218 w 9517857"/>
              <a:gd name="connsiteY84" fmla="*/ 184289 h 918356"/>
              <a:gd name="connsiteX85" fmla="*/ 7065221 w 9517857"/>
              <a:gd name="connsiteY85" fmla="*/ 227531 h 918356"/>
              <a:gd name="connsiteX86" fmla="*/ 7565449 w 9517857"/>
              <a:gd name="connsiteY86" fmla="*/ 258950 h 918356"/>
              <a:gd name="connsiteX87" fmla="*/ 7599285 w 9517857"/>
              <a:gd name="connsiteY87" fmla="*/ 266021 h 918356"/>
              <a:gd name="connsiteX88" fmla="*/ 7644411 w 9517857"/>
              <a:gd name="connsiteY88" fmla="*/ 258986 h 918356"/>
              <a:gd name="connsiteX89" fmla="*/ 7825110 w 9517857"/>
              <a:gd name="connsiteY89" fmla="*/ 229109 h 918356"/>
              <a:gd name="connsiteX90" fmla="*/ 7965804 w 9517857"/>
              <a:gd name="connsiteY90" fmla="*/ 190545 h 918356"/>
              <a:gd name="connsiteX91" fmla="*/ 8147401 w 9517857"/>
              <a:gd name="connsiteY91" fmla="*/ 205617 h 918356"/>
              <a:gd name="connsiteX92" fmla="*/ 8256033 w 9517857"/>
              <a:gd name="connsiteY92" fmla="*/ 193713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  <a:gd name="connsiteX102" fmla="*/ 9517856 w 9517857"/>
              <a:gd name="connsiteY102" fmla="*/ 0 h 918356"/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6423 w 9517857"/>
              <a:gd name="connsiteY3" fmla="*/ 247919 h 918356"/>
              <a:gd name="connsiteX4" fmla="*/ 4685225 w 9517857"/>
              <a:gd name="connsiteY4" fmla="*/ 246530 h 918356"/>
              <a:gd name="connsiteX5" fmla="*/ 4686133 w 9517857"/>
              <a:gd name="connsiteY5" fmla="*/ 246727 h 918356"/>
              <a:gd name="connsiteX6" fmla="*/ 4686423 w 9517857"/>
              <a:gd name="connsiteY6" fmla="*/ 247919 h 918356"/>
              <a:gd name="connsiteX7" fmla="*/ 4685225 w 9517857"/>
              <a:gd name="connsiteY7" fmla="*/ 246530 h 918356"/>
              <a:gd name="connsiteX8" fmla="*/ 9517856 w 9517857"/>
              <a:gd name="connsiteY8" fmla="*/ 0 h 918356"/>
              <a:gd name="connsiteX9" fmla="*/ 9517857 w 9517857"/>
              <a:gd name="connsiteY9" fmla="*/ 12 h 918356"/>
              <a:gd name="connsiteX10" fmla="*/ 9517857 w 9517857"/>
              <a:gd name="connsiteY10" fmla="*/ 918356 h 918356"/>
              <a:gd name="connsiteX11" fmla="*/ 14604 w 9517857"/>
              <a:gd name="connsiteY11" fmla="*/ 918356 h 918356"/>
              <a:gd name="connsiteX12" fmla="*/ 12841 w 9517857"/>
              <a:gd name="connsiteY12" fmla="*/ 917763 h 918356"/>
              <a:gd name="connsiteX13" fmla="*/ 93 w 9517857"/>
              <a:gd name="connsiteY13" fmla="*/ 912471 h 918356"/>
              <a:gd name="connsiteX14" fmla="*/ 58674 w 9517857"/>
              <a:gd name="connsiteY14" fmla="*/ 890322 h 918356"/>
              <a:gd name="connsiteX15" fmla="*/ 275005 w 9517857"/>
              <a:gd name="connsiteY15" fmla="*/ 807229 h 918356"/>
              <a:gd name="connsiteX16" fmla="*/ 587824 w 9517857"/>
              <a:gd name="connsiteY16" fmla="*/ 798195 h 918356"/>
              <a:gd name="connsiteX17" fmla="*/ 651826 w 9517857"/>
              <a:gd name="connsiteY17" fmla="*/ 738338 h 918356"/>
              <a:gd name="connsiteX18" fmla="*/ 727985 w 9517857"/>
              <a:gd name="connsiteY18" fmla="*/ 719826 h 918356"/>
              <a:gd name="connsiteX19" fmla="*/ 778982 w 9517857"/>
              <a:gd name="connsiteY19" fmla="*/ 710142 h 918356"/>
              <a:gd name="connsiteX20" fmla="*/ 849944 w 9517857"/>
              <a:gd name="connsiteY20" fmla="*/ 717987 h 918356"/>
              <a:gd name="connsiteX21" fmla="*/ 921659 w 9517857"/>
              <a:gd name="connsiteY21" fmla="*/ 712695 h 918356"/>
              <a:gd name="connsiteX22" fmla="*/ 930946 w 9517857"/>
              <a:gd name="connsiteY22" fmla="*/ 734046 h 918356"/>
              <a:gd name="connsiteX23" fmla="*/ 986250 w 9517857"/>
              <a:gd name="connsiteY23" fmla="*/ 713530 h 918356"/>
              <a:gd name="connsiteX24" fmla="*/ 1013752 w 9517857"/>
              <a:gd name="connsiteY24" fmla="*/ 713361 h 918356"/>
              <a:gd name="connsiteX25" fmla="*/ 1023734 w 9517857"/>
              <a:gd name="connsiteY25" fmla="*/ 718571 h 918356"/>
              <a:gd name="connsiteX26" fmla="*/ 1063207 w 9517857"/>
              <a:gd name="connsiteY26" fmla="*/ 715651 h 918356"/>
              <a:gd name="connsiteX27" fmla="*/ 1081980 w 9517857"/>
              <a:gd name="connsiteY27" fmla="*/ 738455 h 918356"/>
              <a:gd name="connsiteX28" fmla="*/ 1218120 w 9517857"/>
              <a:gd name="connsiteY28" fmla="*/ 713280 h 918356"/>
              <a:gd name="connsiteX29" fmla="*/ 1397459 w 9517857"/>
              <a:gd name="connsiteY29" fmla="*/ 691190 h 918356"/>
              <a:gd name="connsiteX30" fmla="*/ 1580688 w 9517857"/>
              <a:gd name="connsiteY30" fmla="*/ 693697 h 918356"/>
              <a:gd name="connsiteX31" fmla="*/ 1772334 w 9517857"/>
              <a:gd name="connsiteY31" fmla="*/ 710640 h 918356"/>
              <a:gd name="connsiteX32" fmla="*/ 2002561 w 9517857"/>
              <a:gd name="connsiteY32" fmla="*/ 659917 h 918356"/>
              <a:gd name="connsiteX33" fmla="*/ 2135144 w 9517857"/>
              <a:gd name="connsiteY33" fmla="*/ 636501 h 918356"/>
              <a:gd name="connsiteX34" fmla="*/ 2440292 w 9517857"/>
              <a:gd name="connsiteY34" fmla="*/ 593862 h 918356"/>
              <a:gd name="connsiteX35" fmla="*/ 2547829 w 9517857"/>
              <a:gd name="connsiteY35" fmla="*/ 566150 h 918356"/>
              <a:gd name="connsiteX36" fmla="*/ 2658055 w 9517857"/>
              <a:gd name="connsiteY36" fmla="*/ 578727 h 918356"/>
              <a:gd name="connsiteX37" fmla="*/ 2693698 w 9517857"/>
              <a:gd name="connsiteY37" fmla="*/ 560029 h 918356"/>
              <a:gd name="connsiteX38" fmla="*/ 2699673 w 9517857"/>
              <a:gd name="connsiteY38" fmla="*/ 556400 h 918356"/>
              <a:gd name="connsiteX39" fmla="*/ 2727306 w 9517857"/>
              <a:gd name="connsiteY39" fmla="*/ 550698 h 918356"/>
              <a:gd name="connsiteX40" fmla="*/ 2730451 w 9517857"/>
              <a:gd name="connsiteY40" fmla="*/ 538058 h 918356"/>
              <a:gd name="connsiteX41" fmla="*/ 2768713 w 9517857"/>
              <a:gd name="connsiteY41" fmla="*/ 521575 h 918356"/>
              <a:gd name="connsiteX42" fmla="*/ 2820868 w 9517857"/>
              <a:gd name="connsiteY42" fmla="*/ 514160 h 918356"/>
              <a:gd name="connsiteX43" fmla="*/ 3073635 w 9517857"/>
              <a:gd name="connsiteY43" fmla="*/ 491294 h 918356"/>
              <a:gd name="connsiteX44" fmla="*/ 3222071 w 9517857"/>
              <a:gd name="connsiteY44" fmla="*/ 470559 h 918356"/>
              <a:gd name="connsiteX45" fmla="*/ 3274069 w 9517857"/>
              <a:gd name="connsiteY45" fmla="*/ 451605 h 918356"/>
              <a:gd name="connsiteX46" fmla="*/ 3349632 w 9517857"/>
              <a:gd name="connsiteY46" fmla="*/ 432583 h 918356"/>
              <a:gd name="connsiteX47" fmla="*/ 3479593 w 9517857"/>
              <a:gd name="connsiteY47" fmla="*/ 390437 h 918356"/>
              <a:gd name="connsiteX48" fmla="*/ 3660110 w 9517857"/>
              <a:gd name="connsiteY48" fmla="*/ 348726 h 918356"/>
              <a:gd name="connsiteX49" fmla="*/ 3750023 w 9517857"/>
              <a:gd name="connsiteY49" fmla="*/ 370678 h 918356"/>
              <a:gd name="connsiteX50" fmla="*/ 3844133 w 9517857"/>
              <a:gd name="connsiteY50" fmla="*/ 360648 h 918356"/>
              <a:gd name="connsiteX51" fmla="*/ 3913545 w 9517857"/>
              <a:gd name="connsiteY51" fmla="*/ 344235 h 918356"/>
              <a:gd name="connsiteX52" fmla="*/ 4266740 w 9517857"/>
              <a:gd name="connsiteY52" fmla="*/ 361454 h 918356"/>
              <a:gd name="connsiteX53" fmla="*/ 4430770 w 9517857"/>
              <a:gd name="connsiteY53" fmla="*/ 342643 h 918356"/>
              <a:gd name="connsiteX54" fmla="*/ 4512664 w 9517857"/>
              <a:gd name="connsiteY54" fmla="*/ 319948 h 918356"/>
              <a:gd name="connsiteX55" fmla="*/ 4616423 w 9517857"/>
              <a:gd name="connsiteY55" fmla="*/ 290914 h 918356"/>
              <a:gd name="connsiteX56" fmla="*/ 4691675 w 9517857"/>
              <a:gd name="connsiteY56" fmla="*/ 254011 h 918356"/>
              <a:gd name="connsiteX57" fmla="*/ 4689051 w 9517857"/>
              <a:gd name="connsiteY57" fmla="*/ 250968 h 918356"/>
              <a:gd name="connsiteX58" fmla="*/ 4719994 w 9517857"/>
              <a:gd name="connsiteY58" fmla="*/ 245307 h 918356"/>
              <a:gd name="connsiteX59" fmla="*/ 4752894 w 9517857"/>
              <a:gd name="connsiteY59" fmla="*/ 239875 h 918356"/>
              <a:gd name="connsiteX60" fmla="*/ 4769329 w 9517857"/>
              <a:gd name="connsiteY60" fmla="*/ 233585 h 918356"/>
              <a:gd name="connsiteX61" fmla="*/ 4775634 w 9517857"/>
              <a:gd name="connsiteY61" fmla="*/ 234063 h 918356"/>
              <a:gd name="connsiteX62" fmla="*/ 4790452 w 9517857"/>
              <a:gd name="connsiteY62" fmla="*/ 233572 h 918356"/>
              <a:gd name="connsiteX63" fmla="*/ 4789062 w 9517857"/>
              <a:gd name="connsiteY63" fmla="*/ 241924 h 918356"/>
              <a:gd name="connsiteX64" fmla="*/ 4827826 w 9517857"/>
              <a:gd name="connsiteY64" fmla="*/ 246977 h 918356"/>
              <a:gd name="connsiteX65" fmla="*/ 4892569 w 9517857"/>
              <a:gd name="connsiteY65" fmla="*/ 249933 h 918356"/>
              <a:gd name="connsiteX66" fmla="*/ 4896611 w 9517857"/>
              <a:gd name="connsiteY66" fmla="*/ 240448 h 918356"/>
              <a:gd name="connsiteX67" fmla="*/ 4917286 w 9517857"/>
              <a:gd name="connsiteY67" fmla="*/ 243659 h 918356"/>
              <a:gd name="connsiteX68" fmla="*/ 4981173 w 9517857"/>
              <a:gd name="connsiteY68" fmla="*/ 247103 h 918356"/>
              <a:gd name="connsiteX69" fmla="*/ 5060397 w 9517857"/>
              <a:gd name="connsiteY69" fmla="*/ 263688 h 918356"/>
              <a:gd name="connsiteX70" fmla="*/ 5252996 w 9517857"/>
              <a:gd name="connsiteY70" fmla="*/ 270655 h 918356"/>
              <a:gd name="connsiteX71" fmla="*/ 5358056 w 9517857"/>
              <a:gd name="connsiteY71" fmla="*/ 247248 h 918356"/>
              <a:gd name="connsiteX72" fmla="*/ 5426496 w 9517857"/>
              <a:gd name="connsiteY72" fmla="*/ 235142 h 918356"/>
              <a:gd name="connsiteX73" fmla="*/ 5497161 w 9517857"/>
              <a:gd name="connsiteY73" fmla="*/ 228808 h 918356"/>
              <a:gd name="connsiteX74" fmla="*/ 5826043 w 9517857"/>
              <a:gd name="connsiteY74" fmla="*/ 148073 h 918356"/>
              <a:gd name="connsiteX75" fmla="*/ 6013415 w 9517857"/>
              <a:gd name="connsiteY75" fmla="*/ 137316 h 918356"/>
              <a:gd name="connsiteX76" fmla="*/ 6080994 w 9517857"/>
              <a:gd name="connsiteY76" fmla="*/ 142938 h 918356"/>
              <a:gd name="connsiteX77" fmla="*/ 6194152 w 9517857"/>
              <a:gd name="connsiteY77" fmla="*/ 151772 h 918356"/>
              <a:gd name="connsiteX78" fmla="*/ 6281379 w 9517857"/>
              <a:gd name="connsiteY78" fmla="*/ 181626 h 918356"/>
              <a:gd name="connsiteX79" fmla="*/ 6374947 w 9517857"/>
              <a:gd name="connsiteY79" fmla="*/ 179799 h 918356"/>
              <a:gd name="connsiteX80" fmla="*/ 6448518 w 9517857"/>
              <a:gd name="connsiteY80" fmla="*/ 164378 h 918356"/>
              <a:gd name="connsiteX81" fmla="*/ 6544700 w 9517857"/>
              <a:gd name="connsiteY81" fmla="*/ 167161 h 918356"/>
              <a:gd name="connsiteX82" fmla="*/ 6648353 w 9517857"/>
              <a:gd name="connsiteY82" fmla="*/ 172250 h 918356"/>
              <a:gd name="connsiteX83" fmla="*/ 6736227 w 9517857"/>
              <a:gd name="connsiteY83" fmla="*/ 173216 h 918356"/>
              <a:gd name="connsiteX84" fmla="*/ 6977218 w 9517857"/>
              <a:gd name="connsiteY84" fmla="*/ 184289 h 918356"/>
              <a:gd name="connsiteX85" fmla="*/ 7065221 w 9517857"/>
              <a:gd name="connsiteY85" fmla="*/ 227531 h 918356"/>
              <a:gd name="connsiteX86" fmla="*/ 7565449 w 9517857"/>
              <a:gd name="connsiteY86" fmla="*/ 258950 h 918356"/>
              <a:gd name="connsiteX87" fmla="*/ 7599285 w 9517857"/>
              <a:gd name="connsiteY87" fmla="*/ 266021 h 918356"/>
              <a:gd name="connsiteX88" fmla="*/ 7644411 w 9517857"/>
              <a:gd name="connsiteY88" fmla="*/ 258986 h 918356"/>
              <a:gd name="connsiteX89" fmla="*/ 7825110 w 9517857"/>
              <a:gd name="connsiteY89" fmla="*/ 229109 h 918356"/>
              <a:gd name="connsiteX90" fmla="*/ 7965804 w 9517857"/>
              <a:gd name="connsiteY90" fmla="*/ 190545 h 918356"/>
              <a:gd name="connsiteX91" fmla="*/ 8147401 w 9517857"/>
              <a:gd name="connsiteY91" fmla="*/ 205617 h 918356"/>
              <a:gd name="connsiteX92" fmla="*/ 8256033 w 9517857"/>
              <a:gd name="connsiteY92" fmla="*/ 193713 h 918356"/>
              <a:gd name="connsiteX93" fmla="*/ 8551625 w 9517857"/>
              <a:gd name="connsiteY93" fmla="*/ 16151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  <a:gd name="connsiteX102" fmla="*/ 9517856 w 9517857"/>
              <a:gd name="connsiteY102" fmla="*/ 0 h 918356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660110 w 9517857"/>
              <a:gd name="connsiteY48" fmla="*/ 348714 h 918344"/>
              <a:gd name="connsiteX49" fmla="*/ 3750023 w 9517857"/>
              <a:gd name="connsiteY49" fmla="*/ 370666 h 918344"/>
              <a:gd name="connsiteX50" fmla="*/ 3844133 w 9517857"/>
              <a:gd name="connsiteY50" fmla="*/ 360636 h 918344"/>
              <a:gd name="connsiteX51" fmla="*/ 3913545 w 9517857"/>
              <a:gd name="connsiteY51" fmla="*/ 344223 h 918344"/>
              <a:gd name="connsiteX52" fmla="*/ 4266740 w 9517857"/>
              <a:gd name="connsiteY52" fmla="*/ 361442 h 918344"/>
              <a:gd name="connsiteX53" fmla="*/ 4430770 w 9517857"/>
              <a:gd name="connsiteY53" fmla="*/ 342631 h 918344"/>
              <a:gd name="connsiteX54" fmla="*/ 4512664 w 9517857"/>
              <a:gd name="connsiteY54" fmla="*/ 319936 h 918344"/>
              <a:gd name="connsiteX55" fmla="*/ 4616423 w 9517857"/>
              <a:gd name="connsiteY55" fmla="*/ 290902 h 918344"/>
              <a:gd name="connsiteX56" fmla="*/ 4691675 w 9517857"/>
              <a:gd name="connsiteY56" fmla="*/ 253999 h 918344"/>
              <a:gd name="connsiteX57" fmla="*/ 4689051 w 9517857"/>
              <a:gd name="connsiteY57" fmla="*/ 250956 h 918344"/>
              <a:gd name="connsiteX58" fmla="*/ 4719994 w 9517857"/>
              <a:gd name="connsiteY58" fmla="*/ 245295 h 918344"/>
              <a:gd name="connsiteX59" fmla="*/ 4752894 w 9517857"/>
              <a:gd name="connsiteY59" fmla="*/ 239863 h 918344"/>
              <a:gd name="connsiteX60" fmla="*/ 4769329 w 9517857"/>
              <a:gd name="connsiteY60" fmla="*/ 233573 h 918344"/>
              <a:gd name="connsiteX61" fmla="*/ 4775634 w 9517857"/>
              <a:gd name="connsiteY61" fmla="*/ 234051 h 918344"/>
              <a:gd name="connsiteX62" fmla="*/ 4790452 w 9517857"/>
              <a:gd name="connsiteY62" fmla="*/ 233560 h 918344"/>
              <a:gd name="connsiteX63" fmla="*/ 4789062 w 9517857"/>
              <a:gd name="connsiteY63" fmla="*/ 241912 h 918344"/>
              <a:gd name="connsiteX64" fmla="*/ 4827826 w 9517857"/>
              <a:gd name="connsiteY64" fmla="*/ 246965 h 918344"/>
              <a:gd name="connsiteX65" fmla="*/ 4892569 w 9517857"/>
              <a:gd name="connsiteY65" fmla="*/ 249921 h 918344"/>
              <a:gd name="connsiteX66" fmla="*/ 4896611 w 9517857"/>
              <a:gd name="connsiteY66" fmla="*/ 240436 h 918344"/>
              <a:gd name="connsiteX67" fmla="*/ 4917286 w 9517857"/>
              <a:gd name="connsiteY67" fmla="*/ 243647 h 918344"/>
              <a:gd name="connsiteX68" fmla="*/ 4981173 w 9517857"/>
              <a:gd name="connsiteY68" fmla="*/ 247091 h 918344"/>
              <a:gd name="connsiteX69" fmla="*/ 5060397 w 9517857"/>
              <a:gd name="connsiteY69" fmla="*/ 263676 h 918344"/>
              <a:gd name="connsiteX70" fmla="*/ 5252996 w 9517857"/>
              <a:gd name="connsiteY70" fmla="*/ 270643 h 918344"/>
              <a:gd name="connsiteX71" fmla="*/ 5358056 w 9517857"/>
              <a:gd name="connsiteY71" fmla="*/ 247236 h 918344"/>
              <a:gd name="connsiteX72" fmla="*/ 5426496 w 9517857"/>
              <a:gd name="connsiteY72" fmla="*/ 235130 h 918344"/>
              <a:gd name="connsiteX73" fmla="*/ 5497161 w 9517857"/>
              <a:gd name="connsiteY73" fmla="*/ 228796 h 918344"/>
              <a:gd name="connsiteX74" fmla="*/ 5826043 w 9517857"/>
              <a:gd name="connsiteY74" fmla="*/ 148061 h 918344"/>
              <a:gd name="connsiteX75" fmla="*/ 6013415 w 9517857"/>
              <a:gd name="connsiteY75" fmla="*/ 137304 h 918344"/>
              <a:gd name="connsiteX76" fmla="*/ 6080994 w 9517857"/>
              <a:gd name="connsiteY76" fmla="*/ 142926 h 918344"/>
              <a:gd name="connsiteX77" fmla="*/ 6194152 w 9517857"/>
              <a:gd name="connsiteY77" fmla="*/ 151760 h 918344"/>
              <a:gd name="connsiteX78" fmla="*/ 6281379 w 9517857"/>
              <a:gd name="connsiteY78" fmla="*/ 181614 h 918344"/>
              <a:gd name="connsiteX79" fmla="*/ 6374947 w 9517857"/>
              <a:gd name="connsiteY79" fmla="*/ 179787 h 918344"/>
              <a:gd name="connsiteX80" fmla="*/ 6448518 w 9517857"/>
              <a:gd name="connsiteY80" fmla="*/ 164366 h 918344"/>
              <a:gd name="connsiteX81" fmla="*/ 6544700 w 9517857"/>
              <a:gd name="connsiteY81" fmla="*/ 167149 h 918344"/>
              <a:gd name="connsiteX82" fmla="*/ 6648353 w 9517857"/>
              <a:gd name="connsiteY82" fmla="*/ 172238 h 918344"/>
              <a:gd name="connsiteX83" fmla="*/ 6736227 w 9517857"/>
              <a:gd name="connsiteY83" fmla="*/ 173204 h 918344"/>
              <a:gd name="connsiteX84" fmla="*/ 6977218 w 9517857"/>
              <a:gd name="connsiteY84" fmla="*/ 184277 h 918344"/>
              <a:gd name="connsiteX85" fmla="*/ 7065221 w 9517857"/>
              <a:gd name="connsiteY85" fmla="*/ 227519 h 918344"/>
              <a:gd name="connsiteX86" fmla="*/ 7565449 w 9517857"/>
              <a:gd name="connsiteY86" fmla="*/ 258938 h 918344"/>
              <a:gd name="connsiteX87" fmla="*/ 7599285 w 9517857"/>
              <a:gd name="connsiteY87" fmla="*/ 266009 h 918344"/>
              <a:gd name="connsiteX88" fmla="*/ 7644411 w 9517857"/>
              <a:gd name="connsiteY88" fmla="*/ 258974 h 918344"/>
              <a:gd name="connsiteX89" fmla="*/ 7825110 w 9517857"/>
              <a:gd name="connsiteY89" fmla="*/ 229097 h 918344"/>
              <a:gd name="connsiteX90" fmla="*/ 7965804 w 9517857"/>
              <a:gd name="connsiteY90" fmla="*/ 190533 h 918344"/>
              <a:gd name="connsiteX91" fmla="*/ 8147401 w 9517857"/>
              <a:gd name="connsiteY91" fmla="*/ 205605 h 918344"/>
              <a:gd name="connsiteX92" fmla="*/ 8256033 w 9517857"/>
              <a:gd name="connsiteY92" fmla="*/ 193701 h 918344"/>
              <a:gd name="connsiteX93" fmla="*/ 8551625 w 9517857"/>
              <a:gd name="connsiteY93" fmla="*/ 161505 h 918344"/>
              <a:gd name="connsiteX94" fmla="*/ 8715976 w 9517857"/>
              <a:gd name="connsiteY94" fmla="*/ 178362 h 918344"/>
              <a:gd name="connsiteX95" fmla="*/ 8778827 w 9517857"/>
              <a:gd name="connsiteY95" fmla="*/ 172924 h 918344"/>
              <a:gd name="connsiteX96" fmla="*/ 8840778 w 9517857"/>
              <a:gd name="connsiteY96" fmla="*/ 143137 h 918344"/>
              <a:gd name="connsiteX97" fmla="*/ 9010380 w 9517857"/>
              <a:gd name="connsiteY97" fmla="*/ 91879 h 918344"/>
              <a:gd name="connsiteX98" fmla="*/ 9110856 w 9517857"/>
              <a:gd name="connsiteY98" fmla="*/ 70985 h 918344"/>
              <a:gd name="connsiteX99" fmla="*/ 9268817 w 9517857"/>
              <a:gd name="connsiteY99" fmla="*/ 53070 h 918344"/>
              <a:gd name="connsiteX100" fmla="*/ 9316667 w 9517857"/>
              <a:gd name="connsiteY100" fmla="*/ 45035 h 918344"/>
              <a:gd name="connsiteX101" fmla="*/ 9428209 w 9517857"/>
              <a:gd name="connsiteY101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660110 w 9517857"/>
              <a:gd name="connsiteY48" fmla="*/ 348714 h 918344"/>
              <a:gd name="connsiteX49" fmla="*/ 3750023 w 9517857"/>
              <a:gd name="connsiteY49" fmla="*/ 370666 h 918344"/>
              <a:gd name="connsiteX50" fmla="*/ 3844133 w 9517857"/>
              <a:gd name="connsiteY50" fmla="*/ 360636 h 918344"/>
              <a:gd name="connsiteX51" fmla="*/ 3913545 w 9517857"/>
              <a:gd name="connsiteY51" fmla="*/ 344223 h 918344"/>
              <a:gd name="connsiteX52" fmla="*/ 4266740 w 9517857"/>
              <a:gd name="connsiteY52" fmla="*/ 361442 h 918344"/>
              <a:gd name="connsiteX53" fmla="*/ 4430770 w 9517857"/>
              <a:gd name="connsiteY53" fmla="*/ 342631 h 918344"/>
              <a:gd name="connsiteX54" fmla="*/ 4512664 w 9517857"/>
              <a:gd name="connsiteY54" fmla="*/ 319936 h 918344"/>
              <a:gd name="connsiteX55" fmla="*/ 4616423 w 9517857"/>
              <a:gd name="connsiteY55" fmla="*/ 290902 h 918344"/>
              <a:gd name="connsiteX56" fmla="*/ 4691675 w 9517857"/>
              <a:gd name="connsiteY56" fmla="*/ 253999 h 918344"/>
              <a:gd name="connsiteX57" fmla="*/ 4689051 w 9517857"/>
              <a:gd name="connsiteY57" fmla="*/ 250956 h 918344"/>
              <a:gd name="connsiteX58" fmla="*/ 4719994 w 9517857"/>
              <a:gd name="connsiteY58" fmla="*/ 245295 h 918344"/>
              <a:gd name="connsiteX59" fmla="*/ 4752894 w 9517857"/>
              <a:gd name="connsiteY59" fmla="*/ 239863 h 918344"/>
              <a:gd name="connsiteX60" fmla="*/ 4769329 w 9517857"/>
              <a:gd name="connsiteY60" fmla="*/ 233573 h 918344"/>
              <a:gd name="connsiteX61" fmla="*/ 4775634 w 9517857"/>
              <a:gd name="connsiteY61" fmla="*/ 234051 h 918344"/>
              <a:gd name="connsiteX62" fmla="*/ 4790452 w 9517857"/>
              <a:gd name="connsiteY62" fmla="*/ 233560 h 918344"/>
              <a:gd name="connsiteX63" fmla="*/ 4789062 w 9517857"/>
              <a:gd name="connsiteY63" fmla="*/ 241912 h 918344"/>
              <a:gd name="connsiteX64" fmla="*/ 4827826 w 9517857"/>
              <a:gd name="connsiteY64" fmla="*/ 246965 h 918344"/>
              <a:gd name="connsiteX65" fmla="*/ 4892569 w 9517857"/>
              <a:gd name="connsiteY65" fmla="*/ 249921 h 918344"/>
              <a:gd name="connsiteX66" fmla="*/ 4896611 w 9517857"/>
              <a:gd name="connsiteY66" fmla="*/ 240436 h 918344"/>
              <a:gd name="connsiteX67" fmla="*/ 4917286 w 9517857"/>
              <a:gd name="connsiteY67" fmla="*/ 243647 h 918344"/>
              <a:gd name="connsiteX68" fmla="*/ 5060397 w 9517857"/>
              <a:gd name="connsiteY68" fmla="*/ 263676 h 918344"/>
              <a:gd name="connsiteX69" fmla="*/ 5252996 w 9517857"/>
              <a:gd name="connsiteY69" fmla="*/ 270643 h 918344"/>
              <a:gd name="connsiteX70" fmla="*/ 5358056 w 9517857"/>
              <a:gd name="connsiteY70" fmla="*/ 247236 h 918344"/>
              <a:gd name="connsiteX71" fmla="*/ 5426496 w 9517857"/>
              <a:gd name="connsiteY71" fmla="*/ 235130 h 918344"/>
              <a:gd name="connsiteX72" fmla="*/ 5497161 w 9517857"/>
              <a:gd name="connsiteY72" fmla="*/ 228796 h 918344"/>
              <a:gd name="connsiteX73" fmla="*/ 5826043 w 9517857"/>
              <a:gd name="connsiteY73" fmla="*/ 148061 h 918344"/>
              <a:gd name="connsiteX74" fmla="*/ 6013415 w 9517857"/>
              <a:gd name="connsiteY74" fmla="*/ 137304 h 918344"/>
              <a:gd name="connsiteX75" fmla="*/ 6080994 w 9517857"/>
              <a:gd name="connsiteY75" fmla="*/ 142926 h 918344"/>
              <a:gd name="connsiteX76" fmla="*/ 6194152 w 9517857"/>
              <a:gd name="connsiteY76" fmla="*/ 151760 h 918344"/>
              <a:gd name="connsiteX77" fmla="*/ 6281379 w 9517857"/>
              <a:gd name="connsiteY77" fmla="*/ 181614 h 918344"/>
              <a:gd name="connsiteX78" fmla="*/ 6374947 w 9517857"/>
              <a:gd name="connsiteY78" fmla="*/ 179787 h 918344"/>
              <a:gd name="connsiteX79" fmla="*/ 6448518 w 9517857"/>
              <a:gd name="connsiteY79" fmla="*/ 164366 h 918344"/>
              <a:gd name="connsiteX80" fmla="*/ 6544700 w 9517857"/>
              <a:gd name="connsiteY80" fmla="*/ 167149 h 918344"/>
              <a:gd name="connsiteX81" fmla="*/ 6648353 w 9517857"/>
              <a:gd name="connsiteY81" fmla="*/ 172238 h 918344"/>
              <a:gd name="connsiteX82" fmla="*/ 6736227 w 9517857"/>
              <a:gd name="connsiteY82" fmla="*/ 173204 h 918344"/>
              <a:gd name="connsiteX83" fmla="*/ 6977218 w 9517857"/>
              <a:gd name="connsiteY83" fmla="*/ 184277 h 918344"/>
              <a:gd name="connsiteX84" fmla="*/ 7065221 w 9517857"/>
              <a:gd name="connsiteY84" fmla="*/ 227519 h 918344"/>
              <a:gd name="connsiteX85" fmla="*/ 7565449 w 9517857"/>
              <a:gd name="connsiteY85" fmla="*/ 258938 h 918344"/>
              <a:gd name="connsiteX86" fmla="*/ 7599285 w 9517857"/>
              <a:gd name="connsiteY86" fmla="*/ 266009 h 918344"/>
              <a:gd name="connsiteX87" fmla="*/ 7644411 w 9517857"/>
              <a:gd name="connsiteY87" fmla="*/ 258974 h 918344"/>
              <a:gd name="connsiteX88" fmla="*/ 7825110 w 9517857"/>
              <a:gd name="connsiteY88" fmla="*/ 229097 h 918344"/>
              <a:gd name="connsiteX89" fmla="*/ 7965804 w 9517857"/>
              <a:gd name="connsiteY89" fmla="*/ 190533 h 918344"/>
              <a:gd name="connsiteX90" fmla="*/ 8147401 w 9517857"/>
              <a:gd name="connsiteY90" fmla="*/ 205605 h 918344"/>
              <a:gd name="connsiteX91" fmla="*/ 8256033 w 9517857"/>
              <a:gd name="connsiteY91" fmla="*/ 193701 h 918344"/>
              <a:gd name="connsiteX92" fmla="*/ 8551625 w 9517857"/>
              <a:gd name="connsiteY92" fmla="*/ 161505 h 918344"/>
              <a:gd name="connsiteX93" fmla="*/ 8715976 w 9517857"/>
              <a:gd name="connsiteY93" fmla="*/ 178362 h 918344"/>
              <a:gd name="connsiteX94" fmla="*/ 8778827 w 9517857"/>
              <a:gd name="connsiteY94" fmla="*/ 172924 h 918344"/>
              <a:gd name="connsiteX95" fmla="*/ 8840778 w 9517857"/>
              <a:gd name="connsiteY95" fmla="*/ 143137 h 918344"/>
              <a:gd name="connsiteX96" fmla="*/ 9010380 w 9517857"/>
              <a:gd name="connsiteY96" fmla="*/ 91879 h 918344"/>
              <a:gd name="connsiteX97" fmla="*/ 9110856 w 9517857"/>
              <a:gd name="connsiteY97" fmla="*/ 70985 h 918344"/>
              <a:gd name="connsiteX98" fmla="*/ 9268817 w 9517857"/>
              <a:gd name="connsiteY98" fmla="*/ 53070 h 918344"/>
              <a:gd name="connsiteX99" fmla="*/ 9316667 w 9517857"/>
              <a:gd name="connsiteY99" fmla="*/ 45035 h 918344"/>
              <a:gd name="connsiteX100" fmla="*/ 9428209 w 9517857"/>
              <a:gd name="connsiteY100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750023 w 9517857"/>
              <a:gd name="connsiteY48" fmla="*/ 370666 h 918344"/>
              <a:gd name="connsiteX49" fmla="*/ 3844133 w 9517857"/>
              <a:gd name="connsiteY49" fmla="*/ 360636 h 918344"/>
              <a:gd name="connsiteX50" fmla="*/ 3913545 w 9517857"/>
              <a:gd name="connsiteY50" fmla="*/ 344223 h 918344"/>
              <a:gd name="connsiteX51" fmla="*/ 4266740 w 9517857"/>
              <a:gd name="connsiteY51" fmla="*/ 361442 h 918344"/>
              <a:gd name="connsiteX52" fmla="*/ 4430770 w 9517857"/>
              <a:gd name="connsiteY52" fmla="*/ 342631 h 918344"/>
              <a:gd name="connsiteX53" fmla="*/ 4512664 w 9517857"/>
              <a:gd name="connsiteY53" fmla="*/ 319936 h 918344"/>
              <a:gd name="connsiteX54" fmla="*/ 4616423 w 9517857"/>
              <a:gd name="connsiteY54" fmla="*/ 290902 h 918344"/>
              <a:gd name="connsiteX55" fmla="*/ 4691675 w 9517857"/>
              <a:gd name="connsiteY55" fmla="*/ 253999 h 918344"/>
              <a:gd name="connsiteX56" fmla="*/ 4689051 w 9517857"/>
              <a:gd name="connsiteY56" fmla="*/ 250956 h 918344"/>
              <a:gd name="connsiteX57" fmla="*/ 4719994 w 9517857"/>
              <a:gd name="connsiteY57" fmla="*/ 245295 h 918344"/>
              <a:gd name="connsiteX58" fmla="*/ 4752894 w 9517857"/>
              <a:gd name="connsiteY58" fmla="*/ 239863 h 918344"/>
              <a:gd name="connsiteX59" fmla="*/ 4769329 w 9517857"/>
              <a:gd name="connsiteY59" fmla="*/ 233573 h 918344"/>
              <a:gd name="connsiteX60" fmla="*/ 4775634 w 9517857"/>
              <a:gd name="connsiteY60" fmla="*/ 234051 h 918344"/>
              <a:gd name="connsiteX61" fmla="*/ 4790452 w 9517857"/>
              <a:gd name="connsiteY61" fmla="*/ 233560 h 918344"/>
              <a:gd name="connsiteX62" fmla="*/ 4789062 w 9517857"/>
              <a:gd name="connsiteY62" fmla="*/ 241912 h 918344"/>
              <a:gd name="connsiteX63" fmla="*/ 4827826 w 9517857"/>
              <a:gd name="connsiteY63" fmla="*/ 246965 h 918344"/>
              <a:gd name="connsiteX64" fmla="*/ 4892569 w 9517857"/>
              <a:gd name="connsiteY64" fmla="*/ 249921 h 918344"/>
              <a:gd name="connsiteX65" fmla="*/ 4896611 w 9517857"/>
              <a:gd name="connsiteY65" fmla="*/ 240436 h 918344"/>
              <a:gd name="connsiteX66" fmla="*/ 4917286 w 9517857"/>
              <a:gd name="connsiteY66" fmla="*/ 243647 h 918344"/>
              <a:gd name="connsiteX67" fmla="*/ 5060397 w 9517857"/>
              <a:gd name="connsiteY67" fmla="*/ 263676 h 918344"/>
              <a:gd name="connsiteX68" fmla="*/ 5252996 w 9517857"/>
              <a:gd name="connsiteY68" fmla="*/ 270643 h 918344"/>
              <a:gd name="connsiteX69" fmla="*/ 5358056 w 9517857"/>
              <a:gd name="connsiteY69" fmla="*/ 247236 h 918344"/>
              <a:gd name="connsiteX70" fmla="*/ 5426496 w 9517857"/>
              <a:gd name="connsiteY70" fmla="*/ 235130 h 918344"/>
              <a:gd name="connsiteX71" fmla="*/ 5497161 w 9517857"/>
              <a:gd name="connsiteY71" fmla="*/ 228796 h 918344"/>
              <a:gd name="connsiteX72" fmla="*/ 5826043 w 9517857"/>
              <a:gd name="connsiteY72" fmla="*/ 148061 h 918344"/>
              <a:gd name="connsiteX73" fmla="*/ 6013415 w 9517857"/>
              <a:gd name="connsiteY73" fmla="*/ 137304 h 918344"/>
              <a:gd name="connsiteX74" fmla="*/ 6080994 w 9517857"/>
              <a:gd name="connsiteY74" fmla="*/ 142926 h 918344"/>
              <a:gd name="connsiteX75" fmla="*/ 6194152 w 9517857"/>
              <a:gd name="connsiteY75" fmla="*/ 151760 h 918344"/>
              <a:gd name="connsiteX76" fmla="*/ 6281379 w 9517857"/>
              <a:gd name="connsiteY76" fmla="*/ 181614 h 918344"/>
              <a:gd name="connsiteX77" fmla="*/ 6374947 w 9517857"/>
              <a:gd name="connsiteY77" fmla="*/ 179787 h 918344"/>
              <a:gd name="connsiteX78" fmla="*/ 6448518 w 9517857"/>
              <a:gd name="connsiteY78" fmla="*/ 164366 h 918344"/>
              <a:gd name="connsiteX79" fmla="*/ 6544700 w 9517857"/>
              <a:gd name="connsiteY79" fmla="*/ 167149 h 918344"/>
              <a:gd name="connsiteX80" fmla="*/ 6648353 w 9517857"/>
              <a:gd name="connsiteY80" fmla="*/ 172238 h 918344"/>
              <a:gd name="connsiteX81" fmla="*/ 6736227 w 9517857"/>
              <a:gd name="connsiteY81" fmla="*/ 173204 h 918344"/>
              <a:gd name="connsiteX82" fmla="*/ 6977218 w 9517857"/>
              <a:gd name="connsiteY82" fmla="*/ 184277 h 918344"/>
              <a:gd name="connsiteX83" fmla="*/ 7065221 w 9517857"/>
              <a:gd name="connsiteY83" fmla="*/ 227519 h 918344"/>
              <a:gd name="connsiteX84" fmla="*/ 7565449 w 9517857"/>
              <a:gd name="connsiteY84" fmla="*/ 258938 h 918344"/>
              <a:gd name="connsiteX85" fmla="*/ 7599285 w 9517857"/>
              <a:gd name="connsiteY85" fmla="*/ 266009 h 918344"/>
              <a:gd name="connsiteX86" fmla="*/ 7644411 w 9517857"/>
              <a:gd name="connsiteY86" fmla="*/ 258974 h 918344"/>
              <a:gd name="connsiteX87" fmla="*/ 7825110 w 9517857"/>
              <a:gd name="connsiteY87" fmla="*/ 229097 h 918344"/>
              <a:gd name="connsiteX88" fmla="*/ 7965804 w 9517857"/>
              <a:gd name="connsiteY88" fmla="*/ 190533 h 918344"/>
              <a:gd name="connsiteX89" fmla="*/ 8147401 w 9517857"/>
              <a:gd name="connsiteY89" fmla="*/ 205605 h 918344"/>
              <a:gd name="connsiteX90" fmla="*/ 8256033 w 9517857"/>
              <a:gd name="connsiteY90" fmla="*/ 193701 h 918344"/>
              <a:gd name="connsiteX91" fmla="*/ 8551625 w 9517857"/>
              <a:gd name="connsiteY91" fmla="*/ 161505 h 918344"/>
              <a:gd name="connsiteX92" fmla="*/ 8715976 w 9517857"/>
              <a:gd name="connsiteY92" fmla="*/ 178362 h 918344"/>
              <a:gd name="connsiteX93" fmla="*/ 8778827 w 9517857"/>
              <a:gd name="connsiteY93" fmla="*/ 172924 h 918344"/>
              <a:gd name="connsiteX94" fmla="*/ 8840778 w 9517857"/>
              <a:gd name="connsiteY94" fmla="*/ 143137 h 918344"/>
              <a:gd name="connsiteX95" fmla="*/ 9010380 w 9517857"/>
              <a:gd name="connsiteY95" fmla="*/ 91879 h 918344"/>
              <a:gd name="connsiteX96" fmla="*/ 9110856 w 9517857"/>
              <a:gd name="connsiteY96" fmla="*/ 70985 h 918344"/>
              <a:gd name="connsiteX97" fmla="*/ 9268817 w 9517857"/>
              <a:gd name="connsiteY97" fmla="*/ 53070 h 918344"/>
              <a:gd name="connsiteX98" fmla="*/ 9316667 w 9517857"/>
              <a:gd name="connsiteY98" fmla="*/ 45035 h 918344"/>
              <a:gd name="connsiteX99" fmla="*/ 9428209 w 9517857"/>
              <a:gd name="connsiteY99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750023 w 9517857"/>
              <a:gd name="connsiteY48" fmla="*/ 370666 h 918344"/>
              <a:gd name="connsiteX49" fmla="*/ 3844133 w 9517857"/>
              <a:gd name="connsiteY49" fmla="*/ 360636 h 918344"/>
              <a:gd name="connsiteX50" fmla="*/ 3913545 w 9517857"/>
              <a:gd name="connsiteY50" fmla="*/ 344223 h 918344"/>
              <a:gd name="connsiteX51" fmla="*/ 4266740 w 9517857"/>
              <a:gd name="connsiteY51" fmla="*/ 361442 h 918344"/>
              <a:gd name="connsiteX52" fmla="*/ 4430770 w 9517857"/>
              <a:gd name="connsiteY52" fmla="*/ 342631 h 918344"/>
              <a:gd name="connsiteX53" fmla="*/ 4512664 w 9517857"/>
              <a:gd name="connsiteY53" fmla="*/ 319936 h 918344"/>
              <a:gd name="connsiteX54" fmla="*/ 4616423 w 9517857"/>
              <a:gd name="connsiteY54" fmla="*/ 290902 h 918344"/>
              <a:gd name="connsiteX55" fmla="*/ 4691675 w 9517857"/>
              <a:gd name="connsiteY55" fmla="*/ 253999 h 918344"/>
              <a:gd name="connsiteX56" fmla="*/ 4689051 w 9517857"/>
              <a:gd name="connsiteY56" fmla="*/ 250956 h 918344"/>
              <a:gd name="connsiteX57" fmla="*/ 4719994 w 9517857"/>
              <a:gd name="connsiteY57" fmla="*/ 245295 h 918344"/>
              <a:gd name="connsiteX58" fmla="*/ 4752894 w 9517857"/>
              <a:gd name="connsiteY58" fmla="*/ 239863 h 918344"/>
              <a:gd name="connsiteX59" fmla="*/ 4769329 w 9517857"/>
              <a:gd name="connsiteY59" fmla="*/ 233573 h 918344"/>
              <a:gd name="connsiteX60" fmla="*/ 4775634 w 9517857"/>
              <a:gd name="connsiteY60" fmla="*/ 234051 h 918344"/>
              <a:gd name="connsiteX61" fmla="*/ 4790452 w 9517857"/>
              <a:gd name="connsiteY61" fmla="*/ 233560 h 918344"/>
              <a:gd name="connsiteX62" fmla="*/ 4789062 w 9517857"/>
              <a:gd name="connsiteY62" fmla="*/ 241912 h 918344"/>
              <a:gd name="connsiteX63" fmla="*/ 4827826 w 9517857"/>
              <a:gd name="connsiteY63" fmla="*/ 246965 h 918344"/>
              <a:gd name="connsiteX64" fmla="*/ 4892569 w 9517857"/>
              <a:gd name="connsiteY64" fmla="*/ 249921 h 918344"/>
              <a:gd name="connsiteX65" fmla="*/ 4896611 w 9517857"/>
              <a:gd name="connsiteY65" fmla="*/ 240436 h 918344"/>
              <a:gd name="connsiteX66" fmla="*/ 4917286 w 9517857"/>
              <a:gd name="connsiteY66" fmla="*/ 243647 h 918344"/>
              <a:gd name="connsiteX67" fmla="*/ 5060397 w 9517857"/>
              <a:gd name="connsiteY67" fmla="*/ 263676 h 918344"/>
              <a:gd name="connsiteX68" fmla="*/ 5252996 w 9517857"/>
              <a:gd name="connsiteY68" fmla="*/ 270643 h 918344"/>
              <a:gd name="connsiteX69" fmla="*/ 5358056 w 9517857"/>
              <a:gd name="connsiteY69" fmla="*/ 247236 h 918344"/>
              <a:gd name="connsiteX70" fmla="*/ 5426496 w 9517857"/>
              <a:gd name="connsiteY70" fmla="*/ 235130 h 918344"/>
              <a:gd name="connsiteX71" fmla="*/ 5497161 w 9517857"/>
              <a:gd name="connsiteY71" fmla="*/ 228796 h 918344"/>
              <a:gd name="connsiteX72" fmla="*/ 6013415 w 9517857"/>
              <a:gd name="connsiteY72" fmla="*/ 137304 h 918344"/>
              <a:gd name="connsiteX73" fmla="*/ 6080994 w 9517857"/>
              <a:gd name="connsiteY73" fmla="*/ 142926 h 918344"/>
              <a:gd name="connsiteX74" fmla="*/ 6194152 w 9517857"/>
              <a:gd name="connsiteY74" fmla="*/ 151760 h 918344"/>
              <a:gd name="connsiteX75" fmla="*/ 6281379 w 9517857"/>
              <a:gd name="connsiteY75" fmla="*/ 181614 h 918344"/>
              <a:gd name="connsiteX76" fmla="*/ 6374947 w 9517857"/>
              <a:gd name="connsiteY76" fmla="*/ 179787 h 918344"/>
              <a:gd name="connsiteX77" fmla="*/ 6448518 w 9517857"/>
              <a:gd name="connsiteY77" fmla="*/ 164366 h 918344"/>
              <a:gd name="connsiteX78" fmla="*/ 6544700 w 9517857"/>
              <a:gd name="connsiteY78" fmla="*/ 167149 h 918344"/>
              <a:gd name="connsiteX79" fmla="*/ 6648353 w 9517857"/>
              <a:gd name="connsiteY79" fmla="*/ 172238 h 918344"/>
              <a:gd name="connsiteX80" fmla="*/ 6736227 w 9517857"/>
              <a:gd name="connsiteY80" fmla="*/ 173204 h 918344"/>
              <a:gd name="connsiteX81" fmla="*/ 6977218 w 9517857"/>
              <a:gd name="connsiteY81" fmla="*/ 184277 h 918344"/>
              <a:gd name="connsiteX82" fmla="*/ 7065221 w 9517857"/>
              <a:gd name="connsiteY82" fmla="*/ 227519 h 918344"/>
              <a:gd name="connsiteX83" fmla="*/ 7565449 w 9517857"/>
              <a:gd name="connsiteY83" fmla="*/ 258938 h 918344"/>
              <a:gd name="connsiteX84" fmla="*/ 7599285 w 9517857"/>
              <a:gd name="connsiteY84" fmla="*/ 266009 h 918344"/>
              <a:gd name="connsiteX85" fmla="*/ 7644411 w 9517857"/>
              <a:gd name="connsiteY85" fmla="*/ 258974 h 918344"/>
              <a:gd name="connsiteX86" fmla="*/ 7825110 w 9517857"/>
              <a:gd name="connsiteY86" fmla="*/ 229097 h 918344"/>
              <a:gd name="connsiteX87" fmla="*/ 7965804 w 9517857"/>
              <a:gd name="connsiteY87" fmla="*/ 190533 h 918344"/>
              <a:gd name="connsiteX88" fmla="*/ 8147401 w 9517857"/>
              <a:gd name="connsiteY88" fmla="*/ 205605 h 918344"/>
              <a:gd name="connsiteX89" fmla="*/ 8256033 w 9517857"/>
              <a:gd name="connsiteY89" fmla="*/ 193701 h 918344"/>
              <a:gd name="connsiteX90" fmla="*/ 8551625 w 9517857"/>
              <a:gd name="connsiteY90" fmla="*/ 161505 h 918344"/>
              <a:gd name="connsiteX91" fmla="*/ 8715976 w 9517857"/>
              <a:gd name="connsiteY91" fmla="*/ 178362 h 918344"/>
              <a:gd name="connsiteX92" fmla="*/ 8778827 w 9517857"/>
              <a:gd name="connsiteY92" fmla="*/ 172924 h 918344"/>
              <a:gd name="connsiteX93" fmla="*/ 8840778 w 9517857"/>
              <a:gd name="connsiteY93" fmla="*/ 143137 h 918344"/>
              <a:gd name="connsiteX94" fmla="*/ 9010380 w 9517857"/>
              <a:gd name="connsiteY94" fmla="*/ 91879 h 918344"/>
              <a:gd name="connsiteX95" fmla="*/ 9110856 w 9517857"/>
              <a:gd name="connsiteY95" fmla="*/ 70985 h 918344"/>
              <a:gd name="connsiteX96" fmla="*/ 9268817 w 9517857"/>
              <a:gd name="connsiteY96" fmla="*/ 53070 h 918344"/>
              <a:gd name="connsiteX97" fmla="*/ 9316667 w 9517857"/>
              <a:gd name="connsiteY97" fmla="*/ 45035 h 918344"/>
              <a:gd name="connsiteX98" fmla="*/ 9428209 w 9517857"/>
              <a:gd name="connsiteY98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750023 w 9517857"/>
              <a:gd name="connsiteY48" fmla="*/ 370666 h 918344"/>
              <a:gd name="connsiteX49" fmla="*/ 3844133 w 9517857"/>
              <a:gd name="connsiteY49" fmla="*/ 360636 h 918344"/>
              <a:gd name="connsiteX50" fmla="*/ 3913545 w 9517857"/>
              <a:gd name="connsiteY50" fmla="*/ 344223 h 918344"/>
              <a:gd name="connsiteX51" fmla="*/ 4266740 w 9517857"/>
              <a:gd name="connsiteY51" fmla="*/ 361442 h 918344"/>
              <a:gd name="connsiteX52" fmla="*/ 4430770 w 9517857"/>
              <a:gd name="connsiteY52" fmla="*/ 342631 h 918344"/>
              <a:gd name="connsiteX53" fmla="*/ 4512664 w 9517857"/>
              <a:gd name="connsiteY53" fmla="*/ 319936 h 918344"/>
              <a:gd name="connsiteX54" fmla="*/ 4616423 w 9517857"/>
              <a:gd name="connsiteY54" fmla="*/ 290902 h 918344"/>
              <a:gd name="connsiteX55" fmla="*/ 4691675 w 9517857"/>
              <a:gd name="connsiteY55" fmla="*/ 253999 h 918344"/>
              <a:gd name="connsiteX56" fmla="*/ 4689051 w 9517857"/>
              <a:gd name="connsiteY56" fmla="*/ 250956 h 918344"/>
              <a:gd name="connsiteX57" fmla="*/ 4719994 w 9517857"/>
              <a:gd name="connsiteY57" fmla="*/ 245295 h 918344"/>
              <a:gd name="connsiteX58" fmla="*/ 4752894 w 9517857"/>
              <a:gd name="connsiteY58" fmla="*/ 239863 h 918344"/>
              <a:gd name="connsiteX59" fmla="*/ 4769329 w 9517857"/>
              <a:gd name="connsiteY59" fmla="*/ 233573 h 918344"/>
              <a:gd name="connsiteX60" fmla="*/ 4775634 w 9517857"/>
              <a:gd name="connsiteY60" fmla="*/ 234051 h 918344"/>
              <a:gd name="connsiteX61" fmla="*/ 4790452 w 9517857"/>
              <a:gd name="connsiteY61" fmla="*/ 233560 h 918344"/>
              <a:gd name="connsiteX62" fmla="*/ 4789062 w 9517857"/>
              <a:gd name="connsiteY62" fmla="*/ 241912 h 918344"/>
              <a:gd name="connsiteX63" fmla="*/ 4827826 w 9517857"/>
              <a:gd name="connsiteY63" fmla="*/ 246965 h 918344"/>
              <a:gd name="connsiteX64" fmla="*/ 4892569 w 9517857"/>
              <a:gd name="connsiteY64" fmla="*/ 249921 h 918344"/>
              <a:gd name="connsiteX65" fmla="*/ 4896611 w 9517857"/>
              <a:gd name="connsiteY65" fmla="*/ 240436 h 918344"/>
              <a:gd name="connsiteX66" fmla="*/ 4917286 w 9517857"/>
              <a:gd name="connsiteY66" fmla="*/ 243647 h 918344"/>
              <a:gd name="connsiteX67" fmla="*/ 5060397 w 9517857"/>
              <a:gd name="connsiteY67" fmla="*/ 263676 h 918344"/>
              <a:gd name="connsiteX68" fmla="*/ 5252996 w 9517857"/>
              <a:gd name="connsiteY68" fmla="*/ 270643 h 918344"/>
              <a:gd name="connsiteX69" fmla="*/ 5358056 w 9517857"/>
              <a:gd name="connsiteY69" fmla="*/ 247236 h 918344"/>
              <a:gd name="connsiteX70" fmla="*/ 5426496 w 9517857"/>
              <a:gd name="connsiteY70" fmla="*/ 235130 h 918344"/>
              <a:gd name="connsiteX71" fmla="*/ 5497161 w 9517857"/>
              <a:gd name="connsiteY71" fmla="*/ 228796 h 918344"/>
              <a:gd name="connsiteX72" fmla="*/ 5856152 w 9517857"/>
              <a:gd name="connsiteY72" fmla="*/ 156354 h 918344"/>
              <a:gd name="connsiteX73" fmla="*/ 6080994 w 9517857"/>
              <a:gd name="connsiteY73" fmla="*/ 142926 h 918344"/>
              <a:gd name="connsiteX74" fmla="*/ 6194152 w 9517857"/>
              <a:gd name="connsiteY74" fmla="*/ 151760 h 918344"/>
              <a:gd name="connsiteX75" fmla="*/ 6281379 w 9517857"/>
              <a:gd name="connsiteY75" fmla="*/ 181614 h 918344"/>
              <a:gd name="connsiteX76" fmla="*/ 6374947 w 9517857"/>
              <a:gd name="connsiteY76" fmla="*/ 179787 h 918344"/>
              <a:gd name="connsiteX77" fmla="*/ 6448518 w 9517857"/>
              <a:gd name="connsiteY77" fmla="*/ 164366 h 918344"/>
              <a:gd name="connsiteX78" fmla="*/ 6544700 w 9517857"/>
              <a:gd name="connsiteY78" fmla="*/ 167149 h 918344"/>
              <a:gd name="connsiteX79" fmla="*/ 6648353 w 9517857"/>
              <a:gd name="connsiteY79" fmla="*/ 172238 h 918344"/>
              <a:gd name="connsiteX80" fmla="*/ 6736227 w 9517857"/>
              <a:gd name="connsiteY80" fmla="*/ 173204 h 918344"/>
              <a:gd name="connsiteX81" fmla="*/ 6977218 w 9517857"/>
              <a:gd name="connsiteY81" fmla="*/ 184277 h 918344"/>
              <a:gd name="connsiteX82" fmla="*/ 7065221 w 9517857"/>
              <a:gd name="connsiteY82" fmla="*/ 227519 h 918344"/>
              <a:gd name="connsiteX83" fmla="*/ 7565449 w 9517857"/>
              <a:gd name="connsiteY83" fmla="*/ 258938 h 918344"/>
              <a:gd name="connsiteX84" fmla="*/ 7599285 w 9517857"/>
              <a:gd name="connsiteY84" fmla="*/ 266009 h 918344"/>
              <a:gd name="connsiteX85" fmla="*/ 7644411 w 9517857"/>
              <a:gd name="connsiteY85" fmla="*/ 258974 h 918344"/>
              <a:gd name="connsiteX86" fmla="*/ 7825110 w 9517857"/>
              <a:gd name="connsiteY86" fmla="*/ 229097 h 918344"/>
              <a:gd name="connsiteX87" fmla="*/ 7965804 w 9517857"/>
              <a:gd name="connsiteY87" fmla="*/ 190533 h 918344"/>
              <a:gd name="connsiteX88" fmla="*/ 8147401 w 9517857"/>
              <a:gd name="connsiteY88" fmla="*/ 205605 h 918344"/>
              <a:gd name="connsiteX89" fmla="*/ 8256033 w 9517857"/>
              <a:gd name="connsiteY89" fmla="*/ 193701 h 918344"/>
              <a:gd name="connsiteX90" fmla="*/ 8551625 w 9517857"/>
              <a:gd name="connsiteY90" fmla="*/ 161505 h 918344"/>
              <a:gd name="connsiteX91" fmla="*/ 8715976 w 9517857"/>
              <a:gd name="connsiteY91" fmla="*/ 178362 h 918344"/>
              <a:gd name="connsiteX92" fmla="*/ 8778827 w 9517857"/>
              <a:gd name="connsiteY92" fmla="*/ 172924 h 918344"/>
              <a:gd name="connsiteX93" fmla="*/ 8840778 w 9517857"/>
              <a:gd name="connsiteY93" fmla="*/ 143137 h 918344"/>
              <a:gd name="connsiteX94" fmla="*/ 9010380 w 9517857"/>
              <a:gd name="connsiteY94" fmla="*/ 91879 h 918344"/>
              <a:gd name="connsiteX95" fmla="*/ 9110856 w 9517857"/>
              <a:gd name="connsiteY95" fmla="*/ 70985 h 918344"/>
              <a:gd name="connsiteX96" fmla="*/ 9268817 w 9517857"/>
              <a:gd name="connsiteY96" fmla="*/ 53070 h 918344"/>
              <a:gd name="connsiteX97" fmla="*/ 9316667 w 9517857"/>
              <a:gd name="connsiteY97" fmla="*/ 45035 h 918344"/>
              <a:gd name="connsiteX98" fmla="*/ 9428209 w 9517857"/>
              <a:gd name="connsiteY98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750023 w 9517857"/>
              <a:gd name="connsiteY48" fmla="*/ 370666 h 918344"/>
              <a:gd name="connsiteX49" fmla="*/ 3844133 w 9517857"/>
              <a:gd name="connsiteY49" fmla="*/ 360636 h 918344"/>
              <a:gd name="connsiteX50" fmla="*/ 3913545 w 9517857"/>
              <a:gd name="connsiteY50" fmla="*/ 344223 h 918344"/>
              <a:gd name="connsiteX51" fmla="*/ 4266740 w 9517857"/>
              <a:gd name="connsiteY51" fmla="*/ 361442 h 918344"/>
              <a:gd name="connsiteX52" fmla="*/ 4430770 w 9517857"/>
              <a:gd name="connsiteY52" fmla="*/ 342631 h 918344"/>
              <a:gd name="connsiteX53" fmla="*/ 4512664 w 9517857"/>
              <a:gd name="connsiteY53" fmla="*/ 319936 h 918344"/>
              <a:gd name="connsiteX54" fmla="*/ 4616423 w 9517857"/>
              <a:gd name="connsiteY54" fmla="*/ 290902 h 918344"/>
              <a:gd name="connsiteX55" fmla="*/ 4691675 w 9517857"/>
              <a:gd name="connsiteY55" fmla="*/ 253999 h 918344"/>
              <a:gd name="connsiteX56" fmla="*/ 4689051 w 9517857"/>
              <a:gd name="connsiteY56" fmla="*/ 250956 h 918344"/>
              <a:gd name="connsiteX57" fmla="*/ 4719994 w 9517857"/>
              <a:gd name="connsiteY57" fmla="*/ 245295 h 918344"/>
              <a:gd name="connsiteX58" fmla="*/ 4752894 w 9517857"/>
              <a:gd name="connsiteY58" fmla="*/ 239863 h 918344"/>
              <a:gd name="connsiteX59" fmla="*/ 4769329 w 9517857"/>
              <a:gd name="connsiteY59" fmla="*/ 233573 h 918344"/>
              <a:gd name="connsiteX60" fmla="*/ 4775634 w 9517857"/>
              <a:gd name="connsiteY60" fmla="*/ 234051 h 918344"/>
              <a:gd name="connsiteX61" fmla="*/ 4790452 w 9517857"/>
              <a:gd name="connsiteY61" fmla="*/ 233560 h 918344"/>
              <a:gd name="connsiteX62" fmla="*/ 4789062 w 9517857"/>
              <a:gd name="connsiteY62" fmla="*/ 241912 h 918344"/>
              <a:gd name="connsiteX63" fmla="*/ 4827826 w 9517857"/>
              <a:gd name="connsiteY63" fmla="*/ 246965 h 918344"/>
              <a:gd name="connsiteX64" fmla="*/ 4892569 w 9517857"/>
              <a:gd name="connsiteY64" fmla="*/ 249921 h 918344"/>
              <a:gd name="connsiteX65" fmla="*/ 4896611 w 9517857"/>
              <a:gd name="connsiteY65" fmla="*/ 240436 h 918344"/>
              <a:gd name="connsiteX66" fmla="*/ 4917286 w 9517857"/>
              <a:gd name="connsiteY66" fmla="*/ 243647 h 918344"/>
              <a:gd name="connsiteX67" fmla="*/ 5060397 w 9517857"/>
              <a:gd name="connsiteY67" fmla="*/ 263676 h 918344"/>
              <a:gd name="connsiteX68" fmla="*/ 5252996 w 9517857"/>
              <a:gd name="connsiteY68" fmla="*/ 270643 h 918344"/>
              <a:gd name="connsiteX69" fmla="*/ 5358056 w 9517857"/>
              <a:gd name="connsiteY69" fmla="*/ 247236 h 918344"/>
              <a:gd name="connsiteX70" fmla="*/ 5426496 w 9517857"/>
              <a:gd name="connsiteY70" fmla="*/ 235130 h 918344"/>
              <a:gd name="connsiteX71" fmla="*/ 5497161 w 9517857"/>
              <a:gd name="connsiteY71" fmla="*/ 228796 h 918344"/>
              <a:gd name="connsiteX72" fmla="*/ 5856152 w 9517857"/>
              <a:gd name="connsiteY72" fmla="*/ 156354 h 918344"/>
              <a:gd name="connsiteX73" fmla="*/ 6014778 w 9517857"/>
              <a:gd name="connsiteY73" fmla="*/ 168326 h 918344"/>
              <a:gd name="connsiteX74" fmla="*/ 6194152 w 9517857"/>
              <a:gd name="connsiteY74" fmla="*/ 151760 h 918344"/>
              <a:gd name="connsiteX75" fmla="*/ 6281379 w 9517857"/>
              <a:gd name="connsiteY75" fmla="*/ 181614 h 918344"/>
              <a:gd name="connsiteX76" fmla="*/ 6374947 w 9517857"/>
              <a:gd name="connsiteY76" fmla="*/ 179787 h 918344"/>
              <a:gd name="connsiteX77" fmla="*/ 6448518 w 9517857"/>
              <a:gd name="connsiteY77" fmla="*/ 164366 h 918344"/>
              <a:gd name="connsiteX78" fmla="*/ 6544700 w 9517857"/>
              <a:gd name="connsiteY78" fmla="*/ 167149 h 918344"/>
              <a:gd name="connsiteX79" fmla="*/ 6648353 w 9517857"/>
              <a:gd name="connsiteY79" fmla="*/ 172238 h 918344"/>
              <a:gd name="connsiteX80" fmla="*/ 6736227 w 9517857"/>
              <a:gd name="connsiteY80" fmla="*/ 173204 h 918344"/>
              <a:gd name="connsiteX81" fmla="*/ 6977218 w 9517857"/>
              <a:gd name="connsiteY81" fmla="*/ 184277 h 918344"/>
              <a:gd name="connsiteX82" fmla="*/ 7065221 w 9517857"/>
              <a:gd name="connsiteY82" fmla="*/ 227519 h 918344"/>
              <a:gd name="connsiteX83" fmla="*/ 7565449 w 9517857"/>
              <a:gd name="connsiteY83" fmla="*/ 258938 h 918344"/>
              <a:gd name="connsiteX84" fmla="*/ 7599285 w 9517857"/>
              <a:gd name="connsiteY84" fmla="*/ 266009 h 918344"/>
              <a:gd name="connsiteX85" fmla="*/ 7644411 w 9517857"/>
              <a:gd name="connsiteY85" fmla="*/ 258974 h 918344"/>
              <a:gd name="connsiteX86" fmla="*/ 7825110 w 9517857"/>
              <a:gd name="connsiteY86" fmla="*/ 229097 h 918344"/>
              <a:gd name="connsiteX87" fmla="*/ 7965804 w 9517857"/>
              <a:gd name="connsiteY87" fmla="*/ 190533 h 918344"/>
              <a:gd name="connsiteX88" fmla="*/ 8147401 w 9517857"/>
              <a:gd name="connsiteY88" fmla="*/ 205605 h 918344"/>
              <a:gd name="connsiteX89" fmla="*/ 8256033 w 9517857"/>
              <a:gd name="connsiteY89" fmla="*/ 193701 h 918344"/>
              <a:gd name="connsiteX90" fmla="*/ 8551625 w 9517857"/>
              <a:gd name="connsiteY90" fmla="*/ 161505 h 918344"/>
              <a:gd name="connsiteX91" fmla="*/ 8715976 w 9517857"/>
              <a:gd name="connsiteY91" fmla="*/ 178362 h 918344"/>
              <a:gd name="connsiteX92" fmla="*/ 8778827 w 9517857"/>
              <a:gd name="connsiteY92" fmla="*/ 172924 h 918344"/>
              <a:gd name="connsiteX93" fmla="*/ 8840778 w 9517857"/>
              <a:gd name="connsiteY93" fmla="*/ 143137 h 918344"/>
              <a:gd name="connsiteX94" fmla="*/ 9010380 w 9517857"/>
              <a:gd name="connsiteY94" fmla="*/ 91879 h 918344"/>
              <a:gd name="connsiteX95" fmla="*/ 9110856 w 9517857"/>
              <a:gd name="connsiteY95" fmla="*/ 70985 h 918344"/>
              <a:gd name="connsiteX96" fmla="*/ 9268817 w 9517857"/>
              <a:gd name="connsiteY96" fmla="*/ 53070 h 918344"/>
              <a:gd name="connsiteX97" fmla="*/ 9316667 w 9517857"/>
              <a:gd name="connsiteY97" fmla="*/ 45035 h 918344"/>
              <a:gd name="connsiteX98" fmla="*/ 9428209 w 9517857"/>
              <a:gd name="connsiteY98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750023 w 9517857"/>
              <a:gd name="connsiteY48" fmla="*/ 370666 h 918344"/>
              <a:gd name="connsiteX49" fmla="*/ 3844133 w 9517857"/>
              <a:gd name="connsiteY49" fmla="*/ 360636 h 918344"/>
              <a:gd name="connsiteX50" fmla="*/ 3913545 w 9517857"/>
              <a:gd name="connsiteY50" fmla="*/ 344223 h 918344"/>
              <a:gd name="connsiteX51" fmla="*/ 4266740 w 9517857"/>
              <a:gd name="connsiteY51" fmla="*/ 361442 h 918344"/>
              <a:gd name="connsiteX52" fmla="*/ 4430770 w 9517857"/>
              <a:gd name="connsiteY52" fmla="*/ 342631 h 918344"/>
              <a:gd name="connsiteX53" fmla="*/ 4512664 w 9517857"/>
              <a:gd name="connsiteY53" fmla="*/ 319936 h 918344"/>
              <a:gd name="connsiteX54" fmla="*/ 4616423 w 9517857"/>
              <a:gd name="connsiteY54" fmla="*/ 290902 h 918344"/>
              <a:gd name="connsiteX55" fmla="*/ 4691675 w 9517857"/>
              <a:gd name="connsiteY55" fmla="*/ 253999 h 918344"/>
              <a:gd name="connsiteX56" fmla="*/ 4689051 w 9517857"/>
              <a:gd name="connsiteY56" fmla="*/ 250956 h 918344"/>
              <a:gd name="connsiteX57" fmla="*/ 4719994 w 9517857"/>
              <a:gd name="connsiteY57" fmla="*/ 245295 h 918344"/>
              <a:gd name="connsiteX58" fmla="*/ 4752894 w 9517857"/>
              <a:gd name="connsiteY58" fmla="*/ 239863 h 918344"/>
              <a:gd name="connsiteX59" fmla="*/ 4769329 w 9517857"/>
              <a:gd name="connsiteY59" fmla="*/ 233573 h 918344"/>
              <a:gd name="connsiteX60" fmla="*/ 4775634 w 9517857"/>
              <a:gd name="connsiteY60" fmla="*/ 234051 h 918344"/>
              <a:gd name="connsiteX61" fmla="*/ 4790452 w 9517857"/>
              <a:gd name="connsiteY61" fmla="*/ 233560 h 918344"/>
              <a:gd name="connsiteX62" fmla="*/ 4789062 w 9517857"/>
              <a:gd name="connsiteY62" fmla="*/ 241912 h 918344"/>
              <a:gd name="connsiteX63" fmla="*/ 4827826 w 9517857"/>
              <a:gd name="connsiteY63" fmla="*/ 246965 h 918344"/>
              <a:gd name="connsiteX64" fmla="*/ 4892569 w 9517857"/>
              <a:gd name="connsiteY64" fmla="*/ 249921 h 918344"/>
              <a:gd name="connsiteX65" fmla="*/ 4896611 w 9517857"/>
              <a:gd name="connsiteY65" fmla="*/ 240436 h 918344"/>
              <a:gd name="connsiteX66" fmla="*/ 4917286 w 9517857"/>
              <a:gd name="connsiteY66" fmla="*/ 243647 h 918344"/>
              <a:gd name="connsiteX67" fmla="*/ 5060397 w 9517857"/>
              <a:gd name="connsiteY67" fmla="*/ 263676 h 918344"/>
              <a:gd name="connsiteX68" fmla="*/ 5252996 w 9517857"/>
              <a:gd name="connsiteY68" fmla="*/ 270643 h 918344"/>
              <a:gd name="connsiteX69" fmla="*/ 5358056 w 9517857"/>
              <a:gd name="connsiteY69" fmla="*/ 247236 h 918344"/>
              <a:gd name="connsiteX70" fmla="*/ 5426496 w 9517857"/>
              <a:gd name="connsiteY70" fmla="*/ 235130 h 918344"/>
              <a:gd name="connsiteX71" fmla="*/ 5497161 w 9517857"/>
              <a:gd name="connsiteY71" fmla="*/ 228796 h 918344"/>
              <a:gd name="connsiteX72" fmla="*/ 5856152 w 9517857"/>
              <a:gd name="connsiteY72" fmla="*/ 156354 h 918344"/>
              <a:gd name="connsiteX73" fmla="*/ 6014778 w 9517857"/>
              <a:gd name="connsiteY73" fmla="*/ 168326 h 918344"/>
              <a:gd name="connsiteX74" fmla="*/ 6194152 w 9517857"/>
              <a:gd name="connsiteY74" fmla="*/ 151760 h 918344"/>
              <a:gd name="connsiteX75" fmla="*/ 6281379 w 9517857"/>
              <a:gd name="connsiteY75" fmla="*/ 181614 h 918344"/>
              <a:gd name="connsiteX76" fmla="*/ 6374947 w 9517857"/>
              <a:gd name="connsiteY76" fmla="*/ 179787 h 918344"/>
              <a:gd name="connsiteX77" fmla="*/ 6448518 w 9517857"/>
              <a:gd name="connsiteY77" fmla="*/ 164366 h 918344"/>
              <a:gd name="connsiteX78" fmla="*/ 6544700 w 9517857"/>
              <a:gd name="connsiteY78" fmla="*/ 167149 h 918344"/>
              <a:gd name="connsiteX79" fmla="*/ 6648353 w 9517857"/>
              <a:gd name="connsiteY79" fmla="*/ 172238 h 918344"/>
              <a:gd name="connsiteX80" fmla="*/ 6736227 w 9517857"/>
              <a:gd name="connsiteY80" fmla="*/ 173204 h 918344"/>
              <a:gd name="connsiteX81" fmla="*/ 6977218 w 9517857"/>
              <a:gd name="connsiteY81" fmla="*/ 184277 h 918344"/>
              <a:gd name="connsiteX82" fmla="*/ 7065221 w 9517857"/>
              <a:gd name="connsiteY82" fmla="*/ 227519 h 918344"/>
              <a:gd name="connsiteX83" fmla="*/ 7565449 w 9517857"/>
              <a:gd name="connsiteY83" fmla="*/ 258938 h 918344"/>
              <a:gd name="connsiteX84" fmla="*/ 7350974 w 9517857"/>
              <a:gd name="connsiteY84" fmla="*/ 380309 h 918344"/>
              <a:gd name="connsiteX85" fmla="*/ 7644411 w 9517857"/>
              <a:gd name="connsiteY85" fmla="*/ 258974 h 918344"/>
              <a:gd name="connsiteX86" fmla="*/ 7825110 w 9517857"/>
              <a:gd name="connsiteY86" fmla="*/ 229097 h 918344"/>
              <a:gd name="connsiteX87" fmla="*/ 7965804 w 9517857"/>
              <a:gd name="connsiteY87" fmla="*/ 190533 h 918344"/>
              <a:gd name="connsiteX88" fmla="*/ 8147401 w 9517857"/>
              <a:gd name="connsiteY88" fmla="*/ 205605 h 918344"/>
              <a:gd name="connsiteX89" fmla="*/ 8256033 w 9517857"/>
              <a:gd name="connsiteY89" fmla="*/ 193701 h 918344"/>
              <a:gd name="connsiteX90" fmla="*/ 8551625 w 9517857"/>
              <a:gd name="connsiteY90" fmla="*/ 161505 h 918344"/>
              <a:gd name="connsiteX91" fmla="*/ 8715976 w 9517857"/>
              <a:gd name="connsiteY91" fmla="*/ 178362 h 918344"/>
              <a:gd name="connsiteX92" fmla="*/ 8778827 w 9517857"/>
              <a:gd name="connsiteY92" fmla="*/ 172924 h 918344"/>
              <a:gd name="connsiteX93" fmla="*/ 8840778 w 9517857"/>
              <a:gd name="connsiteY93" fmla="*/ 143137 h 918344"/>
              <a:gd name="connsiteX94" fmla="*/ 9010380 w 9517857"/>
              <a:gd name="connsiteY94" fmla="*/ 91879 h 918344"/>
              <a:gd name="connsiteX95" fmla="*/ 9110856 w 9517857"/>
              <a:gd name="connsiteY95" fmla="*/ 70985 h 918344"/>
              <a:gd name="connsiteX96" fmla="*/ 9268817 w 9517857"/>
              <a:gd name="connsiteY96" fmla="*/ 53070 h 918344"/>
              <a:gd name="connsiteX97" fmla="*/ 9316667 w 9517857"/>
              <a:gd name="connsiteY97" fmla="*/ 45035 h 918344"/>
              <a:gd name="connsiteX98" fmla="*/ 9428209 w 9517857"/>
              <a:gd name="connsiteY98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750023 w 9517857"/>
              <a:gd name="connsiteY48" fmla="*/ 370666 h 918344"/>
              <a:gd name="connsiteX49" fmla="*/ 3844133 w 9517857"/>
              <a:gd name="connsiteY49" fmla="*/ 360636 h 918344"/>
              <a:gd name="connsiteX50" fmla="*/ 3913545 w 9517857"/>
              <a:gd name="connsiteY50" fmla="*/ 344223 h 918344"/>
              <a:gd name="connsiteX51" fmla="*/ 4266740 w 9517857"/>
              <a:gd name="connsiteY51" fmla="*/ 361442 h 918344"/>
              <a:gd name="connsiteX52" fmla="*/ 4430770 w 9517857"/>
              <a:gd name="connsiteY52" fmla="*/ 342631 h 918344"/>
              <a:gd name="connsiteX53" fmla="*/ 4512664 w 9517857"/>
              <a:gd name="connsiteY53" fmla="*/ 319936 h 918344"/>
              <a:gd name="connsiteX54" fmla="*/ 4616423 w 9517857"/>
              <a:gd name="connsiteY54" fmla="*/ 290902 h 918344"/>
              <a:gd name="connsiteX55" fmla="*/ 4691675 w 9517857"/>
              <a:gd name="connsiteY55" fmla="*/ 253999 h 918344"/>
              <a:gd name="connsiteX56" fmla="*/ 4689051 w 9517857"/>
              <a:gd name="connsiteY56" fmla="*/ 250956 h 918344"/>
              <a:gd name="connsiteX57" fmla="*/ 4719994 w 9517857"/>
              <a:gd name="connsiteY57" fmla="*/ 245295 h 918344"/>
              <a:gd name="connsiteX58" fmla="*/ 4752894 w 9517857"/>
              <a:gd name="connsiteY58" fmla="*/ 239863 h 918344"/>
              <a:gd name="connsiteX59" fmla="*/ 4769329 w 9517857"/>
              <a:gd name="connsiteY59" fmla="*/ 233573 h 918344"/>
              <a:gd name="connsiteX60" fmla="*/ 4775634 w 9517857"/>
              <a:gd name="connsiteY60" fmla="*/ 234051 h 918344"/>
              <a:gd name="connsiteX61" fmla="*/ 4790452 w 9517857"/>
              <a:gd name="connsiteY61" fmla="*/ 233560 h 918344"/>
              <a:gd name="connsiteX62" fmla="*/ 4789062 w 9517857"/>
              <a:gd name="connsiteY62" fmla="*/ 241912 h 918344"/>
              <a:gd name="connsiteX63" fmla="*/ 4827826 w 9517857"/>
              <a:gd name="connsiteY63" fmla="*/ 246965 h 918344"/>
              <a:gd name="connsiteX64" fmla="*/ 4892569 w 9517857"/>
              <a:gd name="connsiteY64" fmla="*/ 249921 h 918344"/>
              <a:gd name="connsiteX65" fmla="*/ 4896611 w 9517857"/>
              <a:gd name="connsiteY65" fmla="*/ 240436 h 918344"/>
              <a:gd name="connsiteX66" fmla="*/ 4917286 w 9517857"/>
              <a:gd name="connsiteY66" fmla="*/ 243647 h 918344"/>
              <a:gd name="connsiteX67" fmla="*/ 5060397 w 9517857"/>
              <a:gd name="connsiteY67" fmla="*/ 263676 h 918344"/>
              <a:gd name="connsiteX68" fmla="*/ 5252996 w 9517857"/>
              <a:gd name="connsiteY68" fmla="*/ 270643 h 918344"/>
              <a:gd name="connsiteX69" fmla="*/ 5358056 w 9517857"/>
              <a:gd name="connsiteY69" fmla="*/ 247236 h 918344"/>
              <a:gd name="connsiteX70" fmla="*/ 5426496 w 9517857"/>
              <a:gd name="connsiteY70" fmla="*/ 235130 h 918344"/>
              <a:gd name="connsiteX71" fmla="*/ 5497161 w 9517857"/>
              <a:gd name="connsiteY71" fmla="*/ 228796 h 918344"/>
              <a:gd name="connsiteX72" fmla="*/ 5856152 w 9517857"/>
              <a:gd name="connsiteY72" fmla="*/ 156354 h 918344"/>
              <a:gd name="connsiteX73" fmla="*/ 6014778 w 9517857"/>
              <a:gd name="connsiteY73" fmla="*/ 168326 h 918344"/>
              <a:gd name="connsiteX74" fmla="*/ 6194152 w 9517857"/>
              <a:gd name="connsiteY74" fmla="*/ 151760 h 918344"/>
              <a:gd name="connsiteX75" fmla="*/ 6281379 w 9517857"/>
              <a:gd name="connsiteY75" fmla="*/ 181614 h 918344"/>
              <a:gd name="connsiteX76" fmla="*/ 6374947 w 9517857"/>
              <a:gd name="connsiteY76" fmla="*/ 179787 h 918344"/>
              <a:gd name="connsiteX77" fmla="*/ 6448518 w 9517857"/>
              <a:gd name="connsiteY77" fmla="*/ 164366 h 918344"/>
              <a:gd name="connsiteX78" fmla="*/ 6544700 w 9517857"/>
              <a:gd name="connsiteY78" fmla="*/ 167149 h 918344"/>
              <a:gd name="connsiteX79" fmla="*/ 6648353 w 9517857"/>
              <a:gd name="connsiteY79" fmla="*/ 172238 h 918344"/>
              <a:gd name="connsiteX80" fmla="*/ 6736227 w 9517857"/>
              <a:gd name="connsiteY80" fmla="*/ 173204 h 918344"/>
              <a:gd name="connsiteX81" fmla="*/ 6977218 w 9517857"/>
              <a:gd name="connsiteY81" fmla="*/ 184277 h 918344"/>
              <a:gd name="connsiteX82" fmla="*/ 7065221 w 9517857"/>
              <a:gd name="connsiteY82" fmla="*/ 227519 h 918344"/>
              <a:gd name="connsiteX83" fmla="*/ 7366801 w 9517857"/>
              <a:gd name="connsiteY83" fmla="*/ 258938 h 918344"/>
              <a:gd name="connsiteX84" fmla="*/ 7350974 w 9517857"/>
              <a:gd name="connsiteY84" fmla="*/ 380309 h 918344"/>
              <a:gd name="connsiteX85" fmla="*/ 7644411 w 9517857"/>
              <a:gd name="connsiteY85" fmla="*/ 258974 h 918344"/>
              <a:gd name="connsiteX86" fmla="*/ 7825110 w 9517857"/>
              <a:gd name="connsiteY86" fmla="*/ 229097 h 918344"/>
              <a:gd name="connsiteX87" fmla="*/ 7965804 w 9517857"/>
              <a:gd name="connsiteY87" fmla="*/ 190533 h 918344"/>
              <a:gd name="connsiteX88" fmla="*/ 8147401 w 9517857"/>
              <a:gd name="connsiteY88" fmla="*/ 205605 h 918344"/>
              <a:gd name="connsiteX89" fmla="*/ 8256033 w 9517857"/>
              <a:gd name="connsiteY89" fmla="*/ 193701 h 918344"/>
              <a:gd name="connsiteX90" fmla="*/ 8551625 w 9517857"/>
              <a:gd name="connsiteY90" fmla="*/ 161505 h 918344"/>
              <a:gd name="connsiteX91" fmla="*/ 8715976 w 9517857"/>
              <a:gd name="connsiteY91" fmla="*/ 178362 h 918344"/>
              <a:gd name="connsiteX92" fmla="*/ 8778827 w 9517857"/>
              <a:gd name="connsiteY92" fmla="*/ 172924 h 918344"/>
              <a:gd name="connsiteX93" fmla="*/ 8840778 w 9517857"/>
              <a:gd name="connsiteY93" fmla="*/ 143137 h 918344"/>
              <a:gd name="connsiteX94" fmla="*/ 9010380 w 9517857"/>
              <a:gd name="connsiteY94" fmla="*/ 91879 h 918344"/>
              <a:gd name="connsiteX95" fmla="*/ 9110856 w 9517857"/>
              <a:gd name="connsiteY95" fmla="*/ 70985 h 918344"/>
              <a:gd name="connsiteX96" fmla="*/ 9268817 w 9517857"/>
              <a:gd name="connsiteY96" fmla="*/ 53070 h 918344"/>
              <a:gd name="connsiteX97" fmla="*/ 9316667 w 9517857"/>
              <a:gd name="connsiteY97" fmla="*/ 45035 h 918344"/>
              <a:gd name="connsiteX98" fmla="*/ 9428209 w 9517857"/>
              <a:gd name="connsiteY98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750023 w 9517857"/>
              <a:gd name="connsiteY48" fmla="*/ 370666 h 918344"/>
              <a:gd name="connsiteX49" fmla="*/ 3844133 w 9517857"/>
              <a:gd name="connsiteY49" fmla="*/ 360636 h 918344"/>
              <a:gd name="connsiteX50" fmla="*/ 3913545 w 9517857"/>
              <a:gd name="connsiteY50" fmla="*/ 344223 h 918344"/>
              <a:gd name="connsiteX51" fmla="*/ 4266740 w 9517857"/>
              <a:gd name="connsiteY51" fmla="*/ 361442 h 918344"/>
              <a:gd name="connsiteX52" fmla="*/ 4430770 w 9517857"/>
              <a:gd name="connsiteY52" fmla="*/ 342631 h 918344"/>
              <a:gd name="connsiteX53" fmla="*/ 4512664 w 9517857"/>
              <a:gd name="connsiteY53" fmla="*/ 319936 h 918344"/>
              <a:gd name="connsiteX54" fmla="*/ 4616423 w 9517857"/>
              <a:gd name="connsiteY54" fmla="*/ 290902 h 918344"/>
              <a:gd name="connsiteX55" fmla="*/ 4691675 w 9517857"/>
              <a:gd name="connsiteY55" fmla="*/ 253999 h 918344"/>
              <a:gd name="connsiteX56" fmla="*/ 4689051 w 9517857"/>
              <a:gd name="connsiteY56" fmla="*/ 250956 h 918344"/>
              <a:gd name="connsiteX57" fmla="*/ 4719994 w 9517857"/>
              <a:gd name="connsiteY57" fmla="*/ 245295 h 918344"/>
              <a:gd name="connsiteX58" fmla="*/ 4752894 w 9517857"/>
              <a:gd name="connsiteY58" fmla="*/ 239863 h 918344"/>
              <a:gd name="connsiteX59" fmla="*/ 4769329 w 9517857"/>
              <a:gd name="connsiteY59" fmla="*/ 233573 h 918344"/>
              <a:gd name="connsiteX60" fmla="*/ 4775634 w 9517857"/>
              <a:gd name="connsiteY60" fmla="*/ 234051 h 918344"/>
              <a:gd name="connsiteX61" fmla="*/ 4790452 w 9517857"/>
              <a:gd name="connsiteY61" fmla="*/ 233560 h 918344"/>
              <a:gd name="connsiteX62" fmla="*/ 4789062 w 9517857"/>
              <a:gd name="connsiteY62" fmla="*/ 241912 h 918344"/>
              <a:gd name="connsiteX63" fmla="*/ 4827826 w 9517857"/>
              <a:gd name="connsiteY63" fmla="*/ 246965 h 918344"/>
              <a:gd name="connsiteX64" fmla="*/ 4892569 w 9517857"/>
              <a:gd name="connsiteY64" fmla="*/ 249921 h 918344"/>
              <a:gd name="connsiteX65" fmla="*/ 4896611 w 9517857"/>
              <a:gd name="connsiteY65" fmla="*/ 240436 h 918344"/>
              <a:gd name="connsiteX66" fmla="*/ 4917286 w 9517857"/>
              <a:gd name="connsiteY66" fmla="*/ 243647 h 918344"/>
              <a:gd name="connsiteX67" fmla="*/ 5060397 w 9517857"/>
              <a:gd name="connsiteY67" fmla="*/ 263676 h 918344"/>
              <a:gd name="connsiteX68" fmla="*/ 5252996 w 9517857"/>
              <a:gd name="connsiteY68" fmla="*/ 270643 h 918344"/>
              <a:gd name="connsiteX69" fmla="*/ 5358056 w 9517857"/>
              <a:gd name="connsiteY69" fmla="*/ 247236 h 918344"/>
              <a:gd name="connsiteX70" fmla="*/ 5426496 w 9517857"/>
              <a:gd name="connsiteY70" fmla="*/ 235130 h 918344"/>
              <a:gd name="connsiteX71" fmla="*/ 5497161 w 9517857"/>
              <a:gd name="connsiteY71" fmla="*/ 228796 h 918344"/>
              <a:gd name="connsiteX72" fmla="*/ 5856152 w 9517857"/>
              <a:gd name="connsiteY72" fmla="*/ 156354 h 918344"/>
              <a:gd name="connsiteX73" fmla="*/ 6014778 w 9517857"/>
              <a:gd name="connsiteY73" fmla="*/ 168326 h 918344"/>
              <a:gd name="connsiteX74" fmla="*/ 6194152 w 9517857"/>
              <a:gd name="connsiteY74" fmla="*/ 151760 h 918344"/>
              <a:gd name="connsiteX75" fmla="*/ 6281379 w 9517857"/>
              <a:gd name="connsiteY75" fmla="*/ 181614 h 918344"/>
              <a:gd name="connsiteX76" fmla="*/ 6374947 w 9517857"/>
              <a:gd name="connsiteY76" fmla="*/ 179787 h 918344"/>
              <a:gd name="connsiteX77" fmla="*/ 6448518 w 9517857"/>
              <a:gd name="connsiteY77" fmla="*/ 164366 h 918344"/>
              <a:gd name="connsiteX78" fmla="*/ 6544700 w 9517857"/>
              <a:gd name="connsiteY78" fmla="*/ 167149 h 918344"/>
              <a:gd name="connsiteX79" fmla="*/ 6648353 w 9517857"/>
              <a:gd name="connsiteY79" fmla="*/ 172238 h 918344"/>
              <a:gd name="connsiteX80" fmla="*/ 6736227 w 9517857"/>
              <a:gd name="connsiteY80" fmla="*/ 173204 h 918344"/>
              <a:gd name="connsiteX81" fmla="*/ 6977218 w 9517857"/>
              <a:gd name="connsiteY81" fmla="*/ 184277 h 918344"/>
              <a:gd name="connsiteX82" fmla="*/ 7065221 w 9517857"/>
              <a:gd name="connsiteY82" fmla="*/ 227519 h 918344"/>
              <a:gd name="connsiteX83" fmla="*/ 7366801 w 9517857"/>
              <a:gd name="connsiteY83" fmla="*/ 258938 h 918344"/>
              <a:gd name="connsiteX84" fmla="*/ 7433745 w 9517857"/>
              <a:gd name="connsiteY84" fmla="*/ 246959 h 918344"/>
              <a:gd name="connsiteX85" fmla="*/ 7644411 w 9517857"/>
              <a:gd name="connsiteY85" fmla="*/ 258974 h 918344"/>
              <a:gd name="connsiteX86" fmla="*/ 7825110 w 9517857"/>
              <a:gd name="connsiteY86" fmla="*/ 229097 h 918344"/>
              <a:gd name="connsiteX87" fmla="*/ 7965804 w 9517857"/>
              <a:gd name="connsiteY87" fmla="*/ 190533 h 918344"/>
              <a:gd name="connsiteX88" fmla="*/ 8147401 w 9517857"/>
              <a:gd name="connsiteY88" fmla="*/ 205605 h 918344"/>
              <a:gd name="connsiteX89" fmla="*/ 8256033 w 9517857"/>
              <a:gd name="connsiteY89" fmla="*/ 193701 h 918344"/>
              <a:gd name="connsiteX90" fmla="*/ 8551625 w 9517857"/>
              <a:gd name="connsiteY90" fmla="*/ 161505 h 918344"/>
              <a:gd name="connsiteX91" fmla="*/ 8715976 w 9517857"/>
              <a:gd name="connsiteY91" fmla="*/ 178362 h 918344"/>
              <a:gd name="connsiteX92" fmla="*/ 8778827 w 9517857"/>
              <a:gd name="connsiteY92" fmla="*/ 172924 h 918344"/>
              <a:gd name="connsiteX93" fmla="*/ 8840778 w 9517857"/>
              <a:gd name="connsiteY93" fmla="*/ 143137 h 918344"/>
              <a:gd name="connsiteX94" fmla="*/ 9010380 w 9517857"/>
              <a:gd name="connsiteY94" fmla="*/ 91879 h 918344"/>
              <a:gd name="connsiteX95" fmla="*/ 9110856 w 9517857"/>
              <a:gd name="connsiteY95" fmla="*/ 70985 h 918344"/>
              <a:gd name="connsiteX96" fmla="*/ 9268817 w 9517857"/>
              <a:gd name="connsiteY96" fmla="*/ 53070 h 918344"/>
              <a:gd name="connsiteX97" fmla="*/ 9316667 w 9517857"/>
              <a:gd name="connsiteY97" fmla="*/ 45035 h 918344"/>
              <a:gd name="connsiteX98" fmla="*/ 9428209 w 9517857"/>
              <a:gd name="connsiteY98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547829 w 9517857"/>
              <a:gd name="connsiteY34" fmla="*/ 5661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13545 w 9517857"/>
              <a:gd name="connsiteY49" fmla="*/ 34422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52996 w 9517857"/>
              <a:gd name="connsiteY67" fmla="*/ 2706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856152 w 9517857"/>
              <a:gd name="connsiteY71" fmla="*/ 156354 h 918344"/>
              <a:gd name="connsiteX72" fmla="*/ 6014778 w 9517857"/>
              <a:gd name="connsiteY72" fmla="*/ 168326 h 918344"/>
              <a:gd name="connsiteX73" fmla="*/ 6194152 w 9517857"/>
              <a:gd name="connsiteY73" fmla="*/ 151760 h 918344"/>
              <a:gd name="connsiteX74" fmla="*/ 6281379 w 9517857"/>
              <a:gd name="connsiteY74" fmla="*/ 181614 h 918344"/>
              <a:gd name="connsiteX75" fmla="*/ 6374947 w 9517857"/>
              <a:gd name="connsiteY75" fmla="*/ 179787 h 918344"/>
              <a:gd name="connsiteX76" fmla="*/ 6448518 w 9517857"/>
              <a:gd name="connsiteY76" fmla="*/ 164366 h 918344"/>
              <a:gd name="connsiteX77" fmla="*/ 6544700 w 9517857"/>
              <a:gd name="connsiteY77" fmla="*/ 167149 h 918344"/>
              <a:gd name="connsiteX78" fmla="*/ 6648353 w 9517857"/>
              <a:gd name="connsiteY78" fmla="*/ 172238 h 918344"/>
              <a:gd name="connsiteX79" fmla="*/ 6736227 w 9517857"/>
              <a:gd name="connsiteY79" fmla="*/ 173204 h 918344"/>
              <a:gd name="connsiteX80" fmla="*/ 6977218 w 9517857"/>
              <a:gd name="connsiteY80" fmla="*/ 184277 h 918344"/>
              <a:gd name="connsiteX81" fmla="*/ 7065221 w 9517857"/>
              <a:gd name="connsiteY81" fmla="*/ 227519 h 918344"/>
              <a:gd name="connsiteX82" fmla="*/ 7366801 w 9517857"/>
              <a:gd name="connsiteY82" fmla="*/ 258938 h 918344"/>
              <a:gd name="connsiteX83" fmla="*/ 7433745 w 9517857"/>
              <a:gd name="connsiteY83" fmla="*/ 246959 h 918344"/>
              <a:gd name="connsiteX84" fmla="*/ 7644411 w 9517857"/>
              <a:gd name="connsiteY84" fmla="*/ 258974 h 918344"/>
              <a:gd name="connsiteX85" fmla="*/ 7825110 w 9517857"/>
              <a:gd name="connsiteY85" fmla="*/ 229097 h 918344"/>
              <a:gd name="connsiteX86" fmla="*/ 7965804 w 9517857"/>
              <a:gd name="connsiteY86" fmla="*/ 190533 h 918344"/>
              <a:gd name="connsiteX87" fmla="*/ 8147401 w 9517857"/>
              <a:gd name="connsiteY87" fmla="*/ 205605 h 918344"/>
              <a:gd name="connsiteX88" fmla="*/ 8256033 w 9517857"/>
              <a:gd name="connsiteY88" fmla="*/ 193701 h 918344"/>
              <a:gd name="connsiteX89" fmla="*/ 8551625 w 9517857"/>
              <a:gd name="connsiteY89" fmla="*/ 161505 h 918344"/>
              <a:gd name="connsiteX90" fmla="*/ 8715976 w 9517857"/>
              <a:gd name="connsiteY90" fmla="*/ 178362 h 918344"/>
              <a:gd name="connsiteX91" fmla="*/ 8778827 w 9517857"/>
              <a:gd name="connsiteY91" fmla="*/ 172924 h 918344"/>
              <a:gd name="connsiteX92" fmla="*/ 8840778 w 9517857"/>
              <a:gd name="connsiteY92" fmla="*/ 143137 h 918344"/>
              <a:gd name="connsiteX93" fmla="*/ 9010380 w 9517857"/>
              <a:gd name="connsiteY93" fmla="*/ 91879 h 918344"/>
              <a:gd name="connsiteX94" fmla="*/ 9110856 w 9517857"/>
              <a:gd name="connsiteY94" fmla="*/ 70985 h 918344"/>
              <a:gd name="connsiteX95" fmla="*/ 9268817 w 9517857"/>
              <a:gd name="connsiteY95" fmla="*/ 53070 h 918344"/>
              <a:gd name="connsiteX96" fmla="*/ 9316667 w 9517857"/>
              <a:gd name="connsiteY96" fmla="*/ 45035 h 918344"/>
              <a:gd name="connsiteX97" fmla="*/ 9428209 w 9517857"/>
              <a:gd name="connsiteY97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13545 w 9517857"/>
              <a:gd name="connsiteY49" fmla="*/ 34422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52996 w 9517857"/>
              <a:gd name="connsiteY67" fmla="*/ 2706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856152 w 9517857"/>
              <a:gd name="connsiteY71" fmla="*/ 156354 h 918344"/>
              <a:gd name="connsiteX72" fmla="*/ 6014778 w 9517857"/>
              <a:gd name="connsiteY72" fmla="*/ 168326 h 918344"/>
              <a:gd name="connsiteX73" fmla="*/ 6194152 w 9517857"/>
              <a:gd name="connsiteY73" fmla="*/ 151760 h 918344"/>
              <a:gd name="connsiteX74" fmla="*/ 6281379 w 9517857"/>
              <a:gd name="connsiteY74" fmla="*/ 181614 h 918344"/>
              <a:gd name="connsiteX75" fmla="*/ 6374947 w 9517857"/>
              <a:gd name="connsiteY75" fmla="*/ 179787 h 918344"/>
              <a:gd name="connsiteX76" fmla="*/ 6448518 w 9517857"/>
              <a:gd name="connsiteY76" fmla="*/ 164366 h 918344"/>
              <a:gd name="connsiteX77" fmla="*/ 6544700 w 9517857"/>
              <a:gd name="connsiteY77" fmla="*/ 167149 h 918344"/>
              <a:gd name="connsiteX78" fmla="*/ 6648353 w 9517857"/>
              <a:gd name="connsiteY78" fmla="*/ 172238 h 918344"/>
              <a:gd name="connsiteX79" fmla="*/ 6736227 w 9517857"/>
              <a:gd name="connsiteY79" fmla="*/ 173204 h 918344"/>
              <a:gd name="connsiteX80" fmla="*/ 6977218 w 9517857"/>
              <a:gd name="connsiteY80" fmla="*/ 184277 h 918344"/>
              <a:gd name="connsiteX81" fmla="*/ 7065221 w 9517857"/>
              <a:gd name="connsiteY81" fmla="*/ 227519 h 918344"/>
              <a:gd name="connsiteX82" fmla="*/ 7366801 w 9517857"/>
              <a:gd name="connsiteY82" fmla="*/ 258938 h 918344"/>
              <a:gd name="connsiteX83" fmla="*/ 7433745 w 9517857"/>
              <a:gd name="connsiteY83" fmla="*/ 246959 h 918344"/>
              <a:gd name="connsiteX84" fmla="*/ 7644411 w 9517857"/>
              <a:gd name="connsiteY84" fmla="*/ 258974 h 918344"/>
              <a:gd name="connsiteX85" fmla="*/ 7825110 w 9517857"/>
              <a:gd name="connsiteY85" fmla="*/ 229097 h 918344"/>
              <a:gd name="connsiteX86" fmla="*/ 7965804 w 9517857"/>
              <a:gd name="connsiteY86" fmla="*/ 190533 h 918344"/>
              <a:gd name="connsiteX87" fmla="*/ 8147401 w 9517857"/>
              <a:gd name="connsiteY87" fmla="*/ 205605 h 918344"/>
              <a:gd name="connsiteX88" fmla="*/ 8256033 w 9517857"/>
              <a:gd name="connsiteY88" fmla="*/ 193701 h 918344"/>
              <a:gd name="connsiteX89" fmla="*/ 8551625 w 9517857"/>
              <a:gd name="connsiteY89" fmla="*/ 161505 h 918344"/>
              <a:gd name="connsiteX90" fmla="*/ 8715976 w 9517857"/>
              <a:gd name="connsiteY90" fmla="*/ 178362 h 918344"/>
              <a:gd name="connsiteX91" fmla="*/ 8778827 w 9517857"/>
              <a:gd name="connsiteY91" fmla="*/ 172924 h 918344"/>
              <a:gd name="connsiteX92" fmla="*/ 8840778 w 9517857"/>
              <a:gd name="connsiteY92" fmla="*/ 143137 h 918344"/>
              <a:gd name="connsiteX93" fmla="*/ 9010380 w 9517857"/>
              <a:gd name="connsiteY93" fmla="*/ 91879 h 918344"/>
              <a:gd name="connsiteX94" fmla="*/ 9110856 w 9517857"/>
              <a:gd name="connsiteY94" fmla="*/ 70985 h 918344"/>
              <a:gd name="connsiteX95" fmla="*/ 9268817 w 9517857"/>
              <a:gd name="connsiteY95" fmla="*/ 53070 h 918344"/>
              <a:gd name="connsiteX96" fmla="*/ 9316667 w 9517857"/>
              <a:gd name="connsiteY96" fmla="*/ 45035 h 918344"/>
              <a:gd name="connsiteX97" fmla="*/ 9428209 w 9517857"/>
              <a:gd name="connsiteY97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79762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52996 w 9517857"/>
              <a:gd name="connsiteY67" fmla="*/ 2706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856152 w 9517857"/>
              <a:gd name="connsiteY71" fmla="*/ 156354 h 918344"/>
              <a:gd name="connsiteX72" fmla="*/ 6014778 w 9517857"/>
              <a:gd name="connsiteY72" fmla="*/ 168326 h 918344"/>
              <a:gd name="connsiteX73" fmla="*/ 6194152 w 9517857"/>
              <a:gd name="connsiteY73" fmla="*/ 151760 h 918344"/>
              <a:gd name="connsiteX74" fmla="*/ 6281379 w 9517857"/>
              <a:gd name="connsiteY74" fmla="*/ 181614 h 918344"/>
              <a:gd name="connsiteX75" fmla="*/ 6374947 w 9517857"/>
              <a:gd name="connsiteY75" fmla="*/ 179787 h 918344"/>
              <a:gd name="connsiteX76" fmla="*/ 6448518 w 9517857"/>
              <a:gd name="connsiteY76" fmla="*/ 164366 h 918344"/>
              <a:gd name="connsiteX77" fmla="*/ 6544700 w 9517857"/>
              <a:gd name="connsiteY77" fmla="*/ 167149 h 918344"/>
              <a:gd name="connsiteX78" fmla="*/ 6648353 w 9517857"/>
              <a:gd name="connsiteY78" fmla="*/ 172238 h 918344"/>
              <a:gd name="connsiteX79" fmla="*/ 6736227 w 9517857"/>
              <a:gd name="connsiteY79" fmla="*/ 173204 h 918344"/>
              <a:gd name="connsiteX80" fmla="*/ 6977218 w 9517857"/>
              <a:gd name="connsiteY80" fmla="*/ 184277 h 918344"/>
              <a:gd name="connsiteX81" fmla="*/ 7065221 w 9517857"/>
              <a:gd name="connsiteY81" fmla="*/ 227519 h 918344"/>
              <a:gd name="connsiteX82" fmla="*/ 7366801 w 9517857"/>
              <a:gd name="connsiteY82" fmla="*/ 258938 h 918344"/>
              <a:gd name="connsiteX83" fmla="*/ 7433745 w 9517857"/>
              <a:gd name="connsiteY83" fmla="*/ 246959 h 918344"/>
              <a:gd name="connsiteX84" fmla="*/ 7644411 w 9517857"/>
              <a:gd name="connsiteY84" fmla="*/ 258974 h 918344"/>
              <a:gd name="connsiteX85" fmla="*/ 7825110 w 9517857"/>
              <a:gd name="connsiteY85" fmla="*/ 229097 h 918344"/>
              <a:gd name="connsiteX86" fmla="*/ 7965804 w 9517857"/>
              <a:gd name="connsiteY86" fmla="*/ 190533 h 918344"/>
              <a:gd name="connsiteX87" fmla="*/ 8147401 w 9517857"/>
              <a:gd name="connsiteY87" fmla="*/ 205605 h 918344"/>
              <a:gd name="connsiteX88" fmla="*/ 8256033 w 9517857"/>
              <a:gd name="connsiteY88" fmla="*/ 193701 h 918344"/>
              <a:gd name="connsiteX89" fmla="*/ 8551625 w 9517857"/>
              <a:gd name="connsiteY89" fmla="*/ 161505 h 918344"/>
              <a:gd name="connsiteX90" fmla="*/ 8715976 w 9517857"/>
              <a:gd name="connsiteY90" fmla="*/ 178362 h 918344"/>
              <a:gd name="connsiteX91" fmla="*/ 8778827 w 9517857"/>
              <a:gd name="connsiteY91" fmla="*/ 172924 h 918344"/>
              <a:gd name="connsiteX92" fmla="*/ 8840778 w 9517857"/>
              <a:gd name="connsiteY92" fmla="*/ 143137 h 918344"/>
              <a:gd name="connsiteX93" fmla="*/ 9010380 w 9517857"/>
              <a:gd name="connsiteY93" fmla="*/ 91879 h 918344"/>
              <a:gd name="connsiteX94" fmla="*/ 9110856 w 9517857"/>
              <a:gd name="connsiteY94" fmla="*/ 70985 h 918344"/>
              <a:gd name="connsiteX95" fmla="*/ 9268817 w 9517857"/>
              <a:gd name="connsiteY95" fmla="*/ 53070 h 918344"/>
              <a:gd name="connsiteX96" fmla="*/ 9316667 w 9517857"/>
              <a:gd name="connsiteY96" fmla="*/ 45035 h 918344"/>
              <a:gd name="connsiteX97" fmla="*/ 9428209 w 9517857"/>
              <a:gd name="connsiteY97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79762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52996 w 9517857"/>
              <a:gd name="connsiteY67" fmla="*/ 2706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856152 w 9517857"/>
              <a:gd name="connsiteY71" fmla="*/ 156354 h 918344"/>
              <a:gd name="connsiteX72" fmla="*/ 6014778 w 9517857"/>
              <a:gd name="connsiteY72" fmla="*/ 168326 h 918344"/>
              <a:gd name="connsiteX73" fmla="*/ 6194152 w 9517857"/>
              <a:gd name="connsiteY73" fmla="*/ 151760 h 918344"/>
              <a:gd name="connsiteX74" fmla="*/ 6281379 w 9517857"/>
              <a:gd name="connsiteY74" fmla="*/ 181614 h 918344"/>
              <a:gd name="connsiteX75" fmla="*/ 6374947 w 9517857"/>
              <a:gd name="connsiteY75" fmla="*/ 179787 h 918344"/>
              <a:gd name="connsiteX76" fmla="*/ 6448518 w 9517857"/>
              <a:gd name="connsiteY76" fmla="*/ 164366 h 918344"/>
              <a:gd name="connsiteX77" fmla="*/ 6544700 w 9517857"/>
              <a:gd name="connsiteY77" fmla="*/ 167149 h 918344"/>
              <a:gd name="connsiteX78" fmla="*/ 6648353 w 9517857"/>
              <a:gd name="connsiteY78" fmla="*/ 172238 h 918344"/>
              <a:gd name="connsiteX79" fmla="*/ 6736227 w 9517857"/>
              <a:gd name="connsiteY79" fmla="*/ 173204 h 918344"/>
              <a:gd name="connsiteX80" fmla="*/ 6977218 w 9517857"/>
              <a:gd name="connsiteY80" fmla="*/ 184277 h 918344"/>
              <a:gd name="connsiteX81" fmla="*/ 7065221 w 9517857"/>
              <a:gd name="connsiteY81" fmla="*/ 227519 h 918344"/>
              <a:gd name="connsiteX82" fmla="*/ 7366801 w 9517857"/>
              <a:gd name="connsiteY82" fmla="*/ 258938 h 918344"/>
              <a:gd name="connsiteX83" fmla="*/ 7433745 w 9517857"/>
              <a:gd name="connsiteY83" fmla="*/ 246959 h 918344"/>
              <a:gd name="connsiteX84" fmla="*/ 7644411 w 9517857"/>
              <a:gd name="connsiteY84" fmla="*/ 258974 h 918344"/>
              <a:gd name="connsiteX85" fmla="*/ 7825110 w 9517857"/>
              <a:gd name="connsiteY85" fmla="*/ 229097 h 918344"/>
              <a:gd name="connsiteX86" fmla="*/ 8147401 w 9517857"/>
              <a:gd name="connsiteY86" fmla="*/ 205605 h 918344"/>
              <a:gd name="connsiteX87" fmla="*/ 8256033 w 9517857"/>
              <a:gd name="connsiteY87" fmla="*/ 193701 h 918344"/>
              <a:gd name="connsiteX88" fmla="*/ 8551625 w 9517857"/>
              <a:gd name="connsiteY88" fmla="*/ 161505 h 918344"/>
              <a:gd name="connsiteX89" fmla="*/ 8715976 w 9517857"/>
              <a:gd name="connsiteY89" fmla="*/ 178362 h 918344"/>
              <a:gd name="connsiteX90" fmla="*/ 8778827 w 9517857"/>
              <a:gd name="connsiteY90" fmla="*/ 172924 h 918344"/>
              <a:gd name="connsiteX91" fmla="*/ 8840778 w 9517857"/>
              <a:gd name="connsiteY91" fmla="*/ 143137 h 918344"/>
              <a:gd name="connsiteX92" fmla="*/ 9010380 w 9517857"/>
              <a:gd name="connsiteY92" fmla="*/ 91879 h 918344"/>
              <a:gd name="connsiteX93" fmla="*/ 9110856 w 9517857"/>
              <a:gd name="connsiteY93" fmla="*/ 70985 h 918344"/>
              <a:gd name="connsiteX94" fmla="*/ 9268817 w 9517857"/>
              <a:gd name="connsiteY94" fmla="*/ 53070 h 918344"/>
              <a:gd name="connsiteX95" fmla="*/ 9316667 w 9517857"/>
              <a:gd name="connsiteY95" fmla="*/ 45035 h 918344"/>
              <a:gd name="connsiteX96" fmla="*/ 9428209 w 9517857"/>
              <a:gd name="connsiteY96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79762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52996 w 9517857"/>
              <a:gd name="connsiteY67" fmla="*/ 2706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856152 w 9517857"/>
              <a:gd name="connsiteY71" fmla="*/ 156354 h 918344"/>
              <a:gd name="connsiteX72" fmla="*/ 6014778 w 9517857"/>
              <a:gd name="connsiteY72" fmla="*/ 168326 h 918344"/>
              <a:gd name="connsiteX73" fmla="*/ 6194152 w 9517857"/>
              <a:gd name="connsiteY73" fmla="*/ 151760 h 918344"/>
              <a:gd name="connsiteX74" fmla="*/ 6281379 w 9517857"/>
              <a:gd name="connsiteY74" fmla="*/ 181614 h 918344"/>
              <a:gd name="connsiteX75" fmla="*/ 6374947 w 9517857"/>
              <a:gd name="connsiteY75" fmla="*/ 179787 h 918344"/>
              <a:gd name="connsiteX76" fmla="*/ 6448518 w 9517857"/>
              <a:gd name="connsiteY76" fmla="*/ 164366 h 918344"/>
              <a:gd name="connsiteX77" fmla="*/ 6544700 w 9517857"/>
              <a:gd name="connsiteY77" fmla="*/ 167149 h 918344"/>
              <a:gd name="connsiteX78" fmla="*/ 6648353 w 9517857"/>
              <a:gd name="connsiteY78" fmla="*/ 172238 h 918344"/>
              <a:gd name="connsiteX79" fmla="*/ 6736227 w 9517857"/>
              <a:gd name="connsiteY79" fmla="*/ 173204 h 918344"/>
              <a:gd name="connsiteX80" fmla="*/ 6977218 w 9517857"/>
              <a:gd name="connsiteY80" fmla="*/ 184277 h 918344"/>
              <a:gd name="connsiteX81" fmla="*/ 7065221 w 9517857"/>
              <a:gd name="connsiteY81" fmla="*/ 227519 h 918344"/>
              <a:gd name="connsiteX82" fmla="*/ 7366801 w 9517857"/>
              <a:gd name="connsiteY82" fmla="*/ 258938 h 918344"/>
              <a:gd name="connsiteX83" fmla="*/ 7433745 w 9517857"/>
              <a:gd name="connsiteY83" fmla="*/ 246959 h 918344"/>
              <a:gd name="connsiteX84" fmla="*/ 7644411 w 9517857"/>
              <a:gd name="connsiteY84" fmla="*/ 258974 h 918344"/>
              <a:gd name="connsiteX85" fmla="*/ 7825110 w 9517857"/>
              <a:gd name="connsiteY85" fmla="*/ 229097 h 918344"/>
              <a:gd name="connsiteX86" fmla="*/ 8106016 w 9517857"/>
              <a:gd name="connsiteY86" fmla="*/ 231005 h 918344"/>
              <a:gd name="connsiteX87" fmla="*/ 8256033 w 9517857"/>
              <a:gd name="connsiteY87" fmla="*/ 193701 h 918344"/>
              <a:gd name="connsiteX88" fmla="*/ 8551625 w 9517857"/>
              <a:gd name="connsiteY88" fmla="*/ 161505 h 918344"/>
              <a:gd name="connsiteX89" fmla="*/ 8715976 w 9517857"/>
              <a:gd name="connsiteY89" fmla="*/ 178362 h 918344"/>
              <a:gd name="connsiteX90" fmla="*/ 8778827 w 9517857"/>
              <a:gd name="connsiteY90" fmla="*/ 172924 h 918344"/>
              <a:gd name="connsiteX91" fmla="*/ 8840778 w 9517857"/>
              <a:gd name="connsiteY91" fmla="*/ 143137 h 918344"/>
              <a:gd name="connsiteX92" fmla="*/ 9010380 w 9517857"/>
              <a:gd name="connsiteY92" fmla="*/ 91879 h 918344"/>
              <a:gd name="connsiteX93" fmla="*/ 9110856 w 9517857"/>
              <a:gd name="connsiteY93" fmla="*/ 70985 h 918344"/>
              <a:gd name="connsiteX94" fmla="*/ 9268817 w 9517857"/>
              <a:gd name="connsiteY94" fmla="*/ 53070 h 918344"/>
              <a:gd name="connsiteX95" fmla="*/ 9316667 w 9517857"/>
              <a:gd name="connsiteY95" fmla="*/ 45035 h 918344"/>
              <a:gd name="connsiteX96" fmla="*/ 9428209 w 9517857"/>
              <a:gd name="connsiteY96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79762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52996 w 9517857"/>
              <a:gd name="connsiteY67" fmla="*/ 2706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6014778 w 9517857"/>
              <a:gd name="connsiteY71" fmla="*/ 16832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15976 w 9517857"/>
              <a:gd name="connsiteY88" fmla="*/ 178362 h 918344"/>
              <a:gd name="connsiteX89" fmla="*/ 8778827 w 9517857"/>
              <a:gd name="connsiteY89" fmla="*/ 172924 h 918344"/>
              <a:gd name="connsiteX90" fmla="*/ 8840778 w 9517857"/>
              <a:gd name="connsiteY90" fmla="*/ 143137 h 918344"/>
              <a:gd name="connsiteX91" fmla="*/ 9010380 w 9517857"/>
              <a:gd name="connsiteY91" fmla="*/ 91879 h 918344"/>
              <a:gd name="connsiteX92" fmla="*/ 9110856 w 9517857"/>
              <a:gd name="connsiteY92" fmla="*/ 70985 h 918344"/>
              <a:gd name="connsiteX93" fmla="*/ 9268817 w 9517857"/>
              <a:gd name="connsiteY93" fmla="*/ 53070 h 918344"/>
              <a:gd name="connsiteX94" fmla="*/ 9316667 w 9517857"/>
              <a:gd name="connsiteY94" fmla="*/ 45035 h 918344"/>
              <a:gd name="connsiteX95" fmla="*/ 9428209 w 9517857"/>
              <a:gd name="connsiteY95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79762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52996 w 9517857"/>
              <a:gd name="connsiteY67" fmla="*/ 2706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15976 w 9517857"/>
              <a:gd name="connsiteY88" fmla="*/ 178362 h 918344"/>
              <a:gd name="connsiteX89" fmla="*/ 8778827 w 9517857"/>
              <a:gd name="connsiteY89" fmla="*/ 172924 h 918344"/>
              <a:gd name="connsiteX90" fmla="*/ 8840778 w 9517857"/>
              <a:gd name="connsiteY90" fmla="*/ 143137 h 918344"/>
              <a:gd name="connsiteX91" fmla="*/ 9010380 w 9517857"/>
              <a:gd name="connsiteY91" fmla="*/ 91879 h 918344"/>
              <a:gd name="connsiteX92" fmla="*/ 9110856 w 9517857"/>
              <a:gd name="connsiteY92" fmla="*/ 70985 h 918344"/>
              <a:gd name="connsiteX93" fmla="*/ 9268817 w 9517857"/>
              <a:gd name="connsiteY93" fmla="*/ 53070 h 918344"/>
              <a:gd name="connsiteX94" fmla="*/ 9316667 w 9517857"/>
              <a:gd name="connsiteY94" fmla="*/ 45035 h 918344"/>
              <a:gd name="connsiteX95" fmla="*/ 9428209 w 9517857"/>
              <a:gd name="connsiteY95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79762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52996 w 9517857"/>
              <a:gd name="connsiteY67" fmla="*/ 2706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15976 w 9517857"/>
              <a:gd name="connsiteY88" fmla="*/ 178362 h 918344"/>
              <a:gd name="connsiteX89" fmla="*/ 8778827 w 9517857"/>
              <a:gd name="connsiteY89" fmla="*/ 172924 h 918344"/>
              <a:gd name="connsiteX90" fmla="*/ 8840778 w 9517857"/>
              <a:gd name="connsiteY90" fmla="*/ 143137 h 918344"/>
              <a:gd name="connsiteX91" fmla="*/ 9010380 w 9517857"/>
              <a:gd name="connsiteY91" fmla="*/ 91879 h 918344"/>
              <a:gd name="connsiteX92" fmla="*/ 9110856 w 9517857"/>
              <a:gd name="connsiteY92" fmla="*/ 70985 h 918344"/>
              <a:gd name="connsiteX93" fmla="*/ 9268817 w 9517857"/>
              <a:gd name="connsiteY93" fmla="*/ 53070 h 918344"/>
              <a:gd name="connsiteX94" fmla="*/ 9316667 w 9517857"/>
              <a:gd name="connsiteY94" fmla="*/ 45035 h 918344"/>
              <a:gd name="connsiteX95" fmla="*/ 9428209 w 9517857"/>
              <a:gd name="connsiteY95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79762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15976 w 9517857"/>
              <a:gd name="connsiteY88" fmla="*/ 178362 h 918344"/>
              <a:gd name="connsiteX89" fmla="*/ 8778827 w 9517857"/>
              <a:gd name="connsiteY89" fmla="*/ 172924 h 918344"/>
              <a:gd name="connsiteX90" fmla="*/ 8840778 w 9517857"/>
              <a:gd name="connsiteY90" fmla="*/ 143137 h 918344"/>
              <a:gd name="connsiteX91" fmla="*/ 9010380 w 9517857"/>
              <a:gd name="connsiteY91" fmla="*/ 91879 h 918344"/>
              <a:gd name="connsiteX92" fmla="*/ 9110856 w 9517857"/>
              <a:gd name="connsiteY92" fmla="*/ 70985 h 918344"/>
              <a:gd name="connsiteX93" fmla="*/ 9268817 w 9517857"/>
              <a:gd name="connsiteY93" fmla="*/ 53070 h 918344"/>
              <a:gd name="connsiteX94" fmla="*/ 9316667 w 9517857"/>
              <a:gd name="connsiteY94" fmla="*/ 45035 h 918344"/>
              <a:gd name="connsiteX95" fmla="*/ 9428209 w 9517857"/>
              <a:gd name="connsiteY95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15976 w 9517857"/>
              <a:gd name="connsiteY88" fmla="*/ 178362 h 918344"/>
              <a:gd name="connsiteX89" fmla="*/ 8778827 w 9517857"/>
              <a:gd name="connsiteY89" fmla="*/ 172924 h 918344"/>
              <a:gd name="connsiteX90" fmla="*/ 8840778 w 9517857"/>
              <a:gd name="connsiteY90" fmla="*/ 143137 h 918344"/>
              <a:gd name="connsiteX91" fmla="*/ 9010380 w 9517857"/>
              <a:gd name="connsiteY91" fmla="*/ 91879 h 918344"/>
              <a:gd name="connsiteX92" fmla="*/ 9110856 w 9517857"/>
              <a:gd name="connsiteY92" fmla="*/ 70985 h 918344"/>
              <a:gd name="connsiteX93" fmla="*/ 9268817 w 9517857"/>
              <a:gd name="connsiteY93" fmla="*/ 53070 h 918344"/>
              <a:gd name="connsiteX94" fmla="*/ 9316667 w 9517857"/>
              <a:gd name="connsiteY94" fmla="*/ 45035 h 918344"/>
              <a:gd name="connsiteX95" fmla="*/ 9428209 w 9517857"/>
              <a:gd name="connsiteY95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15976 w 9517857"/>
              <a:gd name="connsiteY88" fmla="*/ 178362 h 918344"/>
              <a:gd name="connsiteX89" fmla="*/ 8778827 w 9517857"/>
              <a:gd name="connsiteY89" fmla="*/ 172924 h 918344"/>
              <a:gd name="connsiteX90" fmla="*/ 8840778 w 9517857"/>
              <a:gd name="connsiteY90" fmla="*/ 143137 h 918344"/>
              <a:gd name="connsiteX91" fmla="*/ 9010380 w 9517857"/>
              <a:gd name="connsiteY91" fmla="*/ 91879 h 918344"/>
              <a:gd name="connsiteX92" fmla="*/ 9110856 w 9517857"/>
              <a:gd name="connsiteY92" fmla="*/ 70985 h 918344"/>
              <a:gd name="connsiteX93" fmla="*/ 9268817 w 9517857"/>
              <a:gd name="connsiteY93" fmla="*/ 53070 h 918344"/>
              <a:gd name="connsiteX94" fmla="*/ 9316667 w 9517857"/>
              <a:gd name="connsiteY94" fmla="*/ 45035 h 918344"/>
              <a:gd name="connsiteX95" fmla="*/ 9428209 w 9517857"/>
              <a:gd name="connsiteY95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15976 w 9517857"/>
              <a:gd name="connsiteY88" fmla="*/ 178362 h 918344"/>
              <a:gd name="connsiteX89" fmla="*/ 8840778 w 9517857"/>
              <a:gd name="connsiteY89" fmla="*/ 143137 h 918344"/>
              <a:gd name="connsiteX90" fmla="*/ 9010380 w 9517857"/>
              <a:gd name="connsiteY90" fmla="*/ 91879 h 918344"/>
              <a:gd name="connsiteX91" fmla="*/ 9110856 w 9517857"/>
              <a:gd name="connsiteY91" fmla="*/ 70985 h 918344"/>
              <a:gd name="connsiteX92" fmla="*/ 9268817 w 9517857"/>
              <a:gd name="connsiteY92" fmla="*/ 53070 h 918344"/>
              <a:gd name="connsiteX93" fmla="*/ 9316667 w 9517857"/>
              <a:gd name="connsiteY93" fmla="*/ 45035 h 918344"/>
              <a:gd name="connsiteX94" fmla="*/ 9428209 w 9517857"/>
              <a:gd name="connsiteY94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840778 w 9517857"/>
              <a:gd name="connsiteY88" fmla="*/ 143137 h 918344"/>
              <a:gd name="connsiteX89" fmla="*/ 9010380 w 9517857"/>
              <a:gd name="connsiteY89" fmla="*/ 91879 h 918344"/>
              <a:gd name="connsiteX90" fmla="*/ 9110856 w 9517857"/>
              <a:gd name="connsiteY90" fmla="*/ 70985 h 918344"/>
              <a:gd name="connsiteX91" fmla="*/ 9268817 w 9517857"/>
              <a:gd name="connsiteY91" fmla="*/ 53070 h 918344"/>
              <a:gd name="connsiteX92" fmla="*/ 9316667 w 9517857"/>
              <a:gd name="connsiteY92" fmla="*/ 45035 h 918344"/>
              <a:gd name="connsiteX93" fmla="*/ 9428209 w 9517857"/>
              <a:gd name="connsiteY93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91116 w 9517857"/>
              <a:gd name="connsiteY88" fmla="*/ 143137 h 918344"/>
              <a:gd name="connsiteX89" fmla="*/ 9010380 w 9517857"/>
              <a:gd name="connsiteY89" fmla="*/ 91879 h 918344"/>
              <a:gd name="connsiteX90" fmla="*/ 9110856 w 9517857"/>
              <a:gd name="connsiteY90" fmla="*/ 70985 h 918344"/>
              <a:gd name="connsiteX91" fmla="*/ 9268817 w 9517857"/>
              <a:gd name="connsiteY91" fmla="*/ 53070 h 918344"/>
              <a:gd name="connsiteX92" fmla="*/ 9316667 w 9517857"/>
              <a:gd name="connsiteY92" fmla="*/ 45035 h 918344"/>
              <a:gd name="connsiteX93" fmla="*/ 9428209 w 9517857"/>
              <a:gd name="connsiteY93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91116 w 9517857"/>
              <a:gd name="connsiteY88" fmla="*/ 143137 h 918344"/>
              <a:gd name="connsiteX89" fmla="*/ 9010380 w 9517857"/>
              <a:gd name="connsiteY89" fmla="*/ 91879 h 918344"/>
              <a:gd name="connsiteX90" fmla="*/ 9110856 w 9517857"/>
              <a:gd name="connsiteY90" fmla="*/ 70985 h 918344"/>
              <a:gd name="connsiteX91" fmla="*/ 9268817 w 9517857"/>
              <a:gd name="connsiteY91" fmla="*/ 53070 h 918344"/>
              <a:gd name="connsiteX92" fmla="*/ 9316667 w 9517857"/>
              <a:gd name="connsiteY92" fmla="*/ 45035 h 918344"/>
              <a:gd name="connsiteX93" fmla="*/ 9428209 w 9517857"/>
              <a:gd name="connsiteY93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91116 w 9517857"/>
              <a:gd name="connsiteY88" fmla="*/ 143137 h 918344"/>
              <a:gd name="connsiteX89" fmla="*/ 9002103 w 9517857"/>
              <a:gd name="connsiteY89" fmla="*/ 85529 h 918344"/>
              <a:gd name="connsiteX90" fmla="*/ 9110856 w 9517857"/>
              <a:gd name="connsiteY90" fmla="*/ 70985 h 918344"/>
              <a:gd name="connsiteX91" fmla="*/ 9268817 w 9517857"/>
              <a:gd name="connsiteY91" fmla="*/ 53070 h 918344"/>
              <a:gd name="connsiteX92" fmla="*/ 9316667 w 9517857"/>
              <a:gd name="connsiteY92" fmla="*/ 45035 h 918344"/>
              <a:gd name="connsiteX93" fmla="*/ 9428209 w 9517857"/>
              <a:gd name="connsiteY93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683515 w 9517857"/>
              <a:gd name="connsiteY88" fmla="*/ 143137 h 918344"/>
              <a:gd name="connsiteX89" fmla="*/ 9002103 w 9517857"/>
              <a:gd name="connsiteY89" fmla="*/ 85529 h 918344"/>
              <a:gd name="connsiteX90" fmla="*/ 9110856 w 9517857"/>
              <a:gd name="connsiteY90" fmla="*/ 70985 h 918344"/>
              <a:gd name="connsiteX91" fmla="*/ 9268817 w 9517857"/>
              <a:gd name="connsiteY91" fmla="*/ 53070 h 918344"/>
              <a:gd name="connsiteX92" fmla="*/ 9316667 w 9517857"/>
              <a:gd name="connsiteY92" fmla="*/ 45035 h 918344"/>
              <a:gd name="connsiteX93" fmla="*/ 9428209 w 9517857"/>
              <a:gd name="connsiteY93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63955 w 9517857"/>
              <a:gd name="connsiteY85" fmla="*/ 2056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683515 w 9517857"/>
              <a:gd name="connsiteY88" fmla="*/ 143137 h 918344"/>
              <a:gd name="connsiteX89" fmla="*/ 9002103 w 9517857"/>
              <a:gd name="connsiteY89" fmla="*/ 85529 h 918344"/>
              <a:gd name="connsiteX90" fmla="*/ 9110856 w 9517857"/>
              <a:gd name="connsiteY90" fmla="*/ 70985 h 918344"/>
              <a:gd name="connsiteX91" fmla="*/ 9268817 w 9517857"/>
              <a:gd name="connsiteY91" fmla="*/ 53070 h 918344"/>
              <a:gd name="connsiteX92" fmla="*/ 9316667 w 9517857"/>
              <a:gd name="connsiteY92" fmla="*/ 45035 h 918344"/>
              <a:gd name="connsiteX93" fmla="*/ 9428209 w 9517857"/>
              <a:gd name="connsiteY93" fmla="*/ 29911 h 918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9517857" h="918344">
                <a:moveTo>
                  <a:pt x="4686423" y="247907"/>
                </a:moveTo>
                <a:lnTo>
                  <a:pt x="4689051" y="250956"/>
                </a:lnTo>
                <a:lnTo>
                  <a:pt x="4687244" y="251286"/>
                </a:lnTo>
                <a:lnTo>
                  <a:pt x="4686423" y="247907"/>
                </a:lnTo>
                <a:close/>
                <a:moveTo>
                  <a:pt x="4685225" y="246518"/>
                </a:moveTo>
                <a:cubicBezTo>
                  <a:pt x="4688837" y="243186"/>
                  <a:pt x="4687468" y="244586"/>
                  <a:pt x="4686133" y="246715"/>
                </a:cubicBezTo>
                <a:cubicBezTo>
                  <a:pt x="4686230" y="247112"/>
                  <a:pt x="4686326" y="247510"/>
                  <a:pt x="4686423" y="247907"/>
                </a:cubicBezTo>
                <a:lnTo>
                  <a:pt x="4685225" y="246518"/>
                </a:lnTo>
                <a:close/>
                <a:moveTo>
                  <a:pt x="9428209" y="29911"/>
                </a:moveTo>
                <a:lnTo>
                  <a:pt x="9517857" y="0"/>
                </a:lnTo>
                <a:lnTo>
                  <a:pt x="9517857" y="918344"/>
                </a:lnTo>
                <a:lnTo>
                  <a:pt x="14604" y="918344"/>
                </a:lnTo>
                <a:lnTo>
                  <a:pt x="12841" y="917751"/>
                </a:lnTo>
                <a:cubicBezTo>
                  <a:pt x="4532" y="914852"/>
                  <a:pt x="-773" y="912795"/>
                  <a:pt x="93" y="912459"/>
                </a:cubicBezTo>
                <a:cubicBezTo>
                  <a:pt x="172" y="912286"/>
                  <a:pt x="58594" y="890483"/>
                  <a:pt x="58674" y="890310"/>
                </a:cubicBezTo>
                <a:cubicBezTo>
                  <a:pt x="127436" y="929602"/>
                  <a:pt x="206243" y="828214"/>
                  <a:pt x="275005" y="807217"/>
                </a:cubicBezTo>
                <a:cubicBezTo>
                  <a:pt x="303983" y="806075"/>
                  <a:pt x="504960" y="777363"/>
                  <a:pt x="587824" y="798183"/>
                </a:cubicBezTo>
                <a:cubicBezTo>
                  <a:pt x="598733" y="769336"/>
                  <a:pt x="682904" y="785912"/>
                  <a:pt x="651826" y="738326"/>
                </a:cubicBezTo>
                <a:cubicBezTo>
                  <a:pt x="688440" y="737850"/>
                  <a:pt x="753255" y="750384"/>
                  <a:pt x="727985" y="719814"/>
                </a:cubicBezTo>
                <a:cubicBezTo>
                  <a:pt x="739648" y="718737"/>
                  <a:pt x="775717" y="715075"/>
                  <a:pt x="778982" y="710130"/>
                </a:cubicBezTo>
                <a:cubicBezTo>
                  <a:pt x="779189" y="709395"/>
                  <a:pt x="849736" y="718709"/>
                  <a:pt x="849944" y="717975"/>
                </a:cubicBezTo>
                <a:lnTo>
                  <a:pt x="921659" y="712683"/>
                </a:lnTo>
                <a:lnTo>
                  <a:pt x="930946" y="734034"/>
                </a:lnTo>
                <a:lnTo>
                  <a:pt x="986250" y="713518"/>
                </a:lnTo>
                <a:lnTo>
                  <a:pt x="1013752" y="713349"/>
                </a:lnTo>
                <a:lnTo>
                  <a:pt x="1023734" y="718559"/>
                </a:lnTo>
                <a:cubicBezTo>
                  <a:pt x="1033291" y="721264"/>
                  <a:pt x="1045398" y="721382"/>
                  <a:pt x="1063207" y="715639"/>
                </a:cubicBezTo>
                <a:lnTo>
                  <a:pt x="1081980" y="738443"/>
                </a:lnTo>
                <a:lnTo>
                  <a:pt x="1218120" y="713268"/>
                </a:lnTo>
                <a:cubicBezTo>
                  <a:pt x="1230137" y="716150"/>
                  <a:pt x="1387179" y="685167"/>
                  <a:pt x="1397459" y="691178"/>
                </a:cubicBezTo>
                <a:cubicBezTo>
                  <a:pt x="1490025" y="704972"/>
                  <a:pt x="1465878" y="715592"/>
                  <a:pt x="1580688" y="693685"/>
                </a:cubicBezTo>
                <a:cubicBezTo>
                  <a:pt x="1607067" y="704367"/>
                  <a:pt x="1719477" y="658227"/>
                  <a:pt x="1772334" y="710628"/>
                </a:cubicBezTo>
                <a:cubicBezTo>
                  <a:pt x="1745536" y="644812"/>
                  <a:pt x="1976078" y="716424"/>
                  <a:pt x="2002561" y="659905"/>
                </a:cubicBezTo>
                <a:cubicBezTo>
                  <a:pt x="2045346" y="660345"/>
                  <a:pt x="2166676" y="654379"/>
                  <a:pt x="2135144" y="636489"/>
                </a:cubicBezTo>
                <a:cubicBezTo>
                  <a:pt x="2226022" y="620861"/>
                  <a:pt x="2361353" y="588467"/>
                  <a:pt x="2448505" y="578838"/>
                </a:cubicBezTo>
                <a:cubicBezTo>
                  <a:pt x="2446114" y="626857"/>
                  <a:pt x="2632278" y="528268"/>
                  <a:pt x="2658055" y="578715"/>
                </a:cubicBezTo>
                <a:cubicBezTo>
                  <a:pt x="2670795" y="573569"/>
                  <a:pt x="2682322" y="566993"/>
                  <a:pt x="2693698" y="560017"/>
                </a:cubicBezTo>
                <a:lnTo>
                  <a:pt x="2699673" y="556388"/>
                </a:lnTo>
                <a:lnTo>
                  <a:pt x="2727306" y="550686"/>
                </a:lnTo>
                <a:lnTo>
                  <a:pt x="2730451" y="538046"/>
                </a:lnTo>
                <a:lnTo>
                  <a:pt x="2768713" y="521563"/>
                </a:lnTo>
                <a:cubicBezTo>
                  <a:pt x="2783756" y="517092"/>
                  <a:pt x="2800788" y="514279"/>
                  <a:pt x="2820868" y="514148"/>
                </a:cubicBezTo>
                <a:cubicBezTo>
                  <a:pt x="2894791" y="532873"/>
                  <a:pt x="2981506" y="465495"/>
                  <a:pt x="3073635" y="491282"/>
                </a:cubicBezTo>
                <a:cubicBezTo>
                  <a:pt x="3106872" y="496612"/>
                  <a:pt x="3205785" y="487706"/>
                  <a:pt x="3222071" y="470547"/>
                </a:cubicBezTo>
                <a:cubicBezTo>
                  <a:pt x="3242193" y="465502"/>
                  <a:pt x="3267163" y="469124"/>
                  <a:pt x="3274069" y="451593"/>
                </a:cubicBezTo>
                <a:cubicBezTo>
                  <a:pt x="3286659" y="430153"/>
                  <a:pt x="3363648" y="455559"/>
                  <a:pt x="3349632" y="432571"/>
                </a:cubicBezTo>
                <a:lnTo>
                  <a:pt x="3479593" y="390425"/>
                </a:lnTo>
                <a:cubicBezTo>
                  <a:pt x="3546325" y="380108"/>
                  <a:pt x="3689266" y="375631"/>
                  <a:pt x="3750023" y="370666"/>
                </a:cubicBezTo>
                <a:cubicBezTo>
                  <a:pt x="3810780" y="365701"/>
                  <a:pt x="3796187" y="363985"/>
                  <a:pt x="3844133" y="360636"/>
                </a:cubicBezTo>
                <a:cubicBezTo>
                  <a:pt x="3892079" y="357287"/>
                  <a:pt x="4007004" y="338828"/>
                  <a:pt x="4037701" y="350573"/>
                </a:cubicBezTo>
                <a:cubicBezTo>
                  <a:pt x="4133026" y="338752"/>
                  <a:pt x="4159924" y="363178"/>
                  <a:pt x="4266740" y="361442"/>
                </a:cubicBezTo>
                <a:cubicBezTo>
                  <a:pt x="4385770" y="354362"/>
                  <a:pt x="4314535" y="340131"/>
                  <a:pt x="4430770" y="342631"/>
                </a:cubicBezTo>
                <a:cubicBezTo>
                  <a:pt x="4439969" y="322582"/>
                  <a:pt x="4478290" y="314633"/>
                  <a:pt x="4512664" y="319936"/>
                </a:cubicBezTo>
                <a:cubicBezTo>
                  <a:pt x="4570011" y="315126"/>
                  <a:pt x="4549085" y="269587"/>
                  <a:pt x="4616423" y="290902"/>
                </a:cubicBezTo>
                <a:cubicBezTo>
                  <a:pt x="4599641" y="270265"/>
                  <a:pt x="4692085" y="269204"/>
                  <a:pt x="4691675" y="253999"/>
                </a:cubicBezTo>
                <a:lnTo>
                  <a:pt x="4689051" y="250956"/>
                </a:lnTo>
                <a:lnTo>
                  <a:pt x="4719994" y="245295"/>
                </a:lnTo>
                <a:cubicBezTo>
                  <a:pt x="4732635" y="242763"/>
                  <a:pt x="4745300" y="240323"/>
                  <a:pt x="4752894" y="239863"/>
                </a:cubicBezTo>
                <a:lnTo>
                  <a:pt x="4769329" y="233573"/>
                </a:lnTo>
                <a:lnTo>
                  <a:pt x="4775634" y="234051"/>
                </a:lnTo>
                <a:lnTo>
                  <a:pt x="4790452" y="233560"/>
                </a:lnTo>
                <a:lnTo>
                  <a:pt x="4789062" y="241912"/>
                </a:lnTo>
                <a:cubicBezTo>
                  <a:pt x="4786342" y="249920"/>
                  <a:pt x="4804560" y="248619"/>
                  <a:pt x="4827826" y="246965"/>
                </a:cubicBezTo>
                <a:cubicBezTo>
                  <a:pt x="4875782" y="239557"/>
                  <a:pt x="4874112" y="283401"/>
                  <a:pt x="4892569" y="249921"/>
                </a:cubicBezTo>
                <a:lnTo>
                  <a:pt x="4896611" y="240436"/>
                </a:lnTo>
                <a:lnTo>
                  <a:pt x="4917286" y="243647"/>
                </a:lnTo>
                <a:cubicBezTo>
                  <a:pt x="4944584" y="247520"/>
                  <a:pt x="5004445" y="259177"/>
                  <a:pt x="5060397" y="263676"/>
                </a:cubicBezTo>
                <a:cubicBezTo>
                  <a:pt x="5093356" y="238577"/>
                  <a:pt x="5149615" y="249939"/>
                  <a:pt x="5244719" y="245243"/>
                </a:cubicBezTo>
                <a:cubicBezTo>
                  <a:pt x="5280563" y="216460"/>
                  <a:pt x="5287005" y="287909"/>
                  <a:pt x="5358056" y="247236"/>
                </a:cubicBezTo>
                <a:cubicBezTo>
                  <a:pt x="5361752" y="250245"/>
                  <a:pt x="5403312" y="238203"/>
                  <a:pt x="5426496" y="235130"/>
                </a:cubicBezTo>
                <a:cubicBezTo>
                  <a:pt x="5449679" y="232057"/>
                  <a:pt x="5473549" y="245599"/>
                  <a:pt x="5497161" y="228796"/>
                </a:cubicBezTo>
                <a:cubicBezTo>
                  <a:pt x="5639351" y="214989"/>
                  <a:pt x="5707050" y="169433"/>
                  <a:pt x="5923732" y="187376"/>
                </a:cubicBezTo>
                <a:cubicBezTo>
                  <a:pt x="5980821" y="181528"/>
                  <a:pt x="6140195" y="184371"/>
                  <a:pt x="6194152" y="151760"/>
                </a:cubicBezTo>
                <a:cubicBezTo>
                  <a:pt x="6187280" y="177771"/>
                  <a:pt x="6304222" y="153398"/>
                  <a:pt x="6281379" y="181614"/>
                </a:cubicBezTo>
                <a:cubicBezTo>
                  <a:pt x="6321899" y="201807"/>
                  <a:pt x="6335111" y="162578"/>
                  <a:pt x="6374947" y="179787"/>
                </a:cubicBezTo>
                <a:cubicBezTo>
                  <a:pt x="6417404" y="181324"/>
                  <a:pt x="6402484" y="169682"/>
                  <a:pt x="6448518" y="164366"/>
                </a:cubicBezTo>
                <a:cubicBezTo>
                  <a:pt x="6504958" y="162476"/>
                  <a:pt x="6493438" y="111191"/>
                  <a:pt x="6544700" y="167149"/>
                </a:cubicBezTo>
                <a:cubicBezTo>
                  <a:pt x="6601507" y="148685"/>
                  <a:pt x="6566269" y="164374"/>
                  <a:pt x="6648353" y="172238"/>
                </a:cubicBezTo>
                <a:cubicBezTo>
                  <a:pt x="6680008" y="155211"/>
                  <a:pt x="6707960" y="160661"/>
                  <a:pt x="6736227" y="173204"/>
                </a:cubicBezTo>
                <a:cubicBezTo>
                  <a:pt x="6813963" y="164272"/>
                  <a:pt x="6888143" y="181284"/>
                  <a:pt x="6977218" y="184277"/>
                </a:cubicBezTo>
                <a:cubicBezTo>
                  <a:pt x="7040424" y="188306"/>
                  <a:pt x="7000291" y="215076"/>
                  <a:pt x="7065221" y="227519"/>
                </a:cubicBezTo>
                <a:cubicBezTo>
                  <a:pt x="7130151" y="239962"/>
                  <a:pt x="7277790" y="252523"/>
                  <a:pt x="7366801" y="258938"/>
                </a:cubicBezTo>
                <a:cubicBezTo>
                  <a:pt x="7377311" y="252420"/>
                  <a:pt x="7435314" y="238566"/>
                  <a:pt x="7433745" y="246959"/>
                </a:cubicBezTo>
                <a:cubicBezTo>
                  <a:pt x="7446076" y="243878"/>
                  <a:pt x="7639946" y="245807"/>
                  <a:pt x="7644411" y="258974"/>
                </a:cubicBezTo>
                <a:cubicBezTo>
                  <a:pt x="7708015" y="258000"/>
                  <a:pt x="7770249" y="247712"/>
                  <a:pt x="7825110" y="229097"/>
                </a:cubicBezTo>
                <a:cubicBezTo>
                  <a:pt x="7908941" y="220202"/>
                  <a:pt x="8092134" y="211504"/>
                  <a:pt x="8163955" y="205605"/>
                </a:cubicBezTo>
                <a:cubicBezTo>
                  <a:pt x="8183007" y="196598"/>
                  <a:pt x="8225048" y="207087"/>
                  <a:pt x="8256033" y="193701"/>
                </a:cubicBezTo>
                <a:cubicBezTo>
                  <a:pt x="8334440" y="185293"/>
                  <a:pt x="8474968" y="164062"/>
                  <a:pt x="8551625" y="161505"/>
                </a:cubicBezTo>
                <a:cubicBezTo>
                  <a:pt x="8649083" y="153078"/>
                  <a:pt x="8607056" y="154741"/>
                  <a:pt x="8683515" y="143137"/>
                </a:cubicBezTo>
                <a:cubicBezTo>
                  <a:pt x="8746256" y="121084"/>
                  <a:pt x="8897706" y="99547"/>
                  <a:pt x="9002103" y="85529"/>
                </a:cubicBezTo>
                <a:cubicBezTo>
                  <a:pt x="9018826" y="50490"/>
                  <a:pt x="9112524" y="108345"/>
                  <a:pt x="9110856" y="70985"/>
                </a:cubicBezTo>
                <a:cubicBezTo>
                  <a:pt x="9148189" y="94238"/>
                  <a:pt x="9209809" y="53273"/>
                  <a:pt x="9268817" y="53070"/>
                </a:cubicBezTo>
                <a:cubicBezTo>
                  <a:pt x="9279135" y="35985"/>
                  <a:pt x="9292736" y="36508"/>
                  <a:pt x="9316667" y="45035"/>
                </a:cubicBezTo>
                <a:cubicBezTo>
                  <a:pt x="9352186" y="45850"/>
                  <a:pt x="9390008" y="39787"/>
                  <a:pt x="9428209" y="29911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88586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84F09-5160-4821-B2AD-0FB5BAAE2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98C2F-05CD-22FF-FB83-1F817DDE3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Google Shape;618;p25">
            <a:extLst>
              <a:ext uri="{FF2B5EF4-FFF2-40B4-BE49-F238E27FC236}">
                <a16:creationId xmlns:a16="http://schemas.microsoft.com/office/drawing/2014/main" id="{D784FAC7-6D2C-C659-AF61-9E1455D52A2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-1" b="54"/>
          <a:stretch/>
        </p:blipFill>
        <p:spPr>
          <a:xfrm>
            <a:off x="0" y="-1"/>
            <a:ext cx="12192000" cy="685347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621;p25">
            <a:extLst>
              <a:ext uri="{FF2B5EF4-FFF2-40B4-BE49-F238E27FC236}">
                <a16:creationId xmlns:a16="http://schemas.microsoft.com/office/drawing/2014/main" id="{93F26EFC-1BE1-CB8F-7D85-8241839FA8E8}"/>
              </a:ext>
            </a:extLst>
          </p:cNvPr>
          <p:cNvSpPr/>
          <p:nvPr/>
        </p:nvSpPr>
        <p:spPr>
          <a:xfrm>
            <a:off x="6096000" y="0"/>
            <a:ext cx="2441418" cy="860079"/>
          </a:xfrm>
          <a:prstGeom prst="roundRect">
            <a:avLst>
              <a:gd name="adj" fmla="val 16667"/>
            </a:avLst>
          </a:prstGeom>
          <a:solidFill>
            <a:srgbClr val="F7EBD9">
              <a:alpha val="9803"/>
            </a:srgbClr>
          </a:solidFill>
          <a:ln w="15875" cap="flat" cmpd="sng">
            <a:solidFill>
              <a:srgbClr val="000000">
                <a:alpha val="2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8" name="Google Shape;623;p25">
            <a:extLst>
              <a:ext uri="{FF2B5EF4-FFF2-40B4-BE49-F238E27FC236}">
                <a16:creationId xmlns:a16="http://schemas.microsoft.com/office/drawing/2014/main" id="{3D82B83F-5EBD-8903-785D-86BDAFBCBC4D}"/>
              </a:ext>
            </a:extLst>
          </p:cNvPr>
          <p:cNvSpPr/>
          <p:nvPr/>
        </p:nvSpPr>
        <p:spPr>
          <a:xfrm>
            <a:off x="334147" y="1964601"/>
            <a:ext cx="3712752" cy="1348967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9" name="Google Shape;624;p25">
            <a:extLst>
              <a:ext uri="{FF2B5EF4-FFF2-40B4-BE49-F238E27FC236}">
                <a16:creationId xmlns:a16="http://schemas.microsoft.com/office/drawing/2014/main" id="{6E8B3BB2-7F85-2A63-322D-700ABD5E9832}"/>
              </a:ext>
            </a:extLst>
          </p:cNvPr>
          <p:cNvSpPr/>
          <p:nvPr/>
        </p:nvSpPr>
        <p:spPr>
          <a:xfrm>
            <a:off x="9251132" y="1963611"/>
            <a:ext cx="2940868" cy="1348967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1" name="Google Shape;626;p25">
            <a:extLst>
              <a:ext uri="{FF2B5EF4-FFF2-40B4-BE49-F238E27FC236}">
                <a16:creationId xmlns:a16="http://schemas.microsoft.com/office/drawing/2014/main" id="{EDED682C-132D-630F-9341-5DAFC399035E}"/>
              </a:ext>
            </a:extLst>
          </p:cNvPr>
          <p:cNvSpPr/>
          <p:nvPr/>
        </p:nvSpPr>
        <p:spPr>
          <a:xfrm>
            <a:off x="7769572" y="3193890"/>
            <a:ext cx="4280589" cy="1206049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2" name="Google Shape;627;p25">
            <a:extLst>
              <a:ext uri="{FF2B5EF4-FFF2-40B4-BE49-F238E27FC236}">
                <a16:creationId xmlns:a16="http://schemas.microsoft.com/office/drawing/2014/main" id="{953FFBA3-8B06-3070-5645-8ABFBCCE07FE}"/>
              </a:ext>
            </a:extLst>
          </p:cNvPr>
          <p:cNvSpPr/>
          <p:nvPr/>
        </p:nvSpPr>
        <p:spPr>
          <a:xfrm>
            <a:off x="2666448" y="4414706"/>
            <a:ext cx="3429552" cy="1225604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3" name="Google Shape;628;p25">
            <a:extLst>
              <a:ext uri="{FF2B5EF4-FFF2-40B4-BE49-F238E27FC236}">
                <a16:creationId xmlns:a16="http://schemas.microsoft.com/office/drawing/2014/main" id="{360EF199-AA33-BB4F-804E-A36E3BCC823D}"/>
              </a:ext>
            </a:extLst>
          </p:cNvPr>
          <p:cNvSpPr/>
          <p:nvPr/>
        </p:nvSpPr>
        <p:spPr>
          <a:xfrm>
            <a:off x="2731330" y="4845161"/>
            <a:ext cx="3429552" cy="795148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4" name="Google Shape;629;p25">
            <a:extLst>
              <a:ext uri="{FF2B5EF4-FFF2-40B4-BE49-F238E27FC236}">
                <a16:creationId xmlns:a16="http://schemas.microsoft.com/office/drawing/2014/main" id="{B0C6D499-011B-19E9-01C4-A41246D61A82}"/>
              </a:ext>
            </a:extLst>
          </p:cNvPr>
          <p:cNvSpPr/>
          <p:nvPr/>
        </p:nvSpPr>
        <p:spPr>
          <a:xfrm>
            <a:off x="6940336" y="4411374"/>
            <a:ext cx="5251664" cy="1218843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5" name="Google Shape;630;p25">
            <a:extLst>
              <a:ext uri="{FF2B5EF4-FFF2-40B4-BE49-F238E27FC236}">
                <a16:creationId xmlns:a16="http://schemas.microsoft.com/office/drawing/2014/main" id="{BC4ABFD5-A993-F88A-680C-C4D097BA9AE1}"/>
              </a:ext>
            </a:extLst>
          </p:cNvPr>
          <p:cNvSpPr txBox="1"/>
          <p:nvPr/>
        </p:nvSpPr>
        <p:spPr>
          <a:xfrm>
            <a:off x="5279718" y="5076220"/>
            <a:ext cx="175788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</a:t>
            </a:r>
            <a:r>
              <a:rPr lang="en-US" sz="1800" b="1" dirty="0">
                <a:solidFill>
                  <a:srgbClr val="C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+4</a:t>
            </a:r>
            <a:r>
              <a:rPr lang="en-US" sz="1800" b="1" dirty="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=5</a:t>
            </a:r>
            <a:endParaRPr dirty="0"/>
          </a:p>
        </p:txBody>
      </p:sp>
      <p:sp>
        <p:nvSpPr>
          <p:cNvPr id="17" name="Google Shape;632;p25">
            <a:extLst>
              <a:ext uri="{FF2B5EF4-FFF2-40B4-BE49-F238E27FC236}">
                <a16:creationId xmlns:a16="http://schemas.microsoft.com/office/drawing/2014/main" id="{6A732F1A-88E9-849D-1939-CE7B770586C6}"/>
              </a:ext>
            </a:extLst>
          </p:cNvPr>
          <p:cNvSpPr/>
          <p:nvPr/>
        </p:nvSpPr>
        <p:spPr>
          <a:xfrm>
            <a:off x="5339409" y="2440686"/>
            <a:ext cx="1865128" cy="860079"/>
          </a:xfrm>
          <a:prstGeom prst="roundRect">
            <a:avLst>
              <a:gd name="adj" fmla="val 16667"/>
            </a:avLst>
          </a:prstGeom>
          <a:solidFill>
            <a:srgbClr val="F7EBD9">
              <a:alpha val="9803"/>
            </a:srgbClr>
          </a:solidFill>
          <a:ln w="15875" cap="flat" cmpd="sng">
            <a:solidFill>
              <a:srgbClr val="000000">
                <a:alpha val="2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8" name="Google Shape;633;p25">
            <a:extLst>
              <a:ext uri="{FF2B5EF4-FFF2-40B4-BE49-F238E27FC236}">
                <a16:creationId xmlns:a16="http://schemas.microsoft.com/office/drawing/2014/main" id="{51FBA832-E59E-51D7-BD50-F5BD47B08999}"/>
              </a:ext>
            </a:extLst>
          </p:cNvPr>
          <p:cNvSpPr/>
          <p:nvPr/>
        </p:nvSpPr>
        <p:spPr>
          <a:xfrm>
            <a:off x="5484698" y="3488463"/>
            <a:ext cx="1209454" cy="1041590"/>
          </a:xfrm>
          <a:prstGeom prst="roundRect">
            <a:avLst>
              <a:gd name="adj" fmla="val 16667"/>
            </a:avLst>
          </a:prstGeom>
          <a:solidFill>
            <a:srgbClr val="F7EBD9">
              <a:alpha val="9803"/>
            </a:srgbClr>
          </a:solidFill>
          <a:ln w="15875" cap="flat" cmpd="sng">
            <a:solidFill>
              <a:srgbClr val="000000">
                <a:alpha val="2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9" name="Google Shape;634;p25">
            <a:extLst>
              <a:ext uri="{FF2B5EF4-FFF2-40B4-BE49-F238E27FC236}">
                <a16:creationId xmlns:a16="http://schemas.microsoft.com/office/drawing/2014/main" id="{6E9753F9-FCC8-252A-A90E-7343F97CD97F}"/>
              </a:ext>
            </a:extLst>
          </p:cNvPr>
          <p:cNvSpPr txBox="1"/>
          <p:nvPr/>
        </p:nvSpPr>
        <p:spPr>
          <a:xfrm>
            <a:off x="4381224" y="3776849"/>
            <a:ext cx="175788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</a:t>
            </a:r>
            <a:r>
              <a:rPr lang="en-U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+3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=5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20" name="Google Shape;635;p25">
            <a:extLst>
              <a:ext uri="{FF2B5EF4-FFF2-40B4-BE49-F238E27FC236}">
                <a16:creationId xmlns:a16="http://schemas.microsoft.com/office/drawing/2014/main" id="{50ABEE82-5DA1-2C38-9984-651F3137CB41}"/>
              </a:ext>
            </a:extLst>
          </p:cNvPr>
          <p:cNvSpPr txBox="1"/>
          <p:nvPr/>
        </p:nvSpPr>
        <p:spPr>
          <a:xfrm>
            <a:off x="7532102" y="3851779"/>
            <a:ext cx="175788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1+1+1+1</a:t>
            </a:r>
            <a:r>
              <a:rPr lang="en-U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+3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=7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21" name="Google Shape;636;p25">
            <a:extLst>
              <a:ext uri="{FF2B5EF4-FFF2-40B4-BE49-F238E27FC236}">
                <a16:creationId xmlns:a16="http://schemas.microsoft.com/office/drawing/2014/main" id="{FFCF47F0-BD42-CF11-4CB4-EADBDC9EC0DF}"/>
              </a:ext>
            </a:extLst>
          </p:cNvPr>
          <p:cNvSpPr txBox="1"/>
          <p:nvPr/>
        </p:nvSpPr>
        <p:spPr>
          <a:xfrm>
            <a:off x="3276600" y="2547560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2+1+2</a:t>
            </a:r>
            <a:endParaRPr dirty="0">
              <a:solidFill>
                <a:srgbClr val="7030A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+2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=7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22" name="Google Shape;637;p25">
            <a:extLst>
              <a:ext uri="{FF2B5EF4-FFF2-40B4-BE49-F238E27FC236}">
                <a16:creationId xmlns:a16="http://schemas.microsoft.com/office/drawing/2014/main" id="{EA70DD05-E3BB-4442-1E04-C9B0E083C8F1}"/>
              </a:ext>
            </a:extLst>
          </p:cNvPr>
          <p:cNvSpPr txBox="1"/>
          <p:nvPr/>
        </p:nvSpPr>
        <p:spPr>
          <a:xfrm>
            <a:off x="5493567" y="2547559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C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+2</a:t>
            </a:r>
            <a:r>
              <a:rPr lang="en-US" sz="1800" b="1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=5</a:t>
            </a:r>
            <a:endParaRPr/>
          </a:p>
        </p:txBody>
      </p:sp>
      <p:sp>
        <p:nvSpPr>
          <p:cNvPr id="23" name="Google Shape;638;p25">
            <a:extLst>
              <a:ext uri="{FF2B5EF4-FFF2-40B4-BE49-F238E27FC236}">
                <a16:creationId xmlns:a16="http://schemas.microsoft.com/office/drawing/2014/main" id="{3115B9A1-5F6B-67E8-C4E5-8299D6ADE67B}"/>
              </a:ext>
            </a:extLst>
          </p:cNvPr>
          <p:cNvSpPr txBox="1"/>
          <p:nvPr/>
        </p:nvSpPr>
        <p:spPr>
          <a:xfrm>
            <a:off x="7435720" y="2521864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1+1+1+2</a:t>
            </a:r>
            <a:endParaRPr dirty="0">
              <a:solidFill>
                <a:srgbClr val="7030A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+2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=7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24" name="Google Shape;639;p25">
            <a:extLst>
              <a:ext uri="{FF2B5EF4-FFF2-40B4-BE49-F238E27FC236}">
                <a16:creationId xmlns:a16="http://schemas.microsoft.com/office/drawing/2014/main" id="{03573D90-3449-F187-7952-A9003895C78B}"/>
              </a:ext>
            </a:extLst>
          </p:cNvPr>
          <p:cNvSpPr txBox="1"/>
          <p:nvPr/>
        </p:nvSpPr>
        <p:spPr>
          <a:xfrm>
            <a:off x="6944007" y="176542"/>
            <a:ext cx="171110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1+1+1+1+2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 5</a:t>
            </a:r>
            <a:endParaRPr dirty="0"/>
          </a:p>
        </p:txBody>
      </p:sp>
      <p:sp>
        <p:nvSpPr>
          <p:cNvPr id="28" name="Google Shape;643;p25">
            <a:extLst>
              <a:ext uri="{FF2B5EF4-FFF2-40B4-BE49-F238E27FC236}">
                <a16:creationId xmlns:a16="http://schemas.microsoft.com/office/drawing/2014/main" id="{95F7E202-BE5C-6C71-4A04-E53961038CBA}"/>
              </a:ext>
            </a:extLst>
          </p:cNvPr>
          <p:cNvSpPr/>
          <p:nvPr/>
        </p:nvSpPr>
        <p:spPr>
          <a:xfrm>
            <a:off x="4446106" y="6131657"/>
            <a:ext cx="4661680" cy="752096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9" name="Google Shape;644;p25">
            <a:extLst>
              <a:ext uri="{FF2B5EF4-FFF2-40B4-BE49-F238E27FC236}">
                <a16:creationId xmlns:a16="http://schemas.microsoft.com/office/drawing/2014/main" id="{7AD7793D-F1AC-5F91-E806-82771BC85E59}"/>
              </a:ext>
            </a:extLst>
          </p:cNvPr>
          <p:cNvSpPr/>
          <p:nvPr/>
        </p:nvSpPr>
        <p:spPr>
          <a:xfrm>
            <a:off x="3842868" y="6012263"/>
            <a:ext cx="4661680" cy="752096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0" name="Google Shape;645;p25">
            <a:extLst>
              <a:ext uri="{FF2B5EF4-FFF2-40B4-BE49-F238E27FC236}">
                <a16:creationId xmlns:a16="http://schemas.microsoft.com/office/drawing/2014/main" id="{0D37D9C2-CA96-57F2-C5DD-F9D0428486EA}"/>
              </a:ext>
            </a:extLst>
          </p:cNvPr>
          <p:cNvSpPr/>
          <p:nvPr/>
        </p:nvSpPr>
        <p:spPr>
          <a:xfrm>
            <a:off x="3206108" y="5919015"/>
            <a:ext cx="4661680" cy="752096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1" name="Google Shape;646;p25">
            <a:extLst>
              <a:ext uri="{FF2B5EF4-FFF2-40B4-BE49-F238E27FC236}">
                <a16:creationId xmlns:a16="http://schemas.microsoft.com/office/drawing/2014/main" id="{0AA10D2F-F725-96A1-6A28-BA9206CFEA0E}"/>
              </a:ext>
            </a:extLst>
          </p:cNvPr>
          <p:cNvSpPr/>
          <p:nvPr/>
        </p:nvSpPr>
        <p:spPr>
          <a:xfrm>
            <a:off x="2821189" y="5838299"/>
            <a:ext cx="4661680" cy="752096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2" name="Google Shape;647;p25">
            <a:extLst>
              <a:ext uri="{FF2B5EF4-FFF2-40B4-BE49-F238E27FC236}">
                <a16:creationId xmlns:a16="http://schemas.microsoft.com/office/drawing/2014/main" id="{51D44DF9-6C5B-9CBF-0B38-2F5BA8E8AB5A}"/>
              </a:ext>
            </a:extLst>
          </p:cNvPr>
          <p:cNvSpPr/>
          <p:nvPr/>
        </p:nvSpPr>
        <p:spPr>
          <a:xfrm>
            <a:off x="2278656" y="5757018"/>
            <a:ext cx="4661680" cy="752096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3" name="Google Shape;648;p25">
            <a:extLst>
              <a:ext uri="{FF2B5EF4-FFF2-40B4-BE49-F238E27FC236}">
                <a16:creationId xmlns:a16="http://schemas.microsoft.com/office/drawing/2014/main" id="{E3E69487-B03B-1822-5796-8E034BB7BF85}"/>
              </a:ext>
            </a:extLst>
          </p:cNvPr>
          <p:cNvSpPr/>
          <p:nvPr/>
        </p:nvSpPr>
        <p:spPr>
          <a:xfrm>
            <a:off x="1981488" y="5720504"/>
            <a:ext cx="4661680" cy="752096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4" name="Google Shape;649;p25">
            <a:extLst>
              <a:ext uri="{FF2B5EF4-FFF2-40B4-BE49-F238E27FC236}">
                <a16:creationId xmlns:a16="http://schemas.microsoft.com/office/drawing/2014/main" id="{267EFEED-11B6-1640-992F-B60C6BA31809}"/>
              </a:ext>
            </a:extLst>
          </p:cNvPr>
          <p:cNvSpPr/>
          <p:nvPr/>
        </p:nvSpPr>
        <p:spPr>
          <a:xfrm>
            <a:off x="1791542" y="5645416"/>
            <a:ext cx="4661680" cy="752096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5" name="Google Shape;650;p25">
            <a:extLst>
              <a:ext uri="{FF2B5EF4-FFF2-40B4-BE49-F238E27FC236}">
                <a16:creationId xmlns:a16="http://schemas.microsoft.com/office/drawing/2014/main" id="{F12BA42A-B71E-B036-84A8-0422E1C5F870}"/>
              </a:ext>
            </a:extLst>
          </p:cNvPr>
          <p:cNvSpPr/>
          <p:nvPr/>
        </p:nvSpPr>
        <p:spPr>
          <a:xfrm>
            <a:off x="5338740" y="4745708"/>
            <a:ext cx="1666477" cy="1041590"/>
          </a:xfrm>
          <a:prstGeom prst="roundRect">
            <a:avLst>
              <a:gd name="adj" fmla="val 16667"/>
            </a:avLst>
          </a:prstGeom>
          <a:solidFill>
            <a:srgbClr val="F7EBD9">
              <a:alpha val="9803"/>
            </a:srgbClr>
          </a:solidFill>
          <a:ln w="15875" cap="flat" cmpd="sng">
            <a:solidFill>
              <a:srgbClr val="000000">
                <a:alpha val="2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7" name="Google Shape;652;p25">
            <a:extLst>
              <a:ext uri="{FF2B5EF4-FFF2-40B4-BE49-F238E27FC236}">
                <a16:creationId xmlns:a16="http://schemas.microsoft.com/office/drawing/2014/main" id="{EFE62D50-1705-00C5-0E86-CF134C7070F7}"/>
              </a:ext>
            </a:extLst>
          </p:cNvPr>
          <p:cNvSpPr/>
          <p:nvPr/>
        </p:nvSpPr>
        <p:spPr>
          <a:xfrm>
            <a:off x="8956704" y="6131656"/>
            <a:ext cx="1883291" cy="741739"/>
          </a:xfrm>
          <a:prstGeom prst="roundRect">
            <a:avLst>
              <a:gd name="adj" fmla="val 16667"/>
            </a:avLst>
          </a:prstGeom>
          <a:solidFill>
            <a:srgbClr val="F7EBD9">
              <a:alpha val="9803"/>
            </a:srgbClr>
          </a:solidFill>
          <a:ln w="15875" cap="flat" cmpd="sng">
            <a:solidFill>
              <a:srgbClr val="000000">
                <a:alpha val="2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8" name="Google Shape;653;p25">
            <a:extLst>
              <a:ext uri="{FF2B5EF4-FFF2-40B4-BE49-F238E27FC236}">
                <a16:creationId xmlns:a16="http://schemas.microsoft.com/office/drawing/2014/main" id="{F5A86282-D22E-3C0B-98E2-F593A236AA4E}"/>
              </a:ext>
            </a:extLst>
          </p:cNvPr>
          <p:cNvSpPr txBox="1"/>
          <p:nvPr/>
        </p:nvSpPr>
        <p:spPr>
          <a:xfrm>
            <a:off x="9861287" y="6263189"/>
            <a:ext cx="15405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0</a:t>
            </a:r>
            <a:r>
              <a:rPr lang="en-US" sz="1800" b="1">
                <a:solidFill>
                  <a:srgbClr val="C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+5</a:t>
            </a:r>
            <a:r>
              <a:rPr lang="en-US" sz="1800" b="1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=5</a:t>
            </a:r>
            <a:endParaRPr/>
          </a:p>
        </p:txBody>
      </p:sp>
      <p:sp>
        <p:nvSpPr>
          <p:cNvPr id="10" name="Google Shape;625;p25">
            <a:extLst>
              <a:ext uri="{FF2B5EF4-FFF2-40B4-BE49-F238E27FC236}">
                <a16:creationId xmlns:a16="http://schemas.microsoft.com/office/drawing/2014/main" id="{23B6C348-B90F-D5C4-C1C0-5170ADD2F366}"/>
              </a:ext>
            </a:extLst>
          </p:cNvPr>
          <p:cNvSpPr/>
          <p:nvPr/>
        </p:nvSpPr>
        <p:spPr>
          <a:xfrm>
            <a:off x="59333" y="2070741"/>
            <a:ext cx="12132667" cy="4813012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  <p:extLst>
      <p:ext uri="{BB962C8B-B14F-4D97-AF65-F5344CB8AC3E}">
        <p14:creationId xmlns:p14="http://schemas.microsoft.com/office/powerpoint/2010/main" val="42818812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02E78-592C-39D1-8097-5489D348B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F15D3-BE86-8423-41CF-9B8CD3F93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Google Shape;618;p25">
            <a:extLst>
              <a:ext uri="{FF2B5EF4-FFF2-40B4-BE49-F238E27FC236}">
                <a16:creationId xmlns:a16="http://schemas.microsoft.com/office/drawing/2014/main" id="{4037366F-5F52-AEA9-4E74-263B3AF739A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-1" b="54"/>
          <a:stretch/>
        </p:blipFill>
        <p:spPr>
          <a:xfrm>
            <a:off x="0" y="-1"/>
            <a:ext cx="12192000" cy="685347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621;p25">
            <a:extLst>
              <a:ext uri="{FF2B5EF4-FFF2-40B4-BE49-F238E27FC236}">
                <a16:creationId xmlns:a16="http://schemas.microsoft.com/office/drawing/2014/main" id="{999C1F78-9F8E-3322-DC66-8FF06A7C12E5}"/>
              </a:ext>
            </a:extLst>
          </p:cNvPr>
          <p:cNvSpPr/>
          <p:nvPr/>
        </p:nvSpPr>
        <p:spPr>
          <a:xfrm>
            <a:off x="6096000" y="0"/>
            <a:ext cx="2441418" cy="860079"/>
          </a:xfrm>
          <a:prstGeom prst="roundRect">
            <a:avLst>
              <a:gd name="adj" fmla="val 16667"/>
            </a:avLst>
          </a:prstGeom>
          <a:solidFill>
            <a:srgbClr val="F7EBD9">
              <a:alpha val="9803"/>
            </a:srgbClr>
          </a:solidFill>
          <a:ln w="15875" cap="flat" cmpd="sng">
            <a:solidFill>
              <a:srgbClr val="000000">
                <a:alpha val="2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7" name="Google Shape;622;p25">
            <a:extLst>
              <a:ext uri="{FF2B5EF4-FFF2-40B4-BE49-F238E27FC236}">
                <a16:creationId xmlns:a16="http://schemas.microsoft.com/office/drawing/2014/main" id="{AC5DE29B-C713-A7B6-7FDE-21F8AE608E56}"/>
              </a:ext>
            </a:extLst>
          </p:cNvPr>
          <p:cNvSpPr/>
          <p:nvPr/>
        </p:nvSpPr>
        <p:spPr>
          <a:xfrm>
            <a:off x="5204233" y="1210663"/>
            <a:ext cx="2441418" cy="860079"/>
          </a:xfrm>
          <a:prstGeom prst="roundRect">
            <a:avLst>
              <a:gd name="adj" fmla="val 16667"/>
            </a:avLst>
          </a:prstGeom>
          <a:solidFill>
            <a:srgbClr val="F7EBD9">
              <a:alpha val="9803"/>
            </a:srgbClr>
          </a:solidFill>
          <a:ln w="15875" cap="flat" cmpd="sng">
            <a:solidFill>
              <a:srgbClr val="000000">
                <a:alpha val="2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8" name="Google Shape;623;p25">
            <a:extLst>
              <a:ext uri="{FF2B5EF4-FFF2-40B4-BE49-F238E27FC236}">
                <a16:creationId xmlns:a16="http://schemas.microsoft.com/office/drawing/2014/main" id="{BDD4CDAC-20A0-8098-B0C4-13542BCD9BF7}"/>
              </a:ext>
            </a:extLst>
          </p:cNvPr>
          <p:cNvSpPr/>
          <p:nvPr/>
        </p:nvSpPr>
        <p:spPr>
          <a:xfrm>
            <a:off x="334147" y="1964601"/>
            <a:ext cx="3712752" cy="1348967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9" name="Google Shape;624;p25">
            <a:extLst>
              <a:ext uri="{FF2B5EF4-FFF2-40B4-BE49-F238E27FC236}">
                <a16:creationId xmlns:a16="http://schemas.microsoft.com/office/drawing/2014/main" id="{90B0D1A3-B0AB-9E50-F7A9-0049CB43ECE9}"/>
              </a:ext>
            </a:extLst>
          </p:cNvPr>
          <p:cNvSpPr/>
          <p:nvPr/>
        </p:nvSpPr>
        <p:spPr>
          <a:xfrm>
            <a:off x="9251132" y="1963611"/>
            <a:ext cx="2940868" cy="1348967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1" name="Google Shape;626;p25">
            <a:extLst>
              <a:ext uri="{FF2B5EF4-FFF2-40B4-BE49-F238E27FC236}">
                <a16:creationId xmlns:a16="http://schemas.microsoft.com/office/drawing/2014/main" id="{190CFBBB-9B31-F541-316A-4A6302FD2AF3}"/>
              </a:ext>
            </a:extLst>
          </p:cNvPr>
          <p:cNvSpPr/>
          <p:nvPr/>
        </p:nvSpPr>
        <p:spPr>
          <a:xfrm>
            <a:off x="7769572" y="3193890"/>
            <a:ext cx="4280589" cy="1206049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2" name="Google Shape;627;p25">
            <a:extLst>
              <a:ext uri="{FF2B5EF4-FFF2-40B4-BE49-F238E27FC236}">
                <a16:creationId xmlns:a16="http://schemas.microsoft.com/office/drawing/2014/main" id="{BBB41D15-49F8-8285-69BF-2C864ABA27A4}"/>
              </a:ext>
            </a:extLst>
          </p:cNvPr>
          <p:cNvSpPr/>
          <p:nvPr/>
        </p:nvSpPr>
        <p:spPr>
          <a:xfrm>
            <a:off x="2666448" y="4414706"/>
            <a:ext cx="3429552" cy="1225604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3" name="Google Shape;628;p25">
            <a:extLst>
              <a:ext uri="{FF2B5EF4-FFF2-40B4-BE49-F238E27FC236}">
                <a16:creationId xmlns:a16="http://schemas.microsoft.com/office/drawing/2014/main" id="{FEBE9E74-463A-368C-C132-CA612F7C6180}"/>
              </a:ext>
            </a:extLst>
          </p:cNvPr>
          <p:cNvSpPr/>
          <p:nvPr/>
        </p:nvSpPr>
        <p:spPr>
          <a:xfrm>
            <a:off x="2731330" y="4845161"/>
            <a:ext cx="3429552" cy="795148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4" name="Google Shape;629;p25">
            <a:extLst>
              <a:ext uri="{FF2B5EF4-FFF2-40B4-BE49-F238E27FC236}">
                <a16:creationId xmlns:a16="http://schemas.microsoft.com/office/drawing/2014/main" id="{E41AD184-4865-A09A-9EF6-BD5E54B54DA6}"/>
              </a:ext>
            </a:extLst>
          </p:cNvPr>
          <p:cNvSpPr/>
          <p:nvPr/>
        </p:nvSpPr>
        <p:spPr>
          <a:xfrm>
            <a:off x="6940336" y="4411374"/>
            <a:ext cx="5251664" cy="1218843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5" name="Google Shape;630;p25">
            <a:extLst>
              <a:ext uri="{FF2B5EF4-FFF2-40B4-BE49-F238E27FC236}">
                <a16:creationId xmlns:a16="http://schemas.microsoft.com/office/drawing/2014/main" id="{EB150F48-7936-C5D7-26E4-DC12E33EC99E}"/>
              </a:ext>
            </a:extLst>
          </p:cNvPr>
          <p:cNvSpPr txBox="1"/>
          <p:nvPr/>
        </p:nvSpPr>
        <p:spPr>
          <a:xfrm>
            <a:off x="5279718" y="5076220"/>
            <a:ext cx="175788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</a:t>
            </a:r>
            <a:r>
              <a:rPr lang="en-US" sz="1800" b="1" dirty="0">
                <a:solidFill>
                  <a:srgbClr val="C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+4</a:t>
            </a:r>
            <a:r>
              <a:rPr lang="en-US" sz="1800" b="1" dirty="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=5</a:t>
            </a:r>
            <a:endParaRPr dirty="0"/>
          </a:p>
        </p:txBody>
      </p:sp>
      <p:sp>
        <p:nvSpPr>
          <p:cNvPr id="17" name="Google Shape;632;p25">
            <a:extLst>
              <a:ext uri="{FF2B5EF4-FFF2-40B4-BE49-F238E27FC236}">
                <a16:creationId xmlns:a16="http://schemas.microsoft.com/office/drawing/2014/main" id="{ED5F34F8-6AED-9240-4C45-121233221816}"/>
              </a:ext>
            </a:extLst>
          </p:cNvPr>
          <p:cNvSpPr/>
          <p:nvPr/>
        </p:nvSpPr>
        <p:spPr>
          <a:xfrm>
            <a:off x="5339409" y="2440686"/>
            <a:ext cx="1865128" cy="860079"/>
          </a:xfrm>
          <a:prstGeom prst="roundRect">
            <a:avLst>
              <a:gd name="adj" fmla="val 16667"/>
            </a:avLst>
          </a:prstGeom>
          <a:solidFill>
            <a:srgbClr val="F7EBD9">
              <a:alpha val="9803"/>
            </a:srgbClr>
          </a:solidFill>
          <a:ln w="15875" cap="flat" cmpd="sng">
            <a:solidFill>
              <a:srgbClr val="000000">
                <a:alpha val="2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8" name="Google Shape;633;p25">
            <a:extLst>
              <a:ext uri="{FF2B5EF4-FFF2-40B4-BE49-F238E27FC236}">
                <a16:creationId xmlns:a16="http://schemas.microsoft.com/office/drawing/2014/main" id="{C642433B-7F1A-E630-0833-68A75E1B9265}"/>
              </a:ext>
            </a:extLst>
          </p:cNvPr>
          <p:cNvSpPr/>
          <p:nvPr/>
        </p:nvSpPr>
        <p:spPr>
          <a:xfrm>
            <a:off x="5484698" y="3488463"/>
            <a:ext cx="1209454" cy="1041590"/>
          </a:xfrm>
          <a:prstGeom prst="roundRect">
            <a:avLst>
              <a:gd name="adj" fmla="val 16667"/>
            </a:avLst>
          </a:prstGeom>
          <a:solidFill>
            <a:srgbClr val="F7EBD9">
              <a:alpha val="9803"/>
            </a:srgbClr>
          </a:solidFill>
          <a:ln w="15875" cap="flat" cmpd="sng">
            <a:solidFill>
              <a:srgbClr val="000000">
                <a:alpha val="2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9" name="Google Shape;634;p25">
            <a:extLst>
              <a:ext uri="{FF2B5EF4-FFF2-40B4-BE49-F238E27FC236}">
                <a16:creationId xmlns:a16="http://schemas.microsoft.com/office/drawing/2014/main" id="{483A01BD-8FA1-AC21-4EE1-8AF9A3852968}"/>
              </a:ext>
            </a:extLst>
          </p:cNvPr>
          <p:cNvSpPr txBox="1"/>
          <p:nvPr/>
        </p:nvSpPr>
        <p:spPr>
          <a:xfrm>
            <a:off x="4381224" y="3776849"/>
            <a:ext cx="175788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</a:t>
            </a:r>
            <a:r>
              <a:rPr lang="en-U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+3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=5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20" name="Google Shape;635;p25">
            <a:extLst>
              <a:ext uri="{FF2B5EF4-FFF2-40B4-BE49-F238E27FC236}">
                <a16:creationId xmlns:a16="http://schemas.microsoft.com/office/drawing/2014/main" id="{5DB734E2-BA89-DFEA-1C71-586576CE586C}"/>
              </a:ext>
            </a:extLst>
          </p:cNvPr>
          <p:cNvSpPr txBox="1"/>
          <p:nvPr/>
        </p:nvSpPr>
        <p:spPr>
          <a:xfrm>
            <a:off x="7532102" y="3851779"/>
            <a:ext cx="175788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1+1+1+1</a:t>
            </a:r>
            <a:r>
              <a:rPr lang="en-U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+3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=7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21" name="Google Shape;636;p25">
            <a:extLst>
              <a:ext uri="{FF2B5EF4-FFF2-40B4-BE49-F238E27FC236}">
                <a16:creationId xmlns:a16="http://schemas.microsoft.com/office/drawing/2014/main" id="{315C8A20-49A4-9745-7A22-88D5E904EE17}"/>
              </a:ext>
            </a:extLst>
          </p:cNvPr>
          <p:cNvSpPr txBox="1"/>
          <p:nvPr/>
        </p:nvSpPr>
        <p:spPr>
          <a:xfrm>
            <a:off x="3276600" y="2547560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2+1+2</a:t>
            </a:r>
            <a:endParaRPr dirty="0">
              <a:solidFill>
                <a:srgbClr val="7030A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+2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=7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22" name="Google Shape;637;p25">
            <a:extLst>
              <a:ext uri="{FF2B5EF4-FFF2-40B4-BE49-F238E27FC236}">
                <a16:creationId xmlns:a16="http://schemas.microsoft.com/office/drawing/2014/main" id="{A5B8D241-A30D-BC92-55E1-F5D928C58B53}"/>
              </a:ext>
            </a:extLst>
          </p:cNvPr>
          <p:cNvSpPr txBox="1"/>
          <p:nvPr/>
        </p:nvSpPr>
        <p:spPr>
          <a:xfrm>
            <a:off x="5493567" y="2547559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C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+2</a:t>
            </a:r>
            <a:r>
              <a:rPr lang="en-US" sz="1800" b="1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=5</a:t>
            </a:r>
            <a:endParaRPr/>
          </a:p>
        </p:txBody>
      </p:sp>
      <p:sp>
        <p:nvSpPr>
          <p:cNvPr id="23" name="Google Shape;638;p25">
            <a:extLst>
              <a:ext uri="{FF2B5EF4-FFF2-40B4-BE49-F238E27FC236}">
                <a16:creationId xmlns:a16="http://schemas.microsoft.com/office/drawing/2014/main" id="{179C5068-BF9C-7F78-CA74-DAC45B40380E}"/>
              </a:ext>
            </a:extLst>
          </p:cNvPr>
          <p:cNvSpPr txBox="1"/>
          <p:nvPr/>
        </p:nvSpPr>
        <p:spPr>
          <a:xfrm>
            <a:off x="7435720" y="2521864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1+1+1+2</a:t>
            </a:r>
            <a:endParaRPr dirty="0">
              <a:solidFill>
                <a:srgbClr val="7030A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+2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=7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24" name="Google Shape;639;p25">
            <a:extLst>
              <a:ext uri="{FF2B5EF4-FFF2-40B4-BE49-F238E27FC236}">
                <a16:creationId xmlns:a16="http://schemas.microsoft.com/office/drawing/2014/main" id="{9E3852F6-2C60-0313-7C73-B73FB52E45E1}"/>
              </a:ext>
            </a:extLst>
          </p:cNvPr>
          <p:cNvSpPr txBox="1"/>
          <p:nvPr/>
        </p:nvSpPr>
        <p:spPr>
          <a:xfrm>
            <a:off x="6944007" y="176542"/>
            <a:ext cx="171110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1+1+1+1+2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 5</a:t>
            </a:r>
            <a:endParaRPr/>
          </a:p>
        </p:txBody>
      </p:sp>
      <p:sp>
        <p:nvSpPr>
          <p:cNvPr id="25" name="Google Shape;640;p25">
            <a:extLst>
              <a:ext uri="{FF2B5EF4-FFF2-40B4-BE49-F238E27FC236}">
                <a16:creationId xmlns:a16="http://schemas.microsoft.com/office/drawing/2014/main" id="{01A22841-2DC6-6E6C-59CB-70C568246AD9}"/>
              </a:ext>
            </a:extLst>
          </p:cNvPr>
          <p:cNvSpPr txBox="1"/>
          <p:nvPr/>
        </p:nvSpPr>
        <p:spPr>
          <a:xfrm>
            <a:off x="1229763" y="1424412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1+1+1+1+2</a:t>
            </a:r>
            <a:endParaRPr dirty="0">
              <a:solidFill>
                <a:srgbClr val="7030A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+1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=7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26" name="Google Shape;641;p25">
            <a:extLst>
              <a:ext uri="{FF2B5EF4-FFF2-40B4-BE49-F238E27FC236}">
                <a16:creationId xmlns:a16="http://schemas.microsoft.com/office/drawing/2014/main" id="{0A0BF7F7-98DC-3EC0-63D9-44A044523D47}"/>
              </a:ext>
            </a:extLst>
          </p:cNvPr>
          <p:cNvSpPr txBox="1"/>
          <p:nvPr/>
        </p:nvSpPr>
        <p:spPr>
          <a:xfrm>
            <a:off x="5403409" y="1424411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1+1+2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C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+1</a:t>
            </a:r>
            <a:r>
              <a:rPr lang="en-US" sz="1800" b="1" dirty="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=5</a:t>
            </a:r>
            <a:endParaRPr dirty="0"/>
          </a:p>
        </p:txBody>
      </p:sp>
      <p:sp>
        <p:nvSpPr>
          <p:cNvPr id="27" name="Google Shape;642;p25">
            <a:extLst>
              <a:ext uri="{FF2B5EF4-FFF2-40B4-BE49-F238E27FC236}">
                <a16:creationId xmlns:a16="http://schemas.microsoft.com/office/drawing/2014/main" id="{028F6750-A268-03AA-BF10-B0AC6339499B}"/>
              </a:ext>
            </a:extLst>
          </p:cNvPr>
          <p:cNvSpPr txBox="1"/>
          <p:nvPr/>
        </p:nvSpPr>
        <p:spPr>
          <a:xfrm>
            <a:off x="8347295" y="1424410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1+1+1+1+2</a:t>
            </a:r>
            <a:endParaRPr dirty="0">
              <a:solidFill>
                <a:srgbClr val="7030A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+1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=7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28" name="Google Shape;643;p25">
            <a:extLst>
              <a:ext uri="{FF2B5EF4-FFF2-40B4-BE49-F238E27FC236}">
                <a16:creationId xmlns:a16="http://schemas.microsoft.com/office/drawing/2014/main" id="{9BB01830-D801-477A-42DE-6987DD509AFC}"/>
              </a:ext>
            </a:extLst>
          </p:cNvPr>
          <p:cNvSpPr/>
          <p:nvPr/>
        </p:nvSpPr>
        <p:spPr>
          <a:xfrm>
            <a:off x="4446106" y="6131657"/>
            <a:ext cx="4661680" cy="752096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9" name="Google Shape;644;p25">
            <a:extLst>
              <a:ext uri="{FF2B5EF4-FFF2-40B4-BE49-F238E27FC236}">
                <a16:creationId xmlns:a16="http://schemas.microsoft.com/office/drawing/2014/main" id="{CEE22729-0AF6-5957-04EB-1F22713D48BD}"/>
              </a:ext>
            </a:extLst>
          </p:cNvPr>
          <p:cNvSpPr/>
          <p:nvPr/>
        </p:nvSpPr>
        <p:spPr>
          <a:xfrm>
            <a:off x="3842868" y="6012263"/>
            <a:ext cx="4661680" cy="752096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0" name="Google Shape;645;p25">
            <a:extLst>
              <a:ext uri="{FF2B5EF4-FFF2-40B4-BE49-F238E27FC236}">
                <a16:creationId xmlns:a16="http://schemas.microsoft.com/office/drawing/2014/main" id="{E64095BE-31E5-1B2D-1FFB-E437F2A26207}"/>
              </a:ext>
            </a:extLst>
          </p:cNvPr>
          <p:cNvSpPr/>
          <p:nvPr/>
        </p:nvSpPr>
        <p:spPr>
          <a:xfrm>
            <a:off x="3206108" y="5919015"/>
            <a:ext cx="4661680" cy="752096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1" name="Google Shape;646;p25">
            <a:extLst>
              <a:ext uri="{FF2B5EF4-FFF2-40B4-BE49-F238E27FC236}">
                <a16:creationId xmlns:a16="http://schemas.microsoft.com/office/drawing/2014/main" id="{EA7640A7-0D35-1980-B330-9C107FE2FD18}"/>
              </a:ext>
            </a:extLst>
          </p:cNvPr>
          <p:cNvSpPr/>
          <p:nvPr/>
        </p:nvSpPr>
        <p:spPr>
          <a:xfrm>
            <a:off x="2821189" y="5838299"/>
            <a:ext cx="4661680" cy="752096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2" name="Google Shape;647;p25">
            <a:extLst>
              <a:ext uri="{FF2B5EF4-FFF2-40B4-BE49-F238E27FC236}">
                <a16:creationId xmlns:a16="http://schemas.microsoft.com/office/drawing/2014/main" id="{FF300D87-01DB-2A3F-3934-617E3097178C}"/>
              </a:ext>
            </a:extLst>
          </p:cNvPr>
          <p:cNvSpPr/>
          <p:nvPr/>
        </p:nvSpPr>
        <p:spPr>
          <a:xfrm>
            <a:off x="2278656" y="5757018"/>
            <a:ext cx="4661680" cy="752096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3" name="Google Shape;648;p25">
            <a:extLst>
              <a:ext uri="{FF2B5EF4-FFF2-40B4-BE49-F238E27FC236}">
                <a16:creationId xmlns:a16="http://schemas.microsoft.com/office/drawing/2014/main" id="{95F86CEE-E672-2994-8A5D-31B664D63FF8}"/>
              </a:ext>
            </a:extLst>
          </p:cNvPr>
          <p:cNvSpPr/>
          <p:nvPr/>
        </p:nvSpPr>
        <p:spPr>
          <a:xfrm>
            <a:off x="1981488" y="5720504"/>
            <a:ext cx="4661680" cy="752096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4" name="Google Shape;649;p25">
            <a:extLst>
              <a:ext uri="{FF2B5EF4-FFF2-40B4-BE49-F238E27FC236}">
                <a16:creationId xmlns:a16="http://schemas.microsoft.com/office/drawing/2014/main" id="{7623C9A9-66F2-E1D0-B4C6-DA07B124D126}"/>
              </a:ext>
            </a:extLst>
          </p:cNvPr>
          <p:cNvSpPr/>
          <p:nvPr/>
        </p:nvSpPr>
        <p:spPr>
          <a:xfrm>
            <a:off x="1791542" y="5645416"/>
            <a:ext cx="4661680" cy="752096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5" name="Google Shape;650;p25">
            <a:extLst>
              <a:ext uri="{FF2B5EF4-FFF2-40B4-BE49-F238E27FC236}">
                <a16:creationId xmlns:a16="http://schemas.microsoft.com/office/drawing/2014/main" id="{508DF63B-1E54-8ABA-14C5-6546531139D8}"/>
              </a:ext>
            </a:extLst>
          </p:cNvPr>
          <p:cNvSpPr/>
          <p:nvPr/>
        </p:nvSpPr>
        <p:spPr>
          <a:xfrm>
            <a:off x="5338740" y="4745708"/>
            <a:ext cx="1666477" cy="1041590"/>
          </a:xfrm>
          <a:prstGeom prst="roundRect">
            <a:avLst>
              <a:gd name="adj" fmla="val 16667"/>
            </a:avLst>
          </a:prstGeom>
          <a:solidFill>
            <a:srgbClr val="F7EBD9">
              <a:alpha val="9803"/>
            </a:srgbClr>
          </a:solidFill>
          <a:ln w="15875" cap="flat" cmpd="sng">
            <a:solidFill>
              <a:srgbClr val="000000">
                <a:alpha val="2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7" name="Google Shape;652;p25">
            <a:extLst>
              <a:ext uri="{FF2B5EF4-FFF2-40B4-BE49-F238E27FC236}">
                <a16:creationId xmlns:a16="http://schemas.microsoft.com/office/drawing/2014/main" id="{A53D2E54-E01B-04ED-3AD5-15C8A5235D90}"/>
              </a:ext>
            </a:extLst>
          </p:cNvPr>
          <p:cNvSpPr/>
          <p:nvPr/>
        </p:nvSpPr>
        <p:spPr>
          <a:xfrm>
            <a:off x="8956704" y="6131656"/>
            <a:ext cx="1883291" cy="741739"/>
          </a:xfrm>
          <a:prstGeom prst="roundRect">
            <a:avLst>
              <a:gd name="adj" fmla="val 16667"/>
            </a:avLst>
          </a:prstGeom>
          <a:solidFill>
            <a:srgbClr val="F7EBD9">
              <a:alpha val="9803"/>
            </a:srgbClr>
          </a:solidFill>
          <a:ln w="15875" cap="flat" cmpd="sng">
            <a:solidFill>
              <a:srgbClr val="000000">
                <a:alpha val="2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8" name="Google Shape;653;p25">
            <a:extLst>
              <a:ext uri="{FF2B5EF4-FFF2-40B4-BE49-F238E27FC236}">
                <a16:creationId xmlns:a16="http://schemas.microsoft.com/office/drawing/2014/main" id="{E6FFFE9F-D97E-3B5D-AD49-968AE61BC022}"/>
              </a:ext>
            </a:extLst>
          </p:cNvPr>
          <p:cNvSpPr txBox="1"/>
          <p:nvPr/>
        </p:nvSpPr>
        <p:spPr>
          <a:xfrm>
            <a:off x="9861287" y="6263189"/>
            <a:ext cx="15405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0</a:t>
            </a:r>
            <a:r>
              <a:rPr lang="en-US" sz="1800" b="1">
                <a:solidFill>
                  <a:srgbClr val="C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+5</a:t>
            </a:r>
            <a:r>
              <a:rPr lang="en-US" sz="1800" b="1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=5</a:t>
            </a:r>
            <a:endParaRPr/>
          </a:p>
        </p:txBody>
      </p:sp>
      <p:sp>
        <p:nvSpPr>
          <p:cNvPr id="10" name="Google Shape;625;p25">
            <a:extLst>
              <a:ext uri="{FF2B5EF4-FFF2-40B4-BE49-F238E27FC236}">
                <a16:creationId xmlns:a16="http://schemas.microsoft.com/office/drawing/2014/main" id="{DB57D2C5-5840-0160-72A3-50BD522F651A}"/>
              </a:ext>
            </a:extLst>
          </p:cNvPr>
          <p:cNvSpPr/>
          <p:nvPr/>
        </p:nvSpPr>
        <p:spPr>
          <a:xfrm>
            <a:off x="59333" y="2070741"/>
            <a:ext cx="12132667" cy="4813012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  <p:extLst>
      <p:ext uri="{BB962C8B-B14F-4D97-AF65-F5344CB8AC3E}">
        <p14:creationId xmlns:p14="http://schemas.microsoft.com/office/powerpoint/2010/main" val="9743289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8803F-2864-7A4A-DB55-547F2B72E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86A55-EC9D-FFE1-0219-4173F69EC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Google Shape;618;p25">
            <a:extLst>
              <a:ext uri="{FF2B5EF4-FFF2-40B4-BE49-F238E27FC236}">
                <a16:creationId xmlns:a16="http://schemas.microsoft.com/office/drawing/2014/main" id="{3DE5FED2-681F-437B-45BC-8C9E81D54D6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-1" b="54"/>
          <a:stretch/>
        </p:blipFill>
        <p:spPr>
          <a:xfrm>
            <a:off x="0" y="-1"/>
            <a:ext cx="12192000" cy="685347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621;p25">
            <a:extLst>
              <a:ext uri="{FF2B5EF4-FFF2-40B4-BE49-F238E27FC236}">
                <a16:creationId xmlns:a16="http://schemas.microsoft.com/office/drawing/2014/main" id="{F0194AD9-8DE4-B064-F44B-1D4DA9DF2B47}"/>
              </a:ext>
            </a:extLst>
          </p:cNvPr>
          <p:cNvSpPr/>
          <p:nvPr/>
        </p:nvSpPr>
        <p:spPr>
          <a:xfrm>
            <a:off x="6096000" y="0"/>
            <a:ext cx="2441418" cy="860079"/>
          </a:xfrm>
          <a:prstGeom prst="roundRect">
            <a:avLst>
              <a:gd name="adj" fmla="val 16667"/>
            </a:avLst>
          </a:prstGeom>
          <a:solidFill>
            <a:srgbClr val="F7EBD9">
              <a:alpha val="9803"/>
            </a:srgbClr>
          </a:solidFill>
          <a:ln w="15875" cap="flat" cmpd="sng">
            <a:solidFill>
              <a:srgbClr val="000000">
                <a:alpha val="2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7" name="Google Shape;622;p25">
            <a:extLst>
              <a:ext uri="{FF2B5EF4-FFF2-40B4-BE49-F238E27FC236}">
                <a16:creationId xmlns:a16="http://schemas.microsoft.com/office/drawing/2014/main" id="{99673C3B-4893-5809-7D86-77B15957B28E}"/>
              </a:ext>
            </a:extLst>
          </p:cNvPr>
          <p:cNvSpPr/>
          <p:nvPr/>
        </p:nvSpPr>
        <p:spPr>
          <a:xfrm>
            <a:off x="5204233" y="1210663"/>
            <a:ext cx="2441418" cy="860079"/>
          </a:xfrm>
          <a:prstGeom prst="roundRect">
            <a:avLst>
              <a:gd name="adj" fmla="val 16667"/>
            </a:avLst>
          </a:prstGeom>
          <a:solidFill>
            <a:srgbClr val="F7EBD9">
              <a:alpha val="9803"/>
            </a:srgbClr>
          </a:solidFill>
          <a:ln w="15875" cap="flat" cmpd="sng">
            <a:solidFill>
              <a:srgbClr val="000000">
                <a:alpha val="2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8" name="Google Shape;623;p25">
            <a:extLst>
              <a:ext uri="{FF2B5EF4-FFF2-40B4-BE49-F238E27FC236}">
                <a16:creationId xmlns:a16="http://schemas.microsoft.com/office/drawing/2014/main" id="{FD7E3CD9-DA6D-6E6E-9BFC-9667A0B5D4CA}"/>
              </a:ext>
            </a:extLst>
          </p:cNvPr>
          <p:cNvSpPr/>
          <p:nvPr/>
        </p:nvSpPr>
        <p:spPr>
          <a:xfrm>
            <a:off x="334147" y="1964601"/>
            <a:ext cx="3712752" cy="1348967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9" name="Google Shape;624;p25">
            <a:extLst>
              <a:ext uri="{FF2B5EF4-FFF2-40B4-BE49-F238E27FC236}">
                <a16:creationId xmlns:a16="http://schemas.microsoft.com/office/drawing/2014/main" id="{296F1368-A20F-EC09-8FE8-3C6712A00304}"/>
              </a:ext>
            </a:extLst>
          </p:cNvPr>
          <p:cNvSpPr/>
          <p:nvPr/>
        </p:nvSpPr>
        <p:spPr>
          <a:xfrm>
            <a:off x="9251132" y="1963611"/>
            <a:ext cx="2940868" cy="1348967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1" name="Google Shape;626;p25">
            <a:extLst>
              <a:ext uri="{FF2B5EF4-FFF2-40B4-BE49-F238E27FC236}">
                <a16:creationId xmlns:a16="http://schemas.microsoft.com/office/drawing/2014/main" id="{9662CFFC-4918-34A3-CF95-AE8C9EECF304}"/>
              </a:ext>
            </a:extLst>
          </p:cNvPr>
          <p:cNvSpPr/>
          <p:nvPr/>
        </p:nvSpPr>
        <p:spPr>
          <a:xfrm>
            <a:off x="7769572" y="3193890"/>
            <a:ext cx="4280589" cy="1206049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2" name="Google Shape;627;p25">
            <a:extLst>
              <a:ext uri="{FF2B5EF4-FFF2-40B4-BE49-F238E27FC236}">
                <a16:creationId xmlns:a16="http://schemas.microsoft.com/office/drawing/2014/main" id="{E41108C9-E4B9-73CE-1D41-0FE4E0C64EC5}"/>
              </a:ext>
            </a:extLst>
          </p:cNvPr>
          <p:cNvSpPr/>
          <p:nvPr/>
        </p:nvSpPr>
        <p:spPr>
          <a:xfrm>
            <a:off x="2666448" y="4414706"/>
            <a:ext cx="3429552" cy="1225604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3" name="Google Shape;628;p25">
            <a:extLst>
              <a:ext uri="{FF2B5EF4-FFF2-40B4-BE49-F238E27FC236}">
                <a16:creationId xmlns:a16="http://schemas.microsoft.com/office/drawing/2014/main" id="{46935056-F29E-D3CB-60D3-5AEF4EE27511}"/>
              </a:ext>
            </a:extLst>
          </p:cNvPr>
          <p:cNvSpPr/>
          <p:nvPr/>
        </p:nvSpPr>
        <p:spPr>
          <a:xfrm>
            <a:off x="2731330" y="4845161"/>
            <a:ext cx="3429552" cy="795148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4" name="Google Shape;629;p25">
            <a:extLst>
              <a:ext uri="{FF2B5EF4-FFF2-40B4-BE49-F238E27FC236}">
                <a16:creationId xmlns:a16="http://schemas.microsoft.com/office/drawing/2014/main" id="{8CB6F1D0-9799-5D18-7EC4-01FCA6DB858B}"/>
              </a:ext>
            </a:extLst>
          </p:cNvPr>
          <p:cNvSpPr/>
          <p:nvPr/>
        </p:nvSpPr>
        <p:spPr>
          <a:xfrm>
            <a:off x="6940336" y="4411374"/>
            <a:ext cx="5251664" cy="1218843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5" name="Google Shape;630;p25">
            <a:extLst>
              <a:ext uri="{FF2B5EF4-FFF2-40B4-BE49-F238E27FC236}">
                <a16:creationId xmlns:a16="http://schemas.microsoft.com/office/drawing/2014/main" id="{F16DEB71-421A-9F36-89B6-35FC20625672}"/>
              </a:ext>
            </a:extLst>
          </p:cNvPr>
          <p:cNvSpPr txBox="1"/>
          <p:nvPr/>
        </p:nvSpPr>
        <p:spPr>
          <a:xfrm>
            <a:off x="5279718" y="5076220"/>
            <a:ext cx="175788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</a:t>
            </a:r>
            <a:r>
              <a:rPr lang="en-US" sz="1800" b="1" dirty="0">
                <a:solidFill>
                  <a:srgbClr val="C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+4</a:t>
            </a:r>
            <a:r>
              <a:rPr lang="en-US" sz="1800" b="1" dirty="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=5</a:t>
            </a:r>
            <a:endParaRPr dirty="0"/>
          </a:p>
        </p:txBody>
      </p:sp>
      <p:sp>
        <p:nvSpPr>
          <p:cNvPr id="18" name="Google Shape;633;p25">
            <a:extLst>
              <a:ext uri="{FF2B5EF4-FFF2-40B4-BE49-F238E27FC236}">
                <a16:creationId xmlns:a16="http://schemas.microsoft.com/office/drawing/2014/main" id="{2938C401-CCF9-AEA6-46A2-46EC46931F54}"/>
              </a:ext>
            </a:extLst>
          </p:cNvPr>
          <p:cNvSpPr/>
          <p:nvPr/>
        </p:nvSpPr>
        <p:spPr>
          <a:xfrm>
            <a:off x="5484698" y="3488463"/>
            <a:ext cx="1209454" cy="1041590"/>
          </a:xfrm>
          <a:prstGeom prst="roundRect">
            <a:avLst>
              <a:gd name="adj" fmla="val 16667"/>
            </a:avLst>
          </a:prstGeom>
          <a:solidFill>
            <a:srgbClr val="F7EBD9">
              <a:alpha val="9803"/>
            </a:srgbClr>
          </a:solidFill>
          <a:ln w="15875" cap="flat" cmpd="sng">
            <a:solidFill>
              <a:srgbClr val="000000">
                <a:alpha val="2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9" name="Google Shape;634;p25">
            <a:extLst>
              <a:ext uri="{FF2B5EF4-FFF2-40B4-BE49-F238E27FC236}">
                <a16:creationId xmlns:a16="http://schemas.microsoft.com/office/drawing/2014/main" id="{ACA41190-4B9A-4545-4848-F468F1914EEA}"/>
              </a:ext>
            </a:extLst>
          </p:cNvPr>
          <p:cNvSpPr txBox="1"/>
          <p:nvPr/>
        </p:nvSpPr>
        <p:spPr>
          <a:xfrm>
            <a:off x="4381224" y="3776849"/>
            <a:ext cx="175788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</a:t>
            </a:r>
            <a:r>
              <a:rPr lang="en-U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+3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=5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20" name="Google Shape;635;p25">
            <a:extLst>
              <a:ext uri="{FF2B5EF4-FFF2-40B4-BE49-F238E27FC236}">
                <a16:creationId xmlns:a16="http://schemas.microsoft.com/office/drawing/2014/main" id="{584C59E9-8086-899F-1A87-F018DAD0728D}"/>
              </a:ext>
            </a:extLst>
          </p:cNvPr>
          <p:cNvSpPr txBox="1"/>
          <p:nvPr/>
        </p:nvSpPr>
        <p:spPr>
          <a:xfrm>
            <a:off x="7532102" y="3851779"/>
            <a:ext cx="175788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1+1+1+1</a:t>
            </a:r>
            <a:r>
              <a:rPr lang="en-U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+3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=7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24" name="Google Shape;639;p25">
            <a:extLst>
              <a:ext uri="{FF2B5EF4-FFF2-40B4-BE49-F238E27FC236}">
                <a16:creationId xmlns:a16="http://schemas.microsoft.com/office/drawing/2014/main" id="{2F3D95A7-A777-3E9A-AD6C-C6DBE916408B}"/>
              </a:ext>
            </a:extLst>
          </p:cNvPr>
          <p:cNvSpPr txBox="1"/>
          <p:nvPr/>
        </p:nvSpPr>
        <p:spPr>
          <a:xfrm>
            <a:off x="6944007" y="176542"/>
            <a:ext cx="171110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1+1+1+1+2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 5</a:t>
            </a:r>
            <a:endParaRPr/>
          </a:p>
        </p:txBody>
      </p:sp>
      <p:sp>
        <p:nvSpPr>
          <p:cNvPr id="25" name="Google Shape;640;p25">
            <a:extLst>
              <a:ext uri="{FF2B5EF4-FFF2-40B4-BE49-F238E27FC236}">
                <a16:creationId xmlns:a16="http://schemas.microsoft.com/office/drawing/2014/main" id="{2C31C260-4BE2-03A5-6656-A2AA19661164}"/>
              </a:ext>
            </a:extLst>
          </p:cNvPr>
          <p:cNvSpPr txBox="1"/>
          <p:nvPr/>
        </p:nvSpPr>
        <p:spPr>
          <a:xfrm>
            <a:off x="1229763" y="1424412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1+1+1+1+2</a:t>
            </a:r>
            <a:endParaRPr dirty="0">
              <a:solidFill>
                <a:srgbClr val="7030A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+1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=7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26" name="Google Shape;641;p25">
            <a:extLst>
              <a:ext uri="{FF2B5EF4-FFF2-40B4-BE49-F238E27FC236}">
                <a16:creationId xmlns:a16="http://schemas.microsoft.com/office/drawing/2014/main" id="{681F2403-D66E-A03C-59A9-8060DC922CC5}"/>
              </a:ext>
            </a:extLst>
          </p:cNvPr>
          <p:cNvSpPr txBox="1"/>
          <p:nvPr/>
        </p:nvSpPr>
        <p:spPr>
          <a:xfrm>
            <a:off x="5403409" y="1424411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1+1+2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C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+1</a:t>
            </a:r>
            <a:r>
              <a:rPr lang="en-US" sz="1800" b="1" dirty="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=5</a:t>
            </a:r>
            <a:endParaRPr dirty="0"/>
          </a:p>
        </p:txBody>
      </p:sp>
      <p:sp>
        <p:nvSpPr>
          <p:cNvPr id="27" name="Google Shape;642;p25">
            <a:extLst>
              <a:ext uri="{FF2B5EF4-FFF2-40B4-BE49-F238E27FC236}">
                <a16:creationId xmlns:a16="http://schemas.microsoft.com/office/drawing/2014/main" id="{B50C9221-E99D-601B-1CDF-D59B585D5659}"/>
              </a:ext>
            </a:extLst>
          </p:cNvPr>
          <p:cNvSpPr txBox="1"/>
          <p:nvPr/>
        </p:nvSpPr>
        <p:spPr>
          <a:xfrm>
            <a:off x="8347295" y="1424410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1+1+1+1+2</a:t>
            </a:r>
            <a:endParaRPr dirty="0">
              <a:solidFill>
                <a:srgbClr val="7030A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+1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=7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28" name="Google Shape;643;p25">
            <a:extLst>
              <a:ext uri="{FF2B5EF4-FFF2-40B4-BE49-F238E27FC236}">
                <a16:creationId xmlns:a16="http://schemas.microsoft.com/office/drawing/2014/main" id="{F9C97827-10F5-ECF4-6648-B982019DBFE1}"/>
              </a:ext>
            </a:extLst>
          </p:cNvPr>
          <p:cNvSpPr/>
          <p:nvPr/>
        </p:nvSpPr>
        <p:spPr>
          <a:xfrm>
            <a:off x="4446106" y="6131657"/>
            <a:ext cx="4661680" cy="752096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9" name="Google Shape;644;p25">
            <a:extLst>
              <a:ext uri="{FF2B5EF4-FFF2-40B4-BE49-F238E27FC236}">
                <a16:creationId xmlns:a16="http://schemas.microsoft.com/office/drawing/2014/main" id="{F3151AF1-1E48-AB8D-883D-8EBA86AEDBF0}"/>
              </a:ext>
            </a:extLst>
          </p:cNvPr>
          <p:cNvSpPr/>
          <p:nvPr/>
        </p:nvSpPr>
        <p:spPr>
          <a:xfrm>
            <a:off x="3842868" y="6012263"/>
            <a:ext cx="4661680" cy="752096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0" name="Google Shape;645;p25">
            <a:extLst>
              <a:ext uri="{FF2B5EF4-FFF2-40B4-BE49-F238E27FC236}">
                <a16:creationId xmlns:a16="http://schemas.microsoft.com/office/drawing/2014/main" id="{A8D14E5F-A5F4-8C31-E01A-FC216556778C}"/>
              </a:ext>
            </a:extLst>
          </p:cNvPr>
          <p:cNvSpPr/>
          <p:nvPr/>
        </p:nvSpPr>
        <p:spPr>
          <a:xfrm>
            <a:off x="3206108" y="5919015"/>
            <a:ext cx="4661680" cy="752096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1" name="Google Shape;646;p25">
            <a:extLst>
              <a:ext uri="{FF2B5EF4-FFF2-40B4-BE49-F238E27FC236}">
                <a16:creationId xmlns:a16="http://schemas.microsoft.com/office/drawing/2014/main" id="{15797219-6E0F-BC52-E4B1-A50625F16FB7}"/>
              </a:ext>
            </a:extLst>
          </p:cNvPr>
          <p:cNvSpPr/>
          <p:nvPr/>
        </p:nvSpPr>
        <p:spPr>
          <a:xfrm>
            <a:off x="2821189" y="5838299"/>
            <a:ext cx="4661680" cy="752096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2" name="Google Shape;647;p25">
            <a:extLst>
              <a:ext uri="{FF2B5EF4-FFF2-40B4-BE49-F238E27FC236}">
                <a16:creationId xmlns:a16="http://schemas.microsoft.com/office/drawing/2014/main" id="{999D73AF-EC05-D232-276D-F3FA14F0420F}"/>
              </a:ext>
            </a:extLst>
          </p:cNvPr>
          <p:cNvSpPr/>
          <p:nvPr/>
        </p:nvSpPr>
        <p:spPr>
          <a:xfrm>
            <a:off x="2278656" y="5757018"/>
            <a:ext cx="4661680" cy="752096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3" name="Google Shape;648;p25">
            <a:extLst>
              <a:ext uri="{FF2B5EF4-FFF2-40B4-BE49-F238E27FC236}">
                <a16:creationId xmlns:a16="http://schemas.microsoft.com/office/drawing/2014/main" id="{EEC24F09-DACE-53C0-4C6D-26129D670920}"/>
              </a:ext>
            </a:extLst>
          </p:cNvPr>
          <p:cNvSpPr/>
          <p:nvPr/>
        </p:nvSpPr>
        <p:spPr>
          <a:xfrm>
            <a:off x="1981488" y="5720504"/>
            <a:ext cx="4661680" cy="752096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4" name="Google Shape;649;p25">
            <a:extLst>
              <a:ext uri="{FF2B5EF4-FFF2-40B4-BE49-F238E27FC236}">
                <a16:creationId xmlns:a16="http://schemas.microsoft.com/office/drawing/2014/main" id="{86EB7BEF-2B30-7727-98B2-E4B3F3B44F64}"/>
              </a:ext>
            </a:extLst>
          </p:cNvPr>
          <p:cNvSpPr/>
          <p:nvPr/>
        </p:nvSpPr>
        <p:spPr>
          <a:xfrm>
            <a:off x="1791542" y="5645416"/>
            <a:ext cx="4661680" cy="752096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5" name="Google Shape;650;p25">
            <a:extLst>
              <a:ext uri="{FF2B5EF4-FFF2-40B4-BE49-F238E27FC236}">
                <a16:creationId xmlns:a16="http://schemas.microsoft.com/office/drawing/2014/main" id="{99430433-DD97-51EC-727B-FDEE43289B8D}"/>
              </a:ext>
            </a:extLst>
          </p:cNvPr>
          <p:cNvSpPr/>
          <p:nvPr/>
        </p:nvSpPr>
        <p:spPr>
          <a:xfrm>
            <a:off x="5338740" y="4745708"/>
            <a:ext cx="1666477" cy="1041590"/>
          </a:xfrm>
          <a:prstGeom prst="roundRect">
            <a:avLst>
              <a:gd name="adj" fmla="val 16667"/>
            </a:avLst>
          </a:prstGeom>
          <a:solidFill>
            <a:srgbClr val="F7EBD9">
              <a:alpha val="9803"/>
            </a:srgbClr>
          </a:solidFill>
          <a:ln w="15875" cap="flat" cmpd="sng">
            <a:solidFill>
              <a:srgbClr val="000000">
                <a:alpha val="2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7" name="Google Shape;652;p25">
            <a:extLst>
              <a:ext uri="{FF2B5EF4-FFF2-40B4-BE49-F238E27FC236}">
                <a16:creationId xmlns:a16="http://schemas.microsoft.com/office/drawing/2014/main" id="{6BDB50D1-D5E2-AD0B-7199-2991F98D8A4C}"/>
              </a:ext>
            </a:extLst>
          </p:cNvPr>
          <p:cNvSpPr/>
          <p:nvPr/>
        </p:nvSpPr>
        <p:spPr>
          <a:xfrm>
            <a:off x="8956704" y="6131656"/>
            <a:ext cx="1883291" cy="741739"/>
          </a:xfrm>
          <a:prstGeom prst="roundRect">
            <a:avLst>
              <a:gd name="adj" fmla="val 16667"/>
            </a:avLst>
          </a:prstGeom>
          <a:solidFill>
            <a:srgbClr val="F7EBD9">
              <a:alpha val="9803"/>
            </a:srgbClr>
          </a:solidFill>
          <a:ln w="15875" cap="flat" cmpd="sng">
            <a:solidFill>
              <a:srgbClr val="000000">
                <a:alpha val="2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8" name="Google Shape;653;p25">
            <a:extLst>
              <a:ext uri="{FF2B5EF4-FFF2-40B4-BE49-F238E27FC236}">
                <a16:creationId xmlns:a16="http://schemas.microsoft.com/office/drawing/2014/main" id="{2C661315-4A12-045C-1DD8-89EF508EFD44}"/>
              </a:ext>
            </a:extLst>
          </p:cNvPr>
          <p:cNvSpPr txBox="1"/>
          <p:nvPr/>
        </p:nvSpPr>
        <p:spPr>
          <a:xfrm>
            <a:off x="9861287" y="6263189"/>
            <a:ext cx="15405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0</a:t>
            </a:r>
            <a:r>
              <a:rPr lang="en-US" sz="1800" b="1">
                <a:solidFill>
                  <a:srgbClr val="C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+5</a:t>
            </a:r>
            <a:r>
              <a:rPr lang="en-US" sz="1800" b="1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=5</a:t>
            </a:r>
            <a:endParaRPr/>
          </a:p>
        </p:txBody>
      </p:sp>
      <p:sp>
        <p:nvSpPr>
          <p:cNvPr id="10" name="Google Shape;625;p25">
            <a:extLst>
              <a:ext uri="{FF2B5EF4-FFF2-40B4-BE49-F238E27FC236}">
                <a16:creationId xmlns:a16="http://schemas.microsoft.com/office/drawing/2014/main" id="{163B27AD-D004-B777-7E8C-BCD1BE66C494}"/>
              </a:ext>
            </a:extLst>
          </p:cNvPr>
          <p:cNvSpPr/>
          <p:nvPr/>
        </p:nvSpPr>
        <p:spPr>
          <a:xfrm>
            <a:off x="59333" y="3182455"/>
            <a:ext cx="12132667" cy="3701298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  <p:extLst>
      <p:ext uri="{BB962C8B-B14F-4D97-AF65-F5344CB8AC3E}">
        <p14:creationId xmlns:p14="http://schemas.microsoft.com/office/powerpoint/2010/main" val="3493697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2149F-85E7-6E57-2E43-A8808BCC7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D309F-7D15-8177-B9D8-ACCBACBF2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Google Shape;618;p25">
            <a:extLst>
              <a:ext uri="{FF2B5EF4-FFF2-40B4-BE49-F238E27FC236}">
                <a16:creationId xmlns:a16="http://schemas.microsoft.com/office/drawing/2014/main" id="{3F3C37DE-3CB4-7C90-88D4-E73D6DE1A90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-1" b="54"/>
          <a:stretch/>
        </p:blipFill>
        <p:spPr>
          <a:xfrm>
            <a:off x="0" y="-1"/>
            <a:ext cx="12192000" cy="685347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621;p25">
            <a:extLst>
              <a:ext uri="{FF2B5EF4-FFF2-40B4-BE49-F238E27FC236}">
                <a16:creationId xmlns:a16="http://schemas.microsoft.com/office/drawing/2014/main" id="{C581ADBC-0B64-AB0A-32D6-D37B53D83E1A}"/>
              </a:ext>
            </a:extLst>
          </p:cNvPr>
          <p:cNvSpPr/>
          <p:nvPr/>
        </p:nvSpPr>
        <p:spPr>
          <a:xfrm>
            <a:off x="6096000" y="0"/>
            <a:ext cx="2441418" cy="860079"/>
          </a:xfrm>
          <a:prstGeom prst="roundRect">
            <a:avLst>
              <a:gd name="adj" fmla="val 16667"/>
            </a:avLst>
          </a:prstGeom>
          <a:solidFill>
            <a:srgbClr val="F7EBD9">
              <a:alpha val="9803"/>
            </a:srgbClr>
          </a:solidFill>
          <a:ln w="15875" cap="flat" cmpd="sng">
            <a:solidFill>
              <a:srgbClr val="000000">
                <a:alpha val="2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7" name="Google Shape;622;p25">
            <a:extLst>
              <a:ext uri="{FF2B5EF4-FFF2-40B4-BE49-F238E27FC236}">
                <a16:creationId xmlns:a16="http://schemas.microsoft.com/office/drawing/2014/main" id="{3342C872-20A5-69DF-8DA4-021884A3EFF6}"/>
              </a:ext>
            </a:extLst>
          </p:cNvPr>
          <p:cNvSpPr/>
          <p:nvPr/>
        </p:nvSpPr>
        <p:spPr>
          <a:xfrm>
            <a:off x="5204233" y="1210663"/>
            <a:ext cx="2441418" cy="860079"/>
          </a:xfrm>
          <a:prstGeom prst="roundRect">
            <a:avLst>
              <a:gd name="adj" fmla="val 16667"/>
            </a:avLst>
          </a:prstGeom>
          <a:solidFill>
            <a:srgbClr val="F7EBD9">
              <a:alpha val="9803"/>
            </a:srgbClr>
          </a:solidFill>
          <a:ln w="15875" cap="flat" cmpd="sng">
            <a:solidFill>
              <a:srgbClr val="000000">
                <a:alpha val="2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8" name="Google Shape;623;p25">
            <a:extLst>
              <a:ext uri="{FF2B5EF4-FFF2-40B4-BE49-F238E27FC236}">
                <a16:creationId xmlns:a16="http://schemas.microsoft.com/office/drawing/2014/main" id="{56BC83A1-BFA6-3E38-A574-D1FF8515F8E6}"/>
              </a:ext>
            </a:extLst>
          </p:cNvPr>
          <p:cNvSpPr/>
          <p:nvPr/>
        </p:nvSpPr>
        <p:spPr>
          <a:xfrm>
            <a:off x="334147" y="1964601"/>
            <a:ext cx="3712752" cy="1348967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9" name="Google Shape;624;p25">
            <a:extLst>
              <a:ext uri="{FF2B5EF4-FFF2-40B4-BE49-F238E27FC236}">
                <a16:creationId xmlns:a16="http://schemas.microsoft.com/office/drawing/2014/main" id="{998D4E3F-687B-9E77-4344-0A4B19E49E34}"/>
              </a:ext>
            </a:extLst>
          </p:cNvPr>
          <p:cNvSpPr/>
          <p:nvPr/>
        </p:nvSpPr>
        <p:spPr>
          <a:xfrm>
            <a:off x="9251132" y="1963611"/>
            <a:ext cx="2940868" cy="1348967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1" name="Google Shape;626;p25">
            <a:extLst>
              <a:ext uri="{FF2B5EF4-FFF2-40B4-BE49-F238E27FC236}">
                <a16:creationId xmlns:a16="http://schemas.microsoft.com/office/drawing/2014/main" id="{B6A5A7EA-9B1D-2BAE-C602-CE8FC9A80810}"/>
              </a:ext>
            </a:extLst>
          </p:cNvPr>
          <p:cNvSpPr/>
          <p:nvPr/>
        </p:nvSpPr>
        <p:spPr>
          <a:xfrm>
            <a:off x="7769572" y="3193890"/>
            <a:ext cx="4280589" cy="1206049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2" name="Google Shape;627;p25">
            <a:extLst>
              <a:ext uri="{FF2B5EF4-FFF2-40B4-BE49-F238E27FC236}">
                <a16:creationId xmlns:a16="http://schemas.microsoft.com/office/drawing/2014/main" id="{6E8B72B5-458D-C909-3955-655CBF5F9639}"/>
              </a:ext>
            </a:extLst>
          </p:cNvPr>
          <p:cNvSpPr/>
          <p:nvPr/>
        </p:nvSpPr>
        <p:spPr>
          <a:xfrm>
            <a:off x="2666448" y="4414706"/>
            <a:ext cx="3429552" cy="1225604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3" name="Google Shape;628;p25">
            <a:extLst>
              <a:ext uri="{FF2B5EF4-FFF2-40B4-BE49-F238E27FC236}">
                <a16:creationId xmlns:a16="http://schemas.microsoft.com/office/drawing/2014/main" id="{3616E43A-2682-4B5C-6E23-4BE1EE3CD624}"/>
              </a:ext>
            </a:extLst>
          </p:cNvPr>
          <p:cNvSpPr/>
          <p:nvPr/>
        </p:nvSpPr>
        <p:spPr>
          <a:xfrm>
            <a:off x="2731330" y="4845161"/>
            <a:ext cx="3429552" cy="795148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4" name="Google Shape;629;p25">
            <a:extLst>
              <a:ext uri="{FF2B5EF4-FFF2-40B4-BE49-F238E27FC236}">
                <a16:creationId xmlns:a16="http://schemas.microsoft.com/office/drawing/2014/main" id="{F21A6E13-47E2-BED0-F070-3BAAB2BB0ED4}"/>
              </a:ext>
            </a:extLst>
          </p:cNvPr>
          <p:cNvSpPr/>
          <p:nvPr/>
        </p:nvSpPr>
        <p:spPr>
          <a:xfrm>
            <a:off x="6940336" y="4411374"/>
            <a:ext cx="5251664" cy="1218843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5" name="Google Shape;630;p25">
            <a:extLst>
              <a:ext uri="{FF2B5EF4-FFF2-40B4-BE49-F238E27FC236}">
                <a16:creationId xmlns:a16="http://schemas.microsoft.com/office/drawing/2014/main" id="{045E7A8B-1006-DFB3-2420-5C987E3648A3}"/>
              </a:ext>
            </a:extLst>
          </p:cNvPr>
          <p:cNvSpPr txBox="1"/>
          <p:nvPr/>
        </p:nvSpPr>
        <p:spPr>
          <a:xfrm>
            <a:off x="5279718" y="5076220"/>
            <a:ext cx="175788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</a:t>
            </a:r>
            <a:r>
              <a:rPr lang="en-US" sz="1800" b="1" dirty="0">
                <a:solidFill>
                  <a:srgbClr val="C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+4</a:t>
            </a:r>
            <a:r>
              <a:rPr lang="en-US" sz="1800" b="1" dirty="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=5</a:t>
            </a:r>
            <a:endParaRPr dirty="0"/>
          </a:p>
        </p:txBody>
      </p:sp>
      <p:sp>
        <p:nvSpPr>
          <p:cNvPr id="17" name="Google Shape;632;p25">
            <a:extLst>
              <a:ext uri="{FF2B5EF4-FFF2-40B4-BE49-F238E27FC236}">
                <a16:creationId xmlns:a16="http://schemas.microsoft.com/office/drawing/2014/main" id="{E56F9B8F-FC0A-58F4-3396-B710217AD161}"/>
              </a:ext>
            </a:extLst>
          </p:cNvPr>
          <p:cNvSpPr/>
          <p:nvPr/>
        </p:nvSpPr>
        <p:spPr>
          <a:xfrm>
            <a:off x="5339409" y="2440686"/>
            <a:ext cx="1865128" cy="860079"/>
          </a:xfrm>
          <a:prstGeom prst="roundRect">
            <a:avLst>
              <a:gd name="adj" fmla="val 16667"/>
            </a:avLst>
          </a:prstGeom>
          <a:solidFill>
            <a:srgbClr val="F7EBD9">
              <a:alpha val="9803"/>
            </a:srgbClr>
          </a:solidFill>
          <a:ln w="15875" cap="flat" cmpd="sng">
            <a:solidFill>
              <a:srgbClr val="000000">
                <a:alpha val="2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8" name="Google Shape;633;p25">
            <a:extLst>
              <a:ext uri="{FF2B5EF4-FFF2-40B4-BE49-F238E27FC236}">
                <a16:creationId xmlns:a16="http://schemas.microsoft.com/office/drawing/2014/main" id="{DF383268-BAAA-B8E1-0D3D-E420B514F73E}"/>
              </a:ext>
            </a:extLst>
          </p:cNvPr>
          <p:cNvSpPr/>
          <p:nvPr/>
        </p:nvSpPr>
        <p:spPr>
          <a:xfrm>
            <a:off x="5484698" y="3488463"/>
            <a:ext cx="1209454" cy="1041590"/>
          </a:xfrm>
          <a:prstGeom prst="roundRect">
            <a:avLst>
              <a:gd name="adj" fmla="val 16667"/>
            </a:avLst>
          </a:prstGeom>
          <a:solidFill>
            <a:srgbClr val="F7EBD9">
              <a:alpha val="9803"/>
            </a:srgbClr>
          </a:solidFill>
          <a:ln w="15875" cap="flat" cmpd="sng">
            <a:solidFill>
              <a:srgbClr val="000000">
                <a:alpha val="2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9" name="Google Shape;634;p25">
            <a:extLst>
              <a:ext uri="{FF2B5EF4-FFF2-40B4-BE49-F238E27FC236}">
                <a16:creationId xmlns:a16="http://schemas.microsoft.com/office/drawing/2014/main" id="{2905079D-8F54-08A0-EB89-29D80210301F}"/>
              </a:ext>
            </a:extLst>
          </p:cNvPr>
          <p:cNvSpPr txBox="1"/>
          <p:nvPr/>
        </p:nvSpPr>
        <p:spPr>
          <a:xfrm>
            <a:off x="4381224" y="3776849"/>
            <a:ext cx="175788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</a:t>
            </a:r>
            <a:r>
              <a:rPr lang="en-U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+3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=5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20" name="Google Shape;635;p25">
            <a:extLst>
              <a:ext uri="{FF2B5EF4-FFF2-40B4-BE49-F238E27FC236}">
                <a16:creationId xmlns:a16="http://schemas.microsoft.com/office/drawing/2014/main" id="{F9CF8791-9A93-931E-3545-A9F54B683AA6}"/>
              </a:ext>
            </a:extLst>
          </p:cNvPr>
          <p:cNvSpPr txBox="1"/>
          <p:nvPr/>
        </p:nvSpPr>
        <p:spPr>
          <a:xfrm>
            <a:off x="7532102" y="3851779"/>
            <a:ext cx="175788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1+1+1+1</a:t>
            </a:r>
            <a:r>
              <a:rPr lang="en-U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+3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=7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21" name="Google Shape;636;p25">
            <a:extLst>
              <a:ext uri="{FF2B5EF4-FFF2-40B4-BE49-F238E27FC236}">
                <a16:creationId xmlns:a16="http://schemas.microsoft.com/office/drawing/2014/main" id="{48F2F4C2-562A-DE00-6501-066C1C868B77}"/>
              </a:ext>
            </a:extLst>
          </p:cNvPr>
          <p:cNvSpPr txBox="1"/>
          <p:nvPr/>
        </p:nvSpPr>
        <p:spPr>
          <a:xfrm>
            <a:off x="3276600" y="2547560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2+1+2</a:t>
            </a:r>
            <a:endParaRPr dirty="0">
              <a:solidFill>
                <a:srgbClr val="7030A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+2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=7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22" name="Google Shape;637;p25">
            <a:extLst>
              <a:ext uri="{FF2B5EF4-FFF2-40B4-BE49-F238E27FC236}">
                <a16:creationId xmlns:a16="http://schemas.microsoft.com/office/drawing/2014/main" id="{ECAD3C86-DB39-29CE-88B3-3CA05259C8FE}"/>
              </a:ext>
            </a:extLst>
          </p:cNvPr>
          <p:cNvSpPr txBox="1"/>
          <p:nvPr/>
        </p:nvSpPr>
        <p:spPr>
          <a:xfrm>
            <a:off x="5493567" y="2547559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C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+2</a:t>
            </a:r>
            <a:r>
              <a:rPr lang="en-US" sz="1800" b="1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=5</a:t>
            </a:r>
            <a:endParaRPr/>
          </a:p>
        </p:txBody>
      </p:sp>
      <p:sp>
        <p:nvSpPr>
          <p:cNvPr id="23" name="Google Shape;638;p25">
            <a:extLst>
              <a:ext uri="{FF2B5EF4-FFF2-40B4-BE49-F238E27FC236}">
                <a16:creationId xmlns:a16="http://schemas.microsoft.com/office/drawing/2014/main" id="{3EDA6C58-DD6A-603F-C38C-51B90924F3EF}"/>
              </a:ext>
            </a:extLst>
          </p:cNvPr>
          <p:cNvSpPr txBox="1"/>
          <p:nvPr/>
        </p:nvSpPr>
        <p:spPr>
          <a:xfrm>
            <a:off x="7435720" y="2521864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1+1+1+2</a:t>
            </a:r>
            <a:endParaRPr dirty="0">
              <a:solidFill>
                <a:srgbClr val="7030A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+2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=7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24" name="Google Shape;639;p25">
            <a:extLst>
              <a:ext uri="{FF2B5EF4-FFF2-40B4-BE49-F238E27FC236}">
                <a16:creationId xmlns:a16="http://schemas.microsoft.com/office/drawing/2014/main" id="{F8ACA25C-79B2-BF33-A7C5-5CDF6A174801}"/>
              </a:ext>
            </a:extLst>
          </p:cNvPr>
          <p:cNvSpPr txBox="1"/>
          <p:nvPr/>
        </p:nvSpPr>
        <p:spPr>
          <a:xfrm>
            <a:off x="6944007" y="176542"/>
            <a:ext cx="171110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1+1+1+1+2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 5</a:t>
            </a:r>
            <a:endParaRPr/>
          </a:p>
        </p:txBody>
      </p:sp>
      <p:sp>
        <p:nvSpPr>
          <p:cNvPr id="25" name="Google Shape;640;p25">
            <a:extLst>
              <a:ext uri="{FF2B5EF4-FFF2-40B4-BE49-F238E27FC236}">
                <a16:creationId xmlns:a16="http://schemas.microsoft.com/office/drawing/2014/main" id="{8D57D8A2-4106-E0D8-BA6C-1E91F0DDEBBE}"/>
              </a:ext>
            </a:extLst>
          </p:cNvPr>
          <p:cNvSpPr txBox="1"/>
          <p:nvPr/>
        </p:nvSpPr>
        <p:spPr>
          <a:xfrm>
            <a:off x="1229763" y="1424412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1+1+1+1+2</a:t>
            </a:r>
            <a:endParaRPr dirty="0">
              <a:solidFill>
                <a:srgbClr val="7030A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+1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=7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26" name="Google Shape;641;p25">
            <a:extLst>
              <a:ext uri="{FF2B5EF4-FFF2-40B4-BE49-F238E27FC236}">
                <a16:creationId xmlns:a16="http://schemas.microsoft.com/office/drawing/2014/main" id="{8C1906F6-2D62-7235-CCF6-CA0E8D279045}"/>
              </a:ext>
            </a:extLst>
          </p:cNvPr>
          <p:cNvSpPr txBox="1"/>
          <p:nvPr/>
        </p:nvSpPr>
        <p:spPr>
          <a:xfrm>
            <a:off x="5403409" y="1424411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1+1+2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C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+1</a:t>
            </a:r>
            <a:r>
              <a:rPr lang="en-US" sz="1800" b="1" dirty="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=5</a:t>
            </a:r>
            <a:endParaRPr dirty="0"/>
          </a:p>
        </p:txBody>
      </p:sp>
      <p:sp>
        <p:nvSpPr>
          <p:cNvPr id="27" name="Google Shape;642;p25">
            <a:extLst>
              <a:ext uri="{FF2B5EF4-FFF2-40B4-BE49-F238E27FC236}">
                <a16:creationId xmlns:a16="http://schemas.microsoft.com/office/drawing/2014/main" id="{A87B8194-5F88-DA7C-3DD9-06A67D285358}"/>
              </a:ext>
            </a:extLst>
          </p:cNvPr>
          <p:cNvSpPr txBox="1"/>
          <p:nvPr/>
        </p:nvSpPr>
        <p:spPr>
          <a:xfrm>
            <a:off x="8347295" y="1424410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1+1+1+1+2</a:t>
            </a:r>
            <a:endParaRPr dirty="0">
              <a:solidFill>
                <a:srgbClr val="7030A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+1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=7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28" name="Google Shape;643;p25">
            <a:extLst>
              <a:ext uri="{FF2B5EF4-FFF2-40B4-BE49-F238E27FC236}">
                <a16:creationId xmlns:a16="http://schemas.microsoft.com/office/drawing/2014/main" id="{52607502-3700-FAF5-AEFB-47E2F53C35DF}"/>
              </a:ext>
            </a:extLst>
          </p:cNvPr>
          <p:cNvSpPr/>
          <p:nvPr/>
        </p:nvSpPr>
        <p:spPr>
          <a:xfrm>
            <a:off x="4446106" y="6131657"/>
            <a:ext cx="4661680" cy="752096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9" name="Google Shape;644;p25">
            <a:extLst>
              <a:ext uri="{FF2B5EF4-FFF2-40B4-BE49-F238E27FC236}">
                <a16:creationId xmlns:a16="http://schemas.microsoft.com/office/drawing/2014/main" id="{E9CD489A-24EB-CF21-0598-622289BCCD79}"/>
              </a:ext>
            </a:extLst>
          </p:cNvPr>
          <p:cNvSpPr/>
          <p:nvPr/>
        </p:nvSpPr>
        <p:spPr>
          <a:xfrm>
            <a:off x="3842868" y="6012263"/>
            <a:ext cx="4661680" cy="752096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0" name="Google Shape;645;p25">
            <a:extLst>
              <a:ext uri="{FF2B5EF4-FFF2-40B4-BE49-F238E27FC236}">
                <a16:creationId xmlns:a16="http://schemas.microsoft.com/office/drawing/2014/main" id="{A2AE6D4B-ADA2-C876-48BD-34BFD66C5536}"/>
              </a:ext>
            </a:extLst>
          </p:cNvPr>
          <p:cNvSpPr/>
          <p:nvPr/>
        </p:nvSpPr>
        <p:spPr>
          <a:xfrm>
            <a:off x="3206108" y="5919015"/>
            <a:ext cx="4661680" cy="752096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1" name="Google Shape;646;p25">
            <a:extLst>
              <a:ext uri="{FF2B5EF4-FFF2-40B4-BE49-F238E27FC236}">
                <a16:creationId xmlns:a16="http://schemas.microsoft.com/office/drawing/2014/main" id="{99127830-FC54-664D-0964-E81D671F7F74}"/>
              </a:ext>
            </a:extLst>
          </p:cNvPr>
          <p:cNvSpPr/>
          <p:nvPr/>
        </p:nvSpPr>
        <p:spPr>
          <a:xfrm>
            <a:off x="2821189" y="5838299"/>
            <a:ext cx="4661680" cy="752096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2" name="Google Shape;647;p25">
            <a:extLst>
              <a:ext uri="{FF2B5EF4-FFF2-40B4-BE49-F238E27FC236}">
                <a16:creationId xmlns:a16="http://schemas.microsoft.com/office/drawing/2014/main" id="{1A28E9D1-438F-3335-9DC8-01F76204EB84}"/>
              </a:ext>
            </a:extLst>
          </p:cNvPr>
          <p:cNvSpPr/>
          <p:nvPr/>
        </p:nvSpPr>
        <p:spPr>
          <a:xfrm>
            <a:off x="2278656" y="5757018"/>
            <a:ext cx="4661680" cy="752096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3" name="Google Shape;648;p25">
            <a:extLst>
              <a:ext uri="{FF2B5EF4-FFF2-40B4-BE49-F238E27FC236}">
                <a16:creationId xmlns:a16="http://schemas.microsoft.com/office/drawing/2014/main" id="{734567AF-310F-7DF7-3CAB-B814559FB0B2}"/>
              </a:ext>
            </a:extLst>
          </p:cNvPr>
          <p:cNvSpPr/>
          <p:nvPr/>
        </p:nvSpPr>
        <p:spPr>
          <a:xfrm>
            <a:off x="1981488" y="5720504"/>
            <a:ext cx="4661680" cy="752096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4" name="Google Shape;649;p25">
            <a:extLst>
              <a:ext uri="{FF2B5EF4-FFF2-40B4-BE49-F238E27FC236}">
                <a16:creationId xmlns:a16="http://schemas.microsoft.com/office/drawing/2014/main" id="{488C4419-A25D-D7D4-685E-7AD7005E5335}"/>
              </a:ext>
            </a:extLst>
          </p:cNvPr>
          <p:cNvSpPr/>
          <p:nvPr/>
        </p:nvSpPr>
        <p:spPr>
          <a:xfrm>
            <a:off x="1791542" y="5645416"/>
            <a:ext cx="4661680" cy="752096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5" name="Google Shape;650;p25">
            <a:extLst>
              <a:ext uri="{FF2B5EF4-FFF2-40B4-BE49-F238E27FC236}">
                <a16:creationId xmlns:a16="http://schemas.microsoft.com/office/drawing/2014/main" id="{07383BF0-990B-9A8B-FAC0-6246CD946D2B}"/>
              </a:ext>
            </a:extLst>
          </p:cNvPr>
          <p:cNvSpPr/>
          <p:nvPr/>
        </p:nvSpPr>
        <p:spPr>
          <a:xfrm>
            <a:off x="5338740" y="4745708"/>
            <a:ext cx="1666477" cy="1041590"/>
          </a:xfrm>
          <a:prstGeom prst="roundRect">
            <a:avLst>
              <a:gd name="adj" fmla="val 16667"/>
            </a:avLst>
          </a:prstGeom>
          <a:solidFill>
            <a:srgbClr val="F7EBD9">
              <a:alpha val="9803"/>
            </a:srgbClr>
          </a:solidFill>
          <a:ln w="15875" cap="flat" cmpd="sng">
            <a:solidFill>
              <a:srgbClr val="000000">
                <a:alpha val="2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7" name="Google Shape;652;p25">
            <a:extLst>
              <a:ext uri="{FF2B5EF4-FFF2-40B4-BE49-F238E27FC236}">
                <a16:creationId xmlns:a16="http://schemas.microsoft.com/office/drawing/2014/main" id="{9A0579E9-B9EF-11AC-9112-3FCCE901C019}"/>
              </a:ext>
            </a:extLst>
          </p:cNvPr>
          <p:cNvSpPr/>
          <p:nvPr/>
        </p:nvSpPr>
        <p:spPr>
          <a:xfrm>
            <a:off x="8956704" y="6131656"/>
            <a:ext cx="1883291" cy="741739"/>
          </a:xfrm>
          <a:prstGeom prst="roundRect">
            <a:avLst>
              <a:gd name="adj" fmla="val 16667"/>
            </a:avLst>
          </a:prstGeom>
          <a:solidFill>
            <a:srgbClr val="F7EBD9">
              <a:alpha val="9803"/>
            </a:srgbClr>
          </a:solidFill>
          <a:ln w="15875" cap="flat" cmpd="sng">
            <a:solidFill>
              <a:srgbClr val="000000">
                <a:alpha val="2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8" name="Google Shape;653;p25">
            <a:extLst>
              <a:ext uri="{FF2B5EF4-FFF2-40B4-BE49-F238E27FC236}">
                <a16:creationId xmlns:a16="http://schemas.microsoft.com/office/drawing/2014/main" id="{D125BFC5-DAD0-2CAF-CB36-FF86C54C99B9}"/>
              </a:ext>
            </a:extLst>
          </p:cNvPr>
          <p:cNvSpPr txBox="1"/>
          <p:nvPr/>
        </p:nvSpPr>
        <p:spPr>
          <a:xfrm>
            <a:off x="9861287" y="6263189"/>
            <a:ext cx="15405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0</a:t>
            </a:r>
            <a:r>
              <a:rPr lang="en-US" sz="1800" b="1">
                <a:solidFill>
                  <a:srgbClr val="C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+5</a:t>
            </a:r>
            <a:r>
              <a:rPr lang="en-US" sz="1800" b="1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=5</a:t>
            </a:r>
            <a:endParaRPr/>
          </a:p>
        </p:txBody>
      </p:sp>
      <p:sp>
        <p:nvSpPr>
          <p:cNvPr id="10" name="Google Shape;625;p25">
            <a:extLst>
              <a:ext uri="{FF2B5EF4-FFF2-40B4-BE49-F238E27FC236}">
                <a16:creationId xmlns:a16="http://schemas.microsoft.com/office/drawing/2014/main" id="{5AA9D4E6-2DB9-E36E-BAD3-6D484BC0791C}"/>
              </a:ext>
            </a:extLst>
          </p:cNvPr>
          <p:cNvSpPr/>
          <p:nvPr/>
        </p:nvSpPr>
        <p:spPr>
          <a:xfrm>
            <a:off x="59333" y="3182455"/>
            <a:ext cx="12132667" cy="3701298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  <p:extLst>
      <p:ext uri="{BB962C8B-B14F-4D97-AF65-F5344CB8AC3E}">
        <p14:creationId xmlns:p14="http://schemas.microsoft.com/office/powerpoint/2010/main" val="9353455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5407E-EFD0-32EB-5143-075D054D0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E37A9-4EBB-C604-303F-F5D1AFA0C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Google Shape;618;p25">
            <a:extLst>
              <a:ext uri="{FF2B5EF4-FFF2-40B4-BE49-F238E27FC236}">
                <a16:creationId xmlns:a16="http://schemas.microsoft.com/office/drawing/2014/main" id="{613EDB9B-5675-99BA-EDF6-ACCE3224C33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-1" b="54"/>
          <a:stretch/>
        </p:blipFill>
        <p:spPr>
          <a:xfrm>
            <a:off x="0" y="-1"/>
            <a:ext cx="12192000" cy="685347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621;p25">
            <a:extLst>
              <a:ext uri="{FF2B5EF4-FFF2-40B4-BE49-F238E27FC236}">
                <a16:creationId xmlns:a16="http://schemas.microsoft.com/office/drawing/2014/main" id="{B65CA8D6-8552-8F95-0143-CFEC8E04502D}"/>
              </a:ext>
            </a:extLst>
          </p:cNvPr>
          <p:cNvSpPr/>
          <p:nvPr/>
        </p:nvSpPr>
        <p:spPr>
          <a:xfrm>
            <a:off x="6096000" y="0"/>
            <a:ext cx="2441418" cy="860079"/>
          </a:xfrm>
          <a:prstGeom prst="roundRect">
            <a:avLst>
              <a:gd name="adj" fmla="val 16667"/>
            </a:avLst>
          </a:prstGeom>
          <a:solidFill>
            <a:srgbClr val="F7EBD9">
              <a:alpha val="9803"/>
            </a:srgbClr>
          </a:solidFill>
          <a:ln w="15875" cap="flat" cmpd="sng">
            <a:solidFill>
              <a:srgbClr val="000000">
                <a:alpha val="2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7" name="Google Shape;622;p25">
            <a:extLst>
              <a:ext uri="{FF2B5EF4-FFF2-40B4-BE49-F238E27FC236}">
                <a16:creationId xmlns:a16="http://schemas.microsoft.com/office/drawing/2014/main" id="{767C449C-9008-3D68-0EE6-1140668BE3EB}"/>
              </a:ext>
            </a:extLst>
          </p:cNvPr>
          <p:cNvSpPr/>
          <p:nvPr/>
        </p:nvSpPr>
        <p:spPr>
          <a:xfrm>
            <a:off x="5204233" y="1210663"/>
            <a:ext cx="2441418" cy="860079"/>
          </a:xfrm>
          <a:prstGeom prst="roundRect">
            <a:avLst>
              <a:gd name="adj" fmla="val 16667"/>
            </a:avLst>
          </a:prstGeom>
          <a:solidFill>
            <a:srgbClr val="F7EBD9">
              <a:alpha val="9803"/>
            </a:srgbClr>
          </a:solidFill>
          <a:ln w="15875" cap="flat" cmpd="sng">
            <a:solidFill>
              <a:srgbClr val="000000">
                <a:alpha val="2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8" name="Google Shape;623;p25">
            <a:extLst>
              <a:ext uri="{FF2B5EF4-FFF2-40B4-BE49-F238E27FC236}">
                <a16:creationId xmlns:a16="http://schemas.microsoft.com/office/drawing/2014/main" id="{0D3D313E-5203-4C7A-A1C8-F954979D66D0}"/>
              </a:ext>
            </a:extLst>
          </p:cNvPr>
          <p:cNvSpPr/>
          <p:nvPr/>
        </p:nvSpPr>
        <p:spPr>
          <a:xfrm>
            <a:off x="334147" y="1964601"/>
            <a:ext cx="3712752" cy="1348967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9" name="Google Shape;624;p25">
            <a:extLst>
              <a:ext uri="{FF2B5EF4-FFF2-40B4-BE49-F238E27FC236}">
                <a16:creationId xmlns:a16="http://schemas.microsoft.com/office/drawing/2014/main" id="{D220C511-DCD6-60FA-2F99-1C148AE155B3}"/>
              </a:ext>
            </a:extLst>
          </p:cNvPr>
          <p:cNvSpPr/>
          <p:nvPr/>
        </p:nvSpPr>
        <p:spPr>
          <a:xfrm>
            <a:off x="9251132" y="1963611"/>
            <a:ext cx="2940868" cy="1348967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1" name="Google Shape;626;p25">
            <a:extLst>
              <a:ext uri="{FF2B5EF4-FFF2-40B4-BE49-F238E27FC236}">
                <a16:creationId xmlns:a16="http://schemas.microsoft.com/office/drawing/2014/main" id="{A3D10505-4632-A32D-208E-11491E939285}"/>
              </a:ext>
            </a:extLst>
          </p:cNvPr>
          <p:cNvSpPr/>
          <p:nvPr/>
        </p:nvSpPr>
        <p:spPr>
          <a:xfrm>
            <a:off x="7769572" y="3193890"/>
            <a:ext cx="4280589" cy="1206049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2" name="Google Shape;627;p25">
            <a:extLst>
              <a:ext uri="{FF2B5EF4-FFF2-40B4-BE49-F238E27FC236}">
                <a16:creationId xmlns:a16="http://schemas.microsoft.com/office/drawing/2014/main" id="{FB587A62-4767-BB99-99A9-A3DF06AD63F2}"/>
              </a:ext>
            </a:extLst>
          </p:cNvPr>
          <p:cNvSpPr/>
          <p:nvPr/>
        </p:nvSpPr>
        <p:spPr>
          <a:xfrm>
            <a:off x="2666448" y="4414706"/>
            <a:ext cx="3429552" cy="1225604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3" name="Google Shape;628;p25">
            <a:extLst>
              <a:ext uri="{FF2B5EF4-FFF2-40B4-BE49-F238E27FC236}">
                <a16:creationId xmlns:a16="http://schemas.microsoft.com/office/drawing/2014/main" id="{523F2DDB-C2D3-2049-1BEE-6CC7E07230E6}"/>
              </a:ext>
            </a:extLst>
          </p:cNvPr>
          <p:cNvSpPr/>
          <p:nvPr/>
        </p:nvSpPr>
        <p:spPr>
          <a:xfrm>
            <a:off x="2731330" y="4845161"/>
            <a:ext cx="3429552" cy="795148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4" name="Google Shape;629;p25">
            <a:extLst>
              <a:ext uri="{FF2B5EF4-FFF2-40B4-BE49-F238E27FC236}">
                <a16:creationId xmlns:a16="http://schemas.microsoft.com/office/drawing/2014/main" id="{1D7A110B-BE63-301F-6743-3360E9A81F9A}"/>
              </a:ext>
            </a:extLst>
          </p:cNvPr>
          <p:cNvSpPr/>
          <p:nvPr/>
        </p:nvSpPr>
        <p:spPr>
          <a:xfrm>
            <a:off x="6940336" y="4411374"/>
            <a:ext cx="5251664" cy="1218843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5" name="Google Shape;630;p25">
            <a:extLst>
              <a:ext uri="{FF2B5EF4-FFF2-40B4-BE49-F238E27FC236}">
                <a16:creationId xmlns:a16="http://schemas.microsoft.com/office/drawing/2014/main" id="{1814ACFB-7B71-32CB-93F6-3DB8D80A9D79}"/>
              </a:ext>
            </a:extLst>
          </p:cNvPr>
          <p:cNvSpPr txBox="1"/>
          <p:nvPr/>
        </p:nvSpPr>
        <p:spPr>
          <a:xfrm>
            <a:off x="5279718" y="5076220"/>
            <a:ext cx="175788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</a:t>
            </a:r>
            <a:r>
              <a:rPr lang="en-US" sz="1800" b="1" dirty="0">
                <a:solidFill>
                  <a:srgbClr val="C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+4</a:t>
            </a:r>
            <a:r>
              <a:rPr lang="en-US" sz="1800" b="1" dirty="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=5</a:t>
            </a:r>
            <a:endParaRPr dirty="0"/>
          </a:p>
        </p:txBody>
      </p:sp>
      <p:sp>
        <p:nvSpPr>
          <p:cNvPr id="17" name="Google Shape;632;p25">
            <a:extLst>
              <a:ext uri="{FF2B5EF4-FFF2-40B4-BE49-F238E27FC236}">
                <a16:creationId xmlns:a16="http://schemas.microsoft.com/office/drawing/2014/main" id="{60E88A7D-485F-C45E-E4DA-59A7DEB6D655}"/>
              </a:ext>
            </a:extLst>
          </p:cNvPr>
          <p:cNvSpPr/>
          <p:nvPr/>
        </p:nvSpPr>
        <p:spPr>
          <a:xfrm>
            <a:off x="5339409" y="2440686"/>
            <a:ext cx="1865128" cy="860079"/>
          </a:xfrm>
          <a:prstGeom prst="roundRect">
            <a:avLst>
              <a:gd name="adj" fmla="val 16667"/>
            </a:avLst>
          </a:prstGeom>
          <a:solidFill>
            <a:srgbClr val="F7EBD9">
              <a:alpha val="9803"/>
            </a:srgbClr>
          </a:solidFill>
          <a:ln w="15875" cap="flat" cmpd="sng">
            <a:solidFill>
              <a:srgbClr val="000000">
                <a:alpha val="2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8" name="Google Shape;633;p25">
            <a:extLst>
              <a:ext uri="{FF2B5EF4-FFF2-40B4-BE49-F238E27FC236}">
                <a16:creationId xmlns:a16="http://schemas.microsoft.com/office/drawing/2014/main" id="{4F1D354D-AB06-209D-960F-CD48664A2701}"/>
              </a:ext>
            </a:extLst>
          </p:cNvPr>
          <p:cNvSpPr/>
          <p:nvPr/>
        </p:nvSpPr>
        <p:spPr>
          <a:xfrm>
            <a:off x="5484698" y="3488463"/>
            <a:ext cx="1209454" cy="1041590"/>
          </a:xfrm>
          <a:prstGeom prst="roundRect">
            <a:avLst>
              <a:gd name="adj" fmla="val 16667"/>
            </a:avLst>
          </a:prstGeom>
          <a:solidFill>
            <a:srgbClr val="F7EBD9">
              <a:alpha val="9803"/>
            </a:srgbClr>
          </a:solidFill>
          <a:ln w="15875" cap="flat" cmpd="sng">
            <a:solidFill>
              <a:srgbClr val="000000">
                <a:alpha val="2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9" name="Google Shape;634;p25">
            <a:extLst>
              <a:ext uri="{FF2B5EF4-FFF2-40B4-BE49-F238E27FC236}">
                <a16:creationId xmlns:a16="http://schemas.microsoft.com/office/drawing/2014/main" id="{2DFF43F2-DCA2-967E-3F07-063DE541866F}"/>
              </a:ext>
            </a:extLst>
          </p:cNvPr>
          <p:cNvSpPr txBox="1"/>
          <p:nvPr/>
        </p:nvSpPr>
        <p:spPr>
          <a:xfrm>
            <a:off x="4381224" y="3776849"/>
            <a:ext cx="175788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</a:t>
            </a:r>
            <a:r>
              <a:rPr lang="en-U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+3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=5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20" name="Google Shape;635;p25">
            <a:extLst>
              <a:ext uri="{FF2B5EF4-FFF2-40B4-BE49-F238E27FC236}">
                <a16:creationId xmlns:a16="http://schemas.microsoft.com/office/drawing/2014/main" id="{E8142F52-BB5C-1B7C-30AA-CF42810CE0DB}"/>
              </a:ext>
            </a:extLst>
          </p:cNvPr>
          <p:cNvSpPr txBox="1"/>
          <p:nvPr/>
        </p:nvSpPr>
        <p:spPr>
          <a:xfrm>
            <a:off x="7532102" y="3851779"/>
            <a:ext cx="175788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1+1+1+1</a:t>
            </a:r>
            <a:r>
              <a:rPr lang="en-U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+3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=7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21" name="Google Shape;636;p25">
            <a:extLst>
              <a:ext uri="{FF2B5EF4-FFF2-40B4-BE49-F238E27FC236}">
                <a16:creationId xmlns:a16="http://schemas.microsoft.com/office/drawing/2014/main" id="{E8569940-F62F-6C64-2215-902433461E29}"/>
              </a:ext>
            </a:extLst>
          </p:cNvPr>
          <p:cNvSpPr txBox="1"/>
          <p:nvPr/>
        </p:nvSpPr>
        <p:spPr>
          <a:xfrm>
            <a:off x="3276600" y="2547560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2+1+2</a:t>
            </a:r>
            <a:endParaRPr dirty="0">
              <a:solidFill>
                <a:srgbClr val="7030A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+2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=7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22" name="Google Shape;637;p25">
            <a:extLst>
              <a:ext uri="{FF2B5EF4-FFF2-40B4-BE49-F238E27FC236}">
                <a16:creationId xmlns:a16="http://schemas.microsoft.com/office/drawing/2014/main" id="{453D8D7B-91F4-7E97-5596-927103DF42D8}"/>
              </a:ext>
            </a:extLst>
          </p:cNvPr>
          <p:cNvSpPr txBox="1"/>
          <p:nvPr/>
        </p:nvSpPr>
        <p:spPr>
          <a:xfrm>
            <a:off x="5493567" y="2547559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C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+2</a:t>
            </a:r>
            <a:r>
              <a:rPr lang="en-US" sz="1800" b="1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=5</a:t>
            </a:r>
            <a:endParaRPr/>
          </a:p>
        </p:txBody>
      </p:sp>
      <p:sp>
        <p:nvSpPr>
          <p:cNvPr id="23" name="Google Shape;638;p25">
            <a:extLst>
              <a:ext uri="{FF2B5EF4-FFF2-40B4-BE49-F238E27FC236}">
                <a16:creationId xmlns:a16="http://schemas.microsoft.com/office/drawing/2014/main" id="{6F765D55-681C-10C2-D10D-6406BC5A3737}"/>
              </a:ext>
            </a:extLst>
          </p:cNvPr>
          <p:cNvSpPr txBox="1"/>
          <p:nvPr/>
        </p:nvSpPr>
        <p:spPr>
          <a:xfrm>
            <a:off x="7435720" y="2521864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1+1+1+2</a:t>
            </a:r>
            <a:endParaRPr dirty="0">
              <a:solidFill>
                <a:srgbClr val="7030A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+2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=7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24" name="Google Shape;639;p25">
            <a:extLst>
              <a:ext uri="{FF2B5EF4-FFF2-40B4-BE49-F238E27FC236}">
                <a16:creationId xmlns:a16="http://schemas.microsoft.com/office/drawing/2014/main" id="{A3F65995-90D7-0134-F235-7112F63C62BA}"/>
              </a:ext>
            </a:extLst>
          </p:cNvPr>
          <p:cNvSpPr txBox="1"/>
          <p:nvPr/>
        </p:nvSpPr>
        <p:spPr>
          <a:xfrm>
            <a:off x="6944007" y="176542"/>
            <a:ext cx="171110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1+1+1+1+2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 5</a:t>
            </a:r>
            <a:endParaRPr/>
          </a:p>
        </p:txBody>
      </p:sp>
      <p:sp>
        <p:nvSpPr>
          <p:cNvPr id="25" name="Google Shape;640;p25">
            <a:extLst>
              <a:ext uri="{FF2B5EF4-FFF2-40B4-BE49-F238E27FC236}">
                <a16:creationId xmlns:a16="http://schemas.microsoft.com/office/drawing/2014/main" id="{94C54903-02DD-F31D-8C67-7768E0EF0BA6}"/>
              </a:ext>
            </a:extLst>
          </p:cNvPr>
          <p:cNvSpPr txBox="1"/>
          <p:nvPr/>
        </p:nvSpPr>
        <p:spPr>
          <a:xfrm>
            <a:off x="1229763" y="1424412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1+1+1+1+2</a:t>
            </a:r>
            <a:endParaRPr dirty="0">
              <a:solidFill>
                <a:srgbClr val="7030A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+1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=7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26" name="Google Shape;641;p25">
            <a:extLst>
              <a:ext uri="{FF2B5EF4-FFF2-40B4-BE49-F238E27FC236}">
                <a16:creationId xmlns:a16="http://schemas.microsoft.com/office/drawing/2014/main" id="{604B7C0C-EF16-F7AA-659E-51129044DF19}"/>
              </a:ext>
            </a:extLst>
          </p:cNvPr>
          <p:cNvSpPr txBox="1"/>
          <p:nvPr/>
        </p:nvSpPr>
        <p:spPr>
          <a:xfrm>
            <a:off x="5403409" y="1424411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1+1+2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C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+1</a:t>
            </a:r>
            <a:r>
              <a:rPr lang="en-US" sz="1800" b="1" dirty="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=5</a:t>
            </a:r>
            <a:endParaRPr dirty="0"/>
          </a:p>
        </p:txBody>
      </p:sp>
      <p:sp>
        <p:nvSpPr>
          <p:cNvPr id="27" name="Google Shape;642;p25">
            <a:extLst>
              <a:ext uri="{FF2B5EF4-FFF2-40B4-BE49-F238E27FC236}">
                <a16:creationId xmlns:a16="http://schemas.microsoft.com/office/drawing/2014/main" id="{0629549A-5832-AA3E-C1F2-693C2D6EC490}"/>
              </a:ext>
            </a:extLst>
          </p:cNvPr>
          <p:cNvSpPr txBox="1"/>
          <p:nvPr/>
        </p:nvSpPr>
        <p:spPr>
          <a:xfrm>
            <a:off x="8347295" y="1424410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1+1+1+1+2</a:t>
            </a:r>
            <a:endParaRPr dirty="0">
              <a:solidFill>
                <a:srgbClr val="7030A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+1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=7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28" name="Google Shape;643;p25">
            <a:extLst>
              <a:ext uri="{FF2B5EF4-FFF2-40B4-BE49-F238E27FC236}">
                <a16:creationId xmlns:a16="http://schemas.microsoft.com/office/drawing/2014/main" id="{93861FD9-5880-0F6D-3A1F-767CBD719BC3}"/>
              </a:ext>
            </a:extLst>
          </p:cNvPr>
          <p:cNvSpPr/>
          <p:nvPr/>
        </p:nvSpPr>
        <p:spPr>
          <a:xfrm>
            <a:off x="4446106" y="6131657"/>
            <a:ext cx="4661680" cy="752096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9" name="Google Shape;644;p25">
            <a:extLst>
              <a:ext uri="{FF2B5EF4-FFF2-40B4-BE49-F238E27FC236}">
                <a16:creationId xmlns:a16="http://schemas.microsoft.com/office/drawing/2014/main" id="{388571B9-CE80-9BAE-C155-56FA9DF4F887}"/>
              </a:ext>
            </a:extLst>
          </p:cNvPr>
          <p:cNvSpPr/>
          <p:nvPr/>
        </p:nvSpPr>
        <p:spPr>
          <a:xfrm>
            <a:off x="3842868" y="6012263"/>
            <a:ext cx="4661680" cy="752096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0" name="Google Shape;645;p25">
            <a:extLst>
              <a:ext uri="{FF2B5EF4-FFF2-40B4-BE49-F238E27FC236}">
                <a16:creationId xmlns:a16="http://schemas.microsoft.com/office/drawing/2014/main" id="{33FA907E-C013-2AC4-FBC4-76DC7E02F1D0}"/>
              </a:ext>
            </a:extLst>
          </p:cNvPr>
          <p:cNvSpPr/>
          <p:nvPr/>
        </p:nvSpPr>
        <p:spPr>
          <a:xfrm>
            <a:off x="3206108" y="5919015"/>
            <a:ext cx="4661680" cy="752096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1" name="Google Shape;646;p25">
            <a:extLst>
              <a:ext uri="{FF2B5EF4-FFF2-40B4-BE49-F238E27FC236}">
                <a16:creationId xmlns:a16="http://schemas.microsoft.com/office/drawing/2014/main" id="{60DE24CA-E3D1-23E2-CE71-46AE8A898392}"/>
              </a:ext>
            </a:extLst>
          </p:cNvPr>
          <p:cNvSpPr/>
          <p:nvPr/>
        </p:nvSpPr>
        <p:spPr>
          <a:xfrm>
            <a:off x="2821189" y="5838299"/>
            <a:ext cx="4661680" cy="752096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2" name="Google Shape;647;p25">
            <a:extLst>
              <a:ext uri="{FF2B5EF4-FFF2-40B4-BE49-F238E27FC236}">
                <a16:creationId xmlns:a16="http://schemas.microsoft.com/office/drawing/2014/main" id="{D738E9B9-C56A-E3FC-4A55-988F8135A41D}"/>
              </a:ext>
            </a:extLst>
          </p:cNvPr>
          <p:cNvSpPr/>
          <p:nvPr/>
        </p:nvSpPr>
        <p:spPr>
          <a:xfrm>
            <a:off x="2278656" y="5757018"/>
            <a:ext cx="4661680" cy="752096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3" name="Google Shape;648;p25">
            <a:extLst>
              <a:ext uri="{FF2B5EF4-FFF2-40B4-BE49-F238E27FC236}">
                <a16:creationId xmlns:a16="http://schemas.microsoft.com/office/drawing/2014/main" id="{250EDBF0-3263-C97A-1CCE-BD0AD8E3D84C}"/>
              </a:ext>
            </a:extLst>
          </p:cNvPr>
          <p:cNvSpPr/>
          <p:nvPr/>
        </p:nvSpPr>
        <p:spPr>
          <a:xfrm>
            <a:off x="1981488" y="5720504"/>
            <a:ext cx="4661680" cy="752096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4" name="Google Shape;649;p25">
            <a:extLst>
              <a:ext uri="{FF2B5EF4-FFF2-40B4-BE49-F238E27FC236}">
                <a16:creationId xmlns:a16="http://schemas.microsoft.com/office/drawing/2014/main" id="{3D16A477-3F04-0563-2804-9E13567E2C12}"/>
              </a:ext>
            </a:extLst>
          </p:cNvPr>
          <p:cNvSpPr/>
          <p:nvPr/>
        </p:nvSpPr>
        <p:spPr>
          <a:xfrm>
            <a:off x="1791542" y="5645416"/>
            <a:ext cx="4661680" cy="752096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5" name="Google Shape;650;p25">
            <a:extLst>
              <a:ext uri="{FF2B5EF4-FFF2-40B4-BE49-F238E27FC236}">
                <a16:creationId xmlns:a16="http://schemas.microsoft.com/office/drawing/2014/main" id="{EF93E84F-DB7E-4B85-16B5-F76EAD10A884}"/>
              </a:ext>
            </a:extLst>
          </p:cNvPr>
          <p:cNvSpPr/>
          <p:nvPr/>
        </p:nvSpPr>
        <p:spPr>
          <a:xfrm>
            <a:off x="5338740" y="4745708"/>
            <a:ext cx="1666477" cy="1041590"/>
          </a:xfrm>
          <a:prstGeom prst="roundRect">
            <a:avLst>
              <a:gd name="adj" fmla="val 16667"/>
            </a:avLst>
          </a:prstGeom>
          <a:solidFill>
            <a:srgbClr val="F7EBD9">
              <a:alpha val="9803"/>
            </a:srgbClr>
          </a:solidFill>
          <a:ln w="15875" cap="flat" cmpd="sng">
            <a:solidFill>
              <a:srgbClr val="000000">
                <a:alpha val="2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7" name="Google Shape;652;p25">
            <a:extLst>
              <a:ext uri="{FF2B5EF4-FFF2-40B4-BE49-F238E27FC236}">
                <a16:creationId xmlns:a16="http://schemas.microsoft.com/office/drawing/2014/main" id="{1B03B0AB-384F-FF9B-CF63-5A2CDFB68EC4}"/>
              </a:ext>
            </a:extLst>
          </p:cNvPr>
          <p:cNvSpPr/>
          <p:nvPr/>
        </p:nvSpPr>
        <p:spPr>
          <a:xfrm>
            <a:off x="8956704" y="6131656"/>
            <a:ext cx="1883291" cy="741739"/>
          </a:xfrm>
          <a:prstGeom prst="roundRect">
            <a:avLst>
              <a:gd name="adj" fmla="val 16667"/>
            </a:avLst>
          </a:prstGeom>
          <a:solidFill>
            <a:srgbClr val="F7EBD9">
              <a:alpha val="9803"/>
            </a:srgbClr>
          </a:solidFill>
          <a:ln w="15875" cap="flat" cmpd="sng">
            <a:solidFill>
              <a:srgbClr val="000000">
                <a:alpha val="2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8" name="Google Shape;653;p25">
            <a:extLst>
              <a:ext uri="{FF2B5EF4-FFF2-40B4-BE49-F238E27FC236}">
                <a16:creationId xmlns:a16="http://schemas.microsoft.com/office/drawing/2014/main" id="{80D9131D-812F-F4AB-2EE4-B3412132EA41}"/>
              </a:ext>
            </a:extLst>
          </p:cNvPr>
          <p:cNvSpPr txBox="1"/>
          <p:nvPr/>
        </p:nvSpPr>
        <p:spPr>
          <a:xfrm>
            <a:off x="9861287" y="6263189"/>
            <a:ext cx="15405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0</a:t>
            </a:r>
            <a:r>
              <a:rPr lang="en-US" sz="1800" b="1">
                <a:solidFill>
                  <a:srgbClr val="C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+5</a:t>
            </a:r>
            <a:r>
              <a:rPr lang="en-US" sz="1800" b="1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=5</a:t>
            </a:r>
            <a:endParaRPr/>
          </a:p>
        </p:txBody>
      </p:sp>
      <p:sp>
        <p:nvSpPr>
          <p:cNvPr id="10" name="Google Shape;625;p25">
            <a:extLst>
              <a:ext uri="{FF2B5EF4-FFF2-40B4-BE49-F238E27FC236}">
                <a16:creationId xmlns:a16="http://schemas.microsoft.com/office/drawing/2014/main" id="{E1B06E59-10AD-93C9-47E7-78C7BD07A6C6}"/>
              </a:ext>
            </a:extLst>
          </p:cNvPr>
          <p:cNvSpPr/>
          <p:nvPr/>
        </p:nvSpPr>
        <p:spPr>
          <a:xfrm>
            <a:off x="59333" y="3182455"/>
            <a:ext cx="12132667" cy="3701298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  <p:extLst>
      <p:ext uri="{BB962C8B-B14F-4D97-AF65-F5344CB8AC3E}">
        <p14:creationId xmlns:p14="http://schemas.microsoft.com/office/powerpoint/2010/main" val="28463576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79859-DFB6-22AD-9E76-C75154811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Google Shape;618;p25">
            <a:extLst>
              <a:ext uri="{FF2B5EF4-FFF2-40B4-BE49-F238E27FC236}">
                <a16:creationId xmlns:a16="http://schemas.microsoft.com/office/drawing/2014/main" id="{49F09C76-DB7D-0F1B-A4B5-8298586FA00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-1" b="54"/>
          <a:stretch/>
        </p:blipFill>
        <p:spPr>
          <a:xfrm>
            <a:off x="0" y="-1"/>
            <a:ext cx="12192000" cy="685347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621;p25">
            <a:extLst>
              <a:ext uri="{FF2B5EF4-FFF2-40B4-BE49-F238E27FC236}">
                <a16:creationId xmlns:a16="http://schemas.microsoft.com/office/drawing/2014/main" id="{D1611375-0B27-A4D4-029F-9EE227F0ECFF}"/>
              </a:ext>
            </a:extLst>
          </p:cNvPr>
          <p:cNvSpPr/>
          <p:nvPr/>
        </p:nvSpPr>
        <p:spPr>
          <a:xfrm>
            <a:off x="6096000" y="0"/>
            <a:ext cx="2441418" cy="860079"/>
          </a:xfrm>
          <a:prstGeom prst="roundRect">
            <a:avLst>
              <a:gd name="adj" fmla="val 16667"/>
            </a:avLst>
          </a:prstGeom>
          <a:solidFill>
            <a:srgbClr val="F7EBD9">
              <a:alpha val="9803"/>
            </a:srgbClr>
          </a:solidFill>
          <a:ln w="15875" cap="flat" cmpd="sng">
            <a:solidFill>
              <a:srgbClr val="000000">
                <a:alpha val="2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7" name="Google Shape;622;p25">
            <a:extLst>
              <a:ext uri="{FF2B5EF4-FFF2-40B4-BE49-F238E27FC236}">
                <a16:creationId xmlns:a16="http://schemas.microsoft.com/office/drawing/2014/main" id="{222F23FF-EC6D-C73B-4AEF-AEA48E984B41}"/>
              </a:ext>
            </a:extLst>
          </p:cNvPr>
          <p:cNvSpPr/>
          <p:nvPr/>
        </p:nvSpPr>
        <p:spPr>
          <a:xfrm>
            <a:off x="5204233" y="1210663"/>
            <a:ext cx="2441418" cy="860079"/>
          </a:xfrm>
          <a:prstGeom prst="roundRect">
            <a:avLst>
              <a:gd name="adj" fmla="val 16667"/>
            </a:avLst>
          </a:prstGeom>
          <a:solidFill>
            <a:srgbClr val="F7EBD9">
              <a:alpha val="9803"/>
            </a:srgbClr>
          </a:solidFill>
          <a:ln w="15875" cap="flat" cmpd="sng">
            <a:solidFill>
              <a:srgbClr val="000000">
                <a:alpha val="2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8" name="Google Shape;623;p25">
            <a:extLst>
              <a:ext uri="{FF2B5EF4-FFF2-40B4-BE49-F238E27FC236}">
                <a16:creationId xmlns:a16="http://schemas.microsoft.com/office/drawing/2014/main" id="{AB5549FA-50D1-8CA9-97CA-05FE2C8B6DCD}"/>
              </a:ext>
            </a:extLst>
          </p:cNvPr>
          <p:cNvSpPr/>
          <p:nvPr/>
        </p:nvSpPr>
        <p:spPr>
          <a:xfrm>
            <a:off x="334147" y="1964601"/>
            <a:ext cx="3712752" cy="1348967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9" name="Google Shape;624;p25">
            <a:extLst>
              <a:ext uri="{FF2B5EF4-FFF2-40B4-BE49-F238E27FC236}">
                <a16:creationId xmlns:a16="http://schemas.microsoft.com/office/drawing/2014/main" id="{B9C9E173-D4D4-98BE-5334-6E39894231EF}"/>
              </a:ext>
            </a:extLst>
          </p:cNvPr>
          <p:cNvSpPr/>
          <p:nvPr/>
        </p:nvSpPr>
        <p:spPr>
          <a:xfrm>
            <a:off x="9251132" y="1963611"/>
            <a:ext cx="2940868" cy="1348967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0" name="Google Shape;625;p25">
            <a:extLst>
              <a:ext uri="{FF2B5EF4-FFF2-40B4-BE49-F238E27FC236}">
                <a16:creationId xmlns:a16="http://schemas.microsoft.com/office/drawing/2014/main" id="{1A16C999-EAAB-02B2-7DD2-F258F25C25DB}"/>
              </a:ext>
            </a:extLst>
          </p:cNvPr>
          <p:cNvSpPr/>
          <p:nvPr/>
        </p:nvSpPr>
        <p:spPr>
          <a:xfrm>
            <a:off x="59333" y="3193889"/>
            <a:ext cx="5368973" cy="3689864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1" name="Google Shape;626;p25">
            <a:extLst>
              <a:ext uri="{FF2B5EF4-FFF2-40B4-BE49-F238E27FC236}">
                <a16:creationId xmlns:a16="http://schemas.microsoft.com/office/drawing/2014/main" id="{0B69D84B-409E-88EE-DB4A-A102B6DA93F4}"/>
              </a:ext>
            </a:extLst>
          </p:cNvPr>
          <p:cNvSpPr/>
          <p:nvPr/>
        </p:nvSpPr>
        <p:spPr>
          <a:xfrm>
            <a:off x="7769572" y="3193890"/>
            <a:ext cx="4280589" cy="1206049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2" name="Google Shape;627;p25">
            <a:extLst>
              <a:ext uri="{FF2B5EF4-FFF2-40B4-BE49-F238E27FC236}">
                <a16:creationId xmlns:a16="http://schemas.microsoft.com/office/drawing/2014/main" id="{548AA597-68BA-E649-EBCE-77577C8F0AD5}"/>
              </a:ext>
            </a:extLst>
          </p:cNvPr>
          <p:cNvSpPr/>
          <p:nvPr/>
        </p:nvSpPr>
        <p:spPr>
          <a:xfrm>
            <a:off x="2666448" y="4414706"/>
            <a:ext cx="3429552" cy="1225604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3" name="Google Shape;628;p25">
            <a:extLst>
              <a:ext uri="{FF2B5EF4-FFF2-40B4-BE49-F238E27FC236}">
                <a16:creationId xmlns:a16="http://schemas.microsoft.com/office/drawing/2014/main" id="{77E25F9A-CA6A-2FAE-B15F-D5E9AF7E4C7D}"/>
              </a:ext>
            </a:extLst>
          </p:cNvPr>
          <p:cNvSpPr/>
          <p:nvPr/>
        </p:nvSpPr>
        <p:spPr>
          <a:xfrm>
            <a:off x="2731330" y="4845161"/>
            <a:ext cx="3429552" cy="795148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4" name="Google Shape;629;p25">
            <a:extLst>
              <a:ext uri="{FF2B5EF4-FFF2-40B4-BE49-F238E27FC236}">
                <a16:creationId xmlns:a16="http://schemas.microsoft.com/office/drawing/2014/main" id="{BB6F586E-9B6B-D905-D181-5A08BDCF643B}"/>
              </a:ext>
            </a:extLst>
          </p:cNvPr>
          <p:cNvSpPr/>
          <p:nvPr/>
        </p:nvSpPr>
        <p:spPr>
          <a:xfrm>
            <a:off x="6940336" y="4411374"/>
            <a:ext cx="5251664" cy="1218843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5" name="Google Shape;630;p25">
            <a:extLst>
              <a:ext uri="{FF2B5EF4-FFF2-40B4-BE49-F238E27FC236}">
                <a16:creationId xmlns:a16="http://schemas.microsoft.com/office/drawing/2014/main" id="{73DD77A3-4345-2CEC-7405-E0002CA41104}"/>
              </a:ext>
            </a:extLst>
          </p:cNvPr>
          <p:cNvSpPr txBox="1"/>
          <p:nvPr/>
        </p:nvSpPr>
        <p:spPr>
          <a:xfrm>
            <a:off x="5279718" y="5076220"/>
            <a:ext cx="175788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</a:t>
            </a:r>
            <a:r>
              <a:rPr lang="en-US" sz="1800" b="1" dirty="0">
                <a:solidFill>
                  <a:srgbClr val="C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+4</a:t>
            </a:r>
            <a:r>
              <a:rPr lang="en-US" sz="1800" b="1" dirty="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=5</a:t>
            </a:r>
            <a:endParaRPr dirty="0"/>
          </a:p>
        </p:txBody>
      </p:sp>
      <p:sp>
        <p:nvSpPr>
          <p:cNvPr id="17" name="Google Shape;632;p25">
            <a:extLst>
              <a:ext uri="{FF2B5EF4-FFF2-40B4-BE49-F238E27FC236}">
                <a16:creationId xmlns:a16="http://schemas.microsoft.com/office/drawing/2014/main" id="{ED1036EE-961E-6458-651B-5DF89F0E874A}"/>
              </a:ext>
            </a:extLst>
          </p:cNvPr>
          <p:cNvSpPr/>
          <p:nvPr/>
        </p:nvSpPr>
        <p:spPr>
          <a:xfrm>
            <a:off x="5339409" y="2440686"/>
            <a:ext cx="1865128" cy="860079"/>
          </a:xfrm>
          <a:prstGeom prst="roundRect">
            <a:avLst>
              <a:gd name="adj" fmla="val 16667"/>
            </a:avLst>
          </a:prstGeom>
          <a:solidFill>
            <a:srgbClr val="F7EBD9">
              <a:alpha val="9803"/>
            </a:srgbClr>
          </a:solidFill>
          <a:ln w="15875" cap="flat" cmpd="sng">
            <a:solidFill>
              <a:srgbClr val="000000">
                <a:alpha val="2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8" name="Google Shape;633;p25">
            <a:extLst>
              <a:ext uri="{FF2B5EF4-FFF2-40B4-BE49-F238E27FC236}">
                <a16:creationId xmlns:a16="http://schemas.microsoft.com/office/drawing/2014/main" id="{ABD74850-3BAC-C2AE-E77F-7675A2665E28}"/>
              </a:ext>
            </a:extLst>
          </p:cNvPr>
          <p:cNvSpPr/>
          <p:nvPr/>
        </p:nvSpPr>
        <p:spPr>
          <a:xfrm>
            <a:off x="5484698" y="3488463"/>
            <a:ext cx="1209454" cy="1041590"/>
          </a:xfrm>
          <a:prstGeom prst="roundRect">
            <a:avLst>
              <a:gd name="adj" fmla="val 16667"/>
            </a:avLst>
          </a:prstGeom>
          <a:solidFill>
            <a:srgbClr val="F7EBD9">
              <a:alpha val="9803"/>
            </a:srgbClr>
          </a:solidFill>
          <a:ln w="15875" cap="flat" cmpd="sng">
            <a:solidFill>
              <a:srgbClr val="000000">
                <a:alpha val="2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9" name="Google Shape;634;p25">
            <a:extLst>
              <a:ext uri="{FF2B5EF4-FFF2-40B4-BE49-F238E27FC236}">
                <a16:creationId xmlns:a16="http://schemas.microsoft.com/office/drawing/2014/main" id="{54C30BF1-F9B0-8510-E51C-F75BE6345E41}"/>
              </a:ext>
            </a:extLst>
          </p:cNvPr>
          <p:cNvSpPr txBox="1"/>
          <p:nvPr/>
        </p:nvSpPr>
        <p:spPr>
          <a:xfrm>
            <a:off x="4381224" y="3776849"/>
            <a:ext cx="175788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</a:t>
            </a:r>
            <a:r>
              <a:rPr lang="en-U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+3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=5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20" name="Google Shape;635;p25">
            <a:extLst>
              <a:ext uri="{FF2B5EF4-FFF2-40B4-BE49-F238E27FC236}">
                <a16:creationId xmlns:a16="http://schemas.microsoft.com/office/drawing/2014/main" id="{AD8FC695-C712-2AAD-AB5A-3CDDEAB09252}"/>
              </a:ext>
            </a:extLst>
          </p:cNvPr>
          <p:cNvSpPr txBox="1"/>
          <p:nvPr/>
        </p:nvSpPr>
        <p:spPr>
          <a:xfrm>
            <a:off x="7532102" y="3851779"/>
            <a:ext cx="175788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1+1+1+1</a:t>
            </a:r>
            <a:r>
              <a:rPr lang="en-U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+3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=7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21" name="Google Shape;636;p25">
            <a:extLst>
              <a:ext uri="{FF2B5EF4-FFF2-40B4-BE49-F238E27FC236}">
                <a16:creationId xmlns:a16="http://schemas.microsoft.com/office/drawing/2014/main" id="{B41C0C50-B557-BA64-D172-40263C2B83E3}"/>
              </a:ext>
            </a:extLst>
          </p:cNvPr>
          <p:cNvSpPr txBox="1"/>
          <p:nvPr/>
        </p:nvSpPr>
        <p:spPr>
          <a:xfrm>
            <a:off x="3276600" y="2547560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2+1+2</a:t>
            </a:r>
            <a:endParaRPr dirty="0">
              <a:solidFill>
                <a:srgbClr val="7030A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+2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=7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22" name="Google Shape;637;p25">
            <a:extLst>
              <a:ext uri="{FF2B5EF4-FFF2-40B4-BE49-F238E27FC236}">
                <a16:creationId xmlns:a16="http://schemas.microsoft.com/office/drawing/2014/main" id="{288E01C4-A9EC-13A3-3A9F-01D13F65977C}"/>
              </a:ext>
            </a:extLst>
          </p:cNvPr>
          <p:cNvSpPr txBox="1"/>
          <p:nvPr/>
        </p:nvSpPr>
        <p:spPr>
          <a:xfrm>
            <a:off x="5493567" y="2547559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C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+2</a:t>
            </a:r>
            <a:r>
              <a:rPr lang="en-US" sz="1800" b="1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=5</a:t>
            </a:r>
            <a:endParaRPr/>
          </a:p>
        </p:txBody>
      </p:sp>
      <p:sp>
        <p:nvSpPr>
          <p:cNvPr id="23" name="Google Shape;638;p25">
            <a:extLst>
              <a:ext uri="{FF2B5EF4-FFF2-40B4-BE49-F238E27FC236}">
                <a16:creationId xmlns:a16="http://schemas.microsoft.com/office/drawing/2014/main" id="{5EA487A1-68F6-2FD1-E6D4-D1767E53D2AA}"/>
              </a:ext>
            </a:extLst>
          </p:cNvPr>
          <p:cNvSpPr txBox="1"/>
          <p:nvPr/>
        </p:nvSpPr>
        <p:spPr>
          <a:xfrm>
            <a:off x="7435720" y="2521864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1+1+1+2</a:t>
            </a:r>
            <a:endParaRPr dirty="0">
              <a:solidFill>
                <a:srgbClr val="7030A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+2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=7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24" name="Google Shape;639;p25">
            <a:extLst>
              <a:ext uri="{FF2B5EF4-FFF2-40B4-BE49-F238E27FC236}">
                <a16:creationId xmlns:a16="http://schemas.microsoft.com/office/drawing/2014/main" id="{9B41A1B2-C33E-FEBC-7335-49DA07280E6B}"/>
              </a:ext>
            </a:extLst>
          </p:cNvPr>
          <p:cNvSpPr txBox="1"/>
          <p:nvPr/>
        </p:nvSpPr>
        <p:spPr>
          <a:xfrm>
            <a:off x="6944007" y="176542"/>
            <a:ext cx="171110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1+1+1+1+2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 5</a:t>
            </a:r>
            <a:endParaRPr/>
          </a:p>
        </p:txBody>
      </p:sp>
      <p:sp>
        <p:nvSpPr>
          <p:cNvPr id="25" name="Google Shape;640;p25">
            <a:extLst>
              <a:ext uri="{FF2B5EF4-FFF2-40B4-BE49-F238E27FC236}">
                <a16:creationId xmlns:a16="http://schemas.microsoft.com/office/drawing/2014/main" id="{FF391703-DD5F-7E61-EECB-A621849D1B48}"/>
              </a:ext>
            </a:extLst>
          </p:cNvPr>
          <p:cNvSpPr txBox="1"/>
          <p:nvPr/>
        </p:nvSpPr>
        <p:spPr>
          <a:xfrm>
            <a:off x="1229763" y="1424412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1+1+1+1+2</a:t>
            </a:r>
            <a:endParaRPr dirty="0">
              <a:solidFill>
                <a:srgbClr val="7030A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+1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=7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26" name="Google Shape;641;p25">
            <a:extLst>
              <a:ext uri="{FF2B5EF4-FFF2-40B4-BE49-F238E27FC236}">
                <a16:creationId xmlns:a16="http://schemas.microsoft.com/office/drawing/2014/main" id="{570A80F2-FD22-93DF-E885-FAD800DAE480}"/>
              </a:ext>
            </a:extLst>
          </p:cNvPr>
          <p:cNvSpPr txBox="1"/>
          <p:nvPr/>
        </p:nvSpPr>
        <p:spPr>
          <a:xfrm>
            <a:off x="5403409" y="1424411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1+1+2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C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+1</a:t>
            </a:r>
            <a:r>
              <a:rPr lang="en-US" sz="1800" b="1" dirty="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=5</a:t>
            </a:r>
            <a:endParaRPr dirty="0"/>
          </a:p>
        </p:txBody>
      </p:sp>
      <p:sp>
        <p:nvSpPr>
          <p:cNvPr id="27" name="Google Shape;642;p25">
            <a:extLst>
              <a:ext uri="{FF2B5EF4-FFF2-40B4-BE49-F238E27FC236}">
                <a16:creationId xmlns:a16="http://schemas.microsoft.com/office/drawing/2014/main" id="{88970510-B9F7-7E9F-C8BC-F39C76362DAE}"/>
              </a:ext>
            </a:extLst>
          </p:cNvPr>
          <p:cNvSpPr txBox="1"/>
          <p:nvPr/>
        </p:nvSpPr>
        <p:spPr>
          <a:xfrm>
            <a:off x="8347295" y="1424410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1+1+1+1+2</a:t>
            </a:r>
            <a:endParaRPr dirty="0">
              <a:solidFill>
                <a:srgbClr val="7030A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+1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=7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28" name="Google Shape;643;p25">
            <a:extLst>
              <a:ext uri="{FF2B5EF4-FFF2-40B4-BE49-F238E27FC236}">
                <a16:creationId xmlns:a16="http://schemas.microsoft.com/office/drawing/2014/main" id="{4B4471FB-CB6B-7DB9-4FE9-CF14A7ED9AC6}"/>
              </a:ext>
            </a:extLst>
          </p:cNvPr>
          <p:cNvSpPr/>
          <p:nvPr/>
        </p:nvSpPr>
        <p:spPr>
          <a:xfrm>
            <a:off x="4446106" y="6131657"/>
            <a:ext cx="4661680" cy="752096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9" name="Google Shape;644;p25">
            <a:extLst>
              <a:ext uri="{FF2B5EF4-FFF2-40B4-BE49-F238E27FC236}">
                <a16:creationId xmlns:a16="http://schemas.microsoft.com/office/drawing/2014/main" id="{2E8A666C-7A83-7404-3FBE-406454E0C868}"/>
              </a:ext>
            </a:extLst>
          </p:cNvPr>
          <p:cNvSpPr/>
          <p:nvPr/>
        </p:nvSpPr>
        <p:spPr>
          <a:xfrm>
            <a:off x="3842868" y="6012263"/>
            <a:ext cx="4661680" cy="752096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0" name="Google Shape;645;p25">
            <a:extLst>
              <a:ext uri="{FF2B5EF4-FFF2-40B4-BE49-F238E27FC236}">
                <a16:creationId xmlns:a16="http://schemas.microsoft.com/office/drawing/2014/main" id="{E6BA7935-1198-A0A1-1784-A34518CC7922}"/>
              </a:ext>
            </a:extLst>
          </p:cNvPr>
          <p:cNvSpPr/>
          <p:nvPr/>
        </p:nvSpPr>
        <p:spPr>
          <a:xfrm>
            <a:off x="3206108" y="5919015"/>
            <a:ext cx="4661680" cy="752096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1" name="Google Shape;646;p25">
            <a:extLst>
              <a:ext uri="{FF2B5EF4-FFF2-40B4-BE49-F238E27FC236}">
                <a16:creationId xmlns:a16="http://schemas.microsoft.com/office/drawing/2014/main" id="{D880271C-561A-AEFF-6CFD-E18224482E2B}"/>
              </a:ext>
            </a:extLst>
          </p:cNvPr>
          <p:cNvSpPr/>
          <p:nvPr/>
        </p:nvSpPr>
        <p:spPr>
          <a:xfrm>
            <a:off x="2821189" y="5838299"/>
            <a:ext cx="4661680" cy="752096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2" name="Google Shape;647;p25">
            <a:extLst>
              <a:ext uri="{FF2B5EF4-FFF2-40B4-BE49-F238E27FC236}">
                <a16:creationId xmlns:a16="http://schemas.microsoft.com/office/drawing/2014/main" id="{BA0237E2-7AD9-01B5-D90E-D08F8EA1253A}"/>
              </a:ext>
            </a:extLst>
          </p:cNvPr>
          <p:cNvSpPr/>
          <p:nvPr/>
        </p:nvSpPr>
        <p:spPr>
          <a:xfrm>
            <a:off x="2278656" y="5757018"/>
            <a:ext cx="4661680" cy="752096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3" name="Google Shape;648;p25">
            <a:extLst>
              <a:ext uri="{FF2B5EF4-FFF2-40B4-BE49-F238E27FC236}">
                <a16:creationId xmlns:a16="http://schemas.microsoft.com/office/drawing/2014/main" id="{A6C5A832-62FA-55AC-4659-A4C2198FFA27}"/>
              </a:ext>
            </a:extLst>
          </p:cNvPr>
          <p:cNvSpPr/>
          <p:nvPr/>
        </p:nvSpPr>
        <p:spPr>
          <a:xfrm>
            <a:off x="1981488" y="5720504"/>
            <a:ext cx="4661680" cy="752096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4" name="Google Shape;649;p25">
            <a:extLst>
              <a:ext uri="{FF2B5EF4-FFF2-40B4-BE49-F238E27FC236}">
                <a16:creationId xmlns:a16="http://schemas.microsoft.com/office/drawing/2014/main" id="{60D3E765-14A6-AB65-7A5A-0137EF43C720}"/>
              </a:ext>
            </a:extLst>
          </p:cNvPr>
          <p:cNvSpPr/>
          <p:nvPr/>
        </p:nvSpPr>
        <p:spPr>
          <a:xfrm>
            <a:off x="1791542" y="5645416"/>
            <a:ext cx="4661680" cy="752096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5" name="Google Shape;650;p25">
            <a:extLst>
              <a:ext uri="{FF2B5EF4-FFF2-40B4-BE49-F238E27FC236}">
                <a16:creationId xmlns:a16="http://schemas.microsoft.com/office/drawing/2014/main" id="{DD4E4ADE-A2BA-7763-9BBF-F74DC47263A6}"/>
              </a:ext>
            </a:extLst>
          </p:cNvPr>
          <p:cNvSpPr/>
          <p:nvPr/>
        </p:nvSpPr>
        <p:spPr>
          <a:xfrm>
            <a:off x="5338740" y="4745708"/>
            <a:ext cx="1666477" cy="1041590"/>
          </a:xfrm>
          <a:prstGeom prst="roundRect">
            <a:avLst>
              <a:gd name="adj" fmla="val 16667"/>
            </a:avLst>
          </a:prstGeom>
          <a:solidFill>
            <a:srgbClr val="F7EBD9">
              <a:alpha val="9803"/>
            </a:srgbClr>
          </a:solidFill>
          <a:ln w="15875" cap="flat" cmpd="sng">
            <a:solidFill>
              <a:srgbClr val="000000">
                <a:alpha val="2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7" name="Google Shape;652;p25">
            <a:extLst>
              <a:ext uri="{FF2B5EF4-FFF2-40B4-BE49-F238E27FC236}">
                <a16:creationId xmlns:a16="http://schemas.microsoft.com/office/drawing/2014/main" id="{B7D67901-D5AD-2FD0-2E2D-886DDCB4EC37}"/>
              </a:ext>
            </a:extLst>
          </p:cNvPr>
          <p:cNvSpPr/>
          <p:nvPr/>
        </p:nvSpPr>
        <p:spPr>
          <a:xfrm>
            <a:off x="8956704" y="6131656"/>
            <a:ext cx="1883291" cy="741739"/>
          </a:xfrm>
          <a:prstGeom prst="roundRect">
            <a:avLst>
              <a:gd name="adj" fmla="val 16667"/>
            </a:avLst>
          </a:prstGeom>
          <a:solidFill>
            <a:srgbClr val="F7EBD9">
              <a:alpha val="9803"/>
            </a:srgbClr>
          </a:solidFill>
          <a:ln w="15875" cap="flat" cmpd="sng">
            <a:solidFill>
              <a:srgbClr val="000000">
                <a:alpha val="2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8" name="Google Shape;653;p25">
            <a:extLst>
              <a:ext uri="{FF2B5EF4-FFF2-40B4-BE49-F238E27FC236}">
                <a16:creationId xmlns:a16="http://schemas.microsoft.com/office/drawing/2014/main" id="{17802AFA-B6C1-119F-A63B-ABB3AECC71BD}"/>
              </a:ext>
            </a:extLst>
          </p:cNvPr>
          <p:cNvSpPr txBox="1"/>
          <p:nvPr/>
        </p:nvSpPr>
        <p:spPr>
          <a:xfrm>
            <a:off x="9861287" y="6263189"/>
            <a:ext cx="15405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0</a:t>
            </a:r>
            <a:r>
              <a:rPr lang="en-US" sz="1800" b="1">
                <a:solidFill>
                  <a:srgbClr val="C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+5</a:t>
            </a:r>
            <a:r>
              <a:rPr lang="en-US" sz="1800" b="1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=5</a:t>
            </a:r>
            <a:endParaRPr/>
          </a:p>
        </p:txBody>
      </p:sp>
      <p:sp>
        <p:nvSpPr>
          <p:cNvPr id="39" name="Google Shape;625;p25">
            <a:extLst>
              <a:ext uri="{FF2B5EF4-FFF2-40B4-BE49-F238E27FC236}">
                <a16:creationId xmlns:a16="http://schemas.microsoft.com/office/drawing/2014/main" id="{EDC30974-AA67-53D5-FB95-165F94001394}"/>
              </a:ext>
            </a:extLst>
          </p:cNvPr>
          <p:cNvSpPr/>
          <p:nvPr/>
        </p:nvSpPr>
        <p:spPr>
          <a:xfrm>
            <a:off x="59333" y="4622265"/>
            <a:ext cx="12132667" cy="2261488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  <p:extLst>
      <p:ext uri="{BB962C8B-B14F-4D97-AF65-F5344CB8AC3E}">
        <p14:creationId xmlns:p14="http://schemas.microsoft.com/office/powerpoint/2010/main" val="24121486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21256-4C3E-DC0E-BDF2-C59451C70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27398-3289-0969-8E0F-435C8E8DA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Google Shape;618;p25">
            <a:extLst>
              <a:ext uri="{FF2B5EF4-FFF2-40B4-BE49-F238E27FC236}">
                <a16:creationId xmlns:a16="http://schemas.microsoft.com/office/drawing/2014/main" id="{0CF55557-189F-5513-E3E4-1CBCDE47883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-1" b="54"/>
          <a:stretch/>
        </p:blipFill>
        <p:spPr>
          <a:xfrm>
            <a:off x="0" y="-1"/>
            <a:ext cx="12192000" cy="685347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621;p25">
            <a:extLst>
              <a:ext uri="{FF2B5EF4-FFF2-40B4-BE49-F238E27FC236}">
                <a16:creationId xmlns:a16="http://schemas.microsoft.com/office/drawing/2014/main" id="{5A75DB50-2597-5909-4FFC-F902B6B7D2B6}"/>
              </a:ext>
            </a:extLst>
          </p:cNvPr>
          <p:cNvSpPr/>
          <p:nvPr/>
        </p:nvSpPr>
        <p:spPr>
          <a:xfrm>
            <a:off x="6096000" y="0"/>
            <a:ext cx="2441418" cy="860079"/>
          </a:xfrm>
          <a:prstGeom prst="roundRect">
            <a:avLst>
              <a:gd name="adj" fmla="val 16667"/>
            </a:avLst>
          </a:prstGeom>
          <a:solidFill>
            <a:srgbClr val="F7EBD9">
              <a:alpha val="9803"/>
            </a:srgbClr>
          </a:solidFill>
          <a:ln w="15875" cap="flat" cmpd="sng">
            <a:solidFill>
              <a:srgbClr val="000000">
                <a:alpha val="2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7" name="Google Shape;622;p25">
            <a:extLst>
              <a:ext uri="{FF2B5EF4-FFF2-40B4-BE49-F238E27FC236}">
                <a16:creationId xmlns:a16="http://schemas.microsoft.com/office/drawing/2014/main" id="{B8566BCD-612F-3B3C-4651-328BC81079E5}"/>
              </a:ext>
            </a:extLst>
          </p:cNvPr>
          <p:cNvSpPr/>
          <p:nvPr/>
        </p:nvSpPr>
        <p:spPr>
          <a:xfrm>
            <a:off x="5204233" y="1210663"/>
            <a:ext cx="2441418" cy="860079"/>
          </a:xfrm>
          <a:prstGeom prst="roundRect">
            <a:avLst>
              <a:gd name="adj" fmla="val 16667"/>
            </a:avLst>
          </a:prstGeom>
          <a:solidFill>
            <a:srgbClr val="F7EBD9">
              <a:alpha val="9803"/>
            </a:srgbClr>
          </a:solidFill>
          <a:ln w="15875" cap="flat" cmpd="sng">
            <a:solidFill>
              <a:srgbClr val="000000">
                <a:alpha val="2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8" name="Google Shape;623;p25">
            <a:extLst>
              <a:ext uri="{FF2B5EF4-FFF2-40B4-BE49-F238E27FC236}">
                <a16:creationId xmlns:a16="http://schemas.microsoft.com/office/drawing/2014/main" id="{0E78C758-9D0B-0674-33D2-6F1E6A0A207E}"/>
              </a:ext>
            </a:extLst>
          </p:cNvPr>
          <p:cNvSpPr/>
          <p:nvPr/>
        </p:nvSpPr>
        <p:spPr>
          <a:xfrm>
            <a:off x="334147" y="1964601"/>
            <a:ext cx="3712752" cy="1348967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9" name="Google Shape;624;p25">
            <a:extLst>
              <a:ext uri="{FF2B5EF4-FFF2-40B4-BE49-F238E27FC236}">
                <a16:creationId xmlns:a16="http://schemas.microsoft.com/office/drawing/2014/main" id="{BFDBB4CC-750A-7C56-5809-F4AB153872E5}"/>
              </a:ext>
            </a:extLst>
          </p:cNvPr>
          <p:cNvSpPr/>
          <p:nvPr/>
        </p:nvSpPr>
        <p:spPr>
          <a:xfrm>
            <a:off x="9251132" y="1963611"/>
            <a:ext cx="2940868" cy="1348967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0" name="Google Shape;625;p25">
            <a:extLst>
              <a:ext uri="{FF2B5EF4-FFF2-40B4-BE49-F238E27FC236}">
                <a16:creationId xmlns:a16="http://schemas.microsoft.com/office/drawing/2014/main" id="{81FD1FF1-6447-8DDE-E20A-78D352DB7E9A}"/>
              </a:ext>
            </a:extLst>
          </p:cNvPr>
          <p:cNvSpPr/>
          <p:nvPr/>
        </p:nvSpPr>
        <p:spPr>
          <a:xfrm>
            <a:off x="59333" y="3193889"/>
            <a:ext cx="5368973" cy="3689864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1" name="Google Shape;626;p25">
            <a:extLst>
              <a:ext uri="{FF2B5EF4-FFF2-40B4-BE49-F238E27FC236}">
                <a16:creationId xmlns:a16="http://schemas.microsoft.com/office/drawing/2014/main" id="{C0B09BCF-1EC8-C78C-EF53-EFB35185B3B3}"/>
              </a:ext>
            </a:extLst>
          </p:cNvPr>
          <p:cNvSpPr/>
          <p:nvPr/>
        </p:nvSpPr>
        <p:spPr>
          <a:xfrm>
            <a:off x="7769572" y="3193890"/>
            <a:ext cx="4280589" cy="1206049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2" name="Google Shape;627;p25">
            <a:extLst>
              <a:ext uri="{FF2B5EF4-FFF2-40B4-BE49-F238E27FC236}">
                <a16:creationId xmlns:a16="http://schemas.microsoft.com/office/drawing/2014/main" id="{4E4362BF-5502-48E3-82B7-A70A3F513797}"/>
              </a:ext>
            </a:extLst>
          </p:cNvPr>
          <p:cNvSpPr/>
          <p:nvPr/>
        </p:nvSpPr>
        <p:spPr>
          <a:xfrm>
            <a:off x="2666448" y="4414706"/>
            <a:ext cx="3429552" cy="1225604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3" name="Google Shape;628;p25">
            <a:extLst>
              <a:ext uri="{FF2B5EF4-FFF2-40B4-BE49-F238E27FC236}">
                <a16:creationId xmlns:a16="http://schemas.microsoft.com/office/drawing/2014/main" id="{A9833FC5-67CC-B765-2EFE-451B49267A63}"/>
              </a:ext>
            </a:extLst>
          </p:cNvPr>
          <p:cNvSpPr/>
          <p:nvPr/>
        </p:nvSpPr>
        <p:spPr>
          <a:xfrm>
            <a:off x="2731330" y="4845161"/>
            <a:ext cx="3429552" cy="795148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4" name="Google Shape;629;p25">
            <a:extLst>
              <a:ext uri="{FF2B5EF4-FFF2-40B4-BE49-F238E27FC236}">
                <a16:creationId xmlns:a16="http://schemas.microsoft.com/office/drawing/2014/main" id="{000B476F-09B9-467B-DFE2-61521F5C7A88}"/>
              </a:ext>
            </a:extLst>
          </p:cNvPr>
          <p:cNvSpPr/>
          <p:nvPr/>
        </p:nvSpPr>
        <p:spPr>
          <a:xfrm>
            <a:off x="6940336" y="4411374"/>
            <a:ext cx="5251664" cy="1218843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5" name="Google Shape;630;p25">
            <a:extLst>
              <a:ext uri="{FF2B5EF4-FFF2-40B4-BE49-F238E27FC236}">
                <a16:creationId xmlns:a16="http://schemas.microsoft.com/office/drawing/2014/main" id="{89F48DEA-1879-23DA-5912-AB1EFB156802}"/>
              </a:ext>
            </a:extLst>
          </p:cNvPr>
          <p:cNvSpPr txBox="1"/>
          <p:nvPr/>
        </p:nvSpPr>
        <p:spPr>
          <a:xfrm>
            <a:off x="5279718" y="5076220"/>
            <a:ext cx="175788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</a:t>
            </a:r>
            <a:r>
              <a:rPr lang="en-US" sz="1800" b="1" dirty="0">
                <a:solidFill>
                  <a:srgbClr val="C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+4</a:t>
            </a:r>
            <a:r>
              <a:rPr lang="en-US" sz="1800" b="1" dirty="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=5</a:t>
            </a:r>
            <a:endParaRPr dirty="0"/>
          </a:p>
        </p:txBody>
      </p:sp>
      <p:sp>
        <p:nvSpPr>
          <p:cNvPr id="17" name="Google Shape;632;p25">
            <a:extLst>
              <a:ext uri="{FF2B5EF4-FFF2-40B4-BE49-F238E27FC236}">
                <a16:creationId xmlns:a16="http://schemas.microsoft.com/office/drawing/2014/main" id="{45E1FA8E-BE52-ABA2-F246-EE7670BCB724}"/>
              </a:ext>
            </a:extLst>
          </p:cNvPr>
          <p:cNvSpPr/>
          <p:nvPr/>
        </p:nvSpPr>
        <p:spPr>
          <a:xfrm>
            <a:off x="5339409" y="2440686"/>
            <a:ext cx="1865128" cy="860079"/>
          </a:xfrm>
          <a:prstGeom prst="roundRect">
            <a:avLst>
              <a:gd name="adj" fmla="val 16667"/>
            </a:avLst>
          </a:prstGeom>
          <a:solidFill>
            <a:srgbClr val="F7EBD9">
              <a:alpha val="9803"/>
            </a:srgbClr>
          </a:solidFill>
          <a:ln w="15875" cap="flat" cmpd="sng">
            <a:solidFill>
              <a:srgbClr val="000000">
                <a:alpha val="2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8" name="Google Shape;633;p25">
            <a:extLst>
              <a:ext uri="{FF2B5EF4-FFF2-40B4-BE49-F238E27FC236}">
                <a16:creationId xmlns:a16="http://schemas.microsoft.com/office/drawing/2014/main" id="{F659A27B-2036-CD63-4EF2-07DE03E3FF99}"/>
              </a:ext>
            </a:extLst>
          </p:cNvPr>
          <p:cNvSpPr/>
          <p:nvPr/>
        </p:nvSpPr>
        <p:spPr>
          <a:xfrm>
            <a:off x="5484698" y="3488463"/>
            <a:ext cx="1209454" cy="1041590"/>
          </a:xfrm>
          <a:prstGeom prst="roundRect">
            <a:avLst>
              <a:gd name="adj" fmla="val 16667"/>
            </a:avLst>
          </a:prstGeom>
          <a:solidFill>
            <a:srgbClr val="F7EBD9">
              <a:alpha val="9803"/>
            </a:srgbClr>
          </a:solidFill>
          <a:ln w="15875" cap="flat" cmpd="sng">
            <a:solidFill>
              <a:srgbClr val="000000">
                <a:alpha val="2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9" name="Google Shape;634;p25">
            <a:extLst>
              <a:ext uri="{FF2B5EF4-FFF2-40B4-BE49-F238E27FC236}">
                <a16:creationId xmlns:a16="http://schemas.microsoft.com/office/drawing/2014/main" id="{44792DF7-F8C5-77E6-A806-A75F49C7BD6E}"/>
              </a:ext>
            </a:extLst>
          </p:cNvPr>
          <p:cNvSpPr txBox="1"/>
          <p:nvPr/>
        </p:nvSpPr>
        <p:spPr>
          <a:xfrm>
            <a:off x="4381224" y="3776849"/>
            <a:ext cx="175788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</a:t>
            </a:r>
            <a:r>
              <a:rPr lang="en-U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+3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=5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20" name="Google Shape;635;p25">
            <a:extLst>
              <a:ext uri="{FF2B5EF4-FFF2-40B4-BE49-F238E27FC236}">
                <a16:creationId xmlns:a16="http://schemas.microsoft.com/office/drawing/2014/main" id="{3E8E3752-57B9-3A52-4676-67B35FCB7A60}"/>
              </a:ext>
            </a:extLst>
          </p:cNvPr>
          <p:cNvSpPr txBox="1"/>
          <p:nvPr/>
        </p:nvSpPr>
        <p:spPr>
          <a:xfrm>
            <a:off x="7532102" y="3851779"/>
            <a:ext cx="175788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1+1+1+1</a:t>
            </a:r>
            <a:r>
              <a:rPr lang="en-U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+3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=7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21" name="Google Shape;636;p25">
            <a:extLst>
              <a:ext uri="{FF2B5EF4-FFF2-40B4-BE49-F238E27FC236}">
                <a16:creationId xmlns:a16="http://schemas.microsoft.com/office/drawing/2014/main" id="{BF2A72F8-9F62-4343-A1BD-C1485271DA6F}"/>
              </a:ext>
            </a:extLst>
          </p:cNvPr>
          <p:cNvSpPr txBox="1"/>
          <p:nvPr/>
        </p:nvSpPr>
        <p:spPr>
          <a:xfrm>
            <a:off x="3276600" y="2547560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2+1+2</a:t>
            </a:r>
            <a:endParaRPr dirty="0">
              <a:solidFill>
                <a:srgbClr val="7030A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+2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=7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22" name="Google Shape;637;p25">
            <a:extLst>
              <a:ext uri="{FF2B5EF4-FFF2-40B4-BE49-F238E27FC236}">
                <a16:creationId xmlns:a16="http://schemas.microsoft.com/office/drawing/2014/main" id="{B7C381EF-D103-25B5-C25A-1FDB75E59A44}"/>
              </a:ext>
            </a:extLst>
          </p:cNvPr>
          <p:cNvSpPr txBox="1"/>
          <p:nvPr/>
        </p:nvSpPr>
        <p:spPr>
          <a:xfrm>
            <a:off x="5493567" y="2547559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C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+2</a:t>
            </a:r>
            <a:r>
              <a:rPr lang="en-US" sz="1800" b="1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=5</a:t>
            </a:r>
            <a:endParaRPr/>
          </a:p>
        </p:txBody>
      </p:sp>
      <p:sp>
        <p:nvSpPr>
          <p:cNvPr id="23" name="Google Shape;638;p25">
            <a:extLst>
              <a:ext uri="{FF2B5EF4-FFF2-40B4-BE49-F238E27FC236}">
                <a16:creationId xmlns:a16="http://schemas.microsoft.com/office/drawing/2014/main" id="{945024D9-4E1E-45D4-7E81-2B6EFE2A0D22}"/>
              </a:ext>
            </a:extLst>
          </p:cNvPr>
          <p:cNvSpPr txBox="1"/>
          <p:nvPr/>
        </p:nvSpPr>
        <p:spPr>
          <a:xfrm>
            <a:off x="7435720" y="2521864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1+1+1+2</a:t>
            </a:r>
            <a:endParaRPr dirty="0">
              <a:solidFill>
                <a:srgbClr val="7030A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+2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=7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24" name="Google Shape;639;p25">
            <a:extLst>
              <a:ext uri="{FF2B5EF4-FFF2-40B4-BE49-F238E27FC236}">
                <a16:creationId xmlns:a16="http://schemas.microsoft.com/office/drawing/2014/main" id="{160A42BF-7392-8418-88AE-A669786D8140}"/>
              </a:ext>
            </a:extLst>
          </p:cNvPr>
          <p:cNvSpPr txBox="1"/>
          <p:nvPr/>
        </p:nvSpPr>
        <p:spPr>
          <a:xfrm>
            <a:off x="6944007" y="176542"/>
            <a:ext cx="171110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1+1+1+1+2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 5</a:t>
            </a:r>
            <a:endParaRPr/>
          </a:p>
        </p:txBody>
      </p:sp>
      <p:sp>
        <p:nvSpPr>
          <p:cNvPr id="25" name="Google Shape;640;p25">
            <a:extLst>
              <a:ext uri="{FF2B5EF4-FFF2-40B4-BE49-F238E27FC236}">
                <a16:creationId xmlns:a16="http://schemas.microsoft.com/office/drawing/2014/main" id="{A9B4BC9F-3DC3-BDFE-9706-7B08B8F1F80E}"/>
              </a:ext>
            </a:extLst>
          </p:cNvPr>
          <p:cNvSpPr txBox="1"/>
          <p:nvPr/>
        </p:nvSpPr>
        <p:spPr>
          <a:xfrm>
            <a:off x="1229763" y="1424412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1+1+1+1+2</a:t>
            </a:r>
            <a:endParaRPr dirty="0">
              <a:solidFill>
                <a:srgbClr val="7030A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+1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=7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26" name="Google Shape;641;p25">
            <a:extLst>
              <a:ext uri="{FF2B5EF4-FFF2-40B4-BE49-F238E27FC236}">
                <a16:creationId xmlns:a16="http://schemas.microsoft.com/office/drawing/2014/main" id="{29E0BACA-CED1-E16B-4D85-EE90D8328D5D}"/>
              </a:ext>
            </a:extLst>
          </p:cNvPr>
          <p:cNvSpPr txBox="1"/>
          <p:nvPr/>
        </p:nvSpPr>
        <p:spPr>
          <a:xfrm>
            <a:off x="5403409" y="1424411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1+1+2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C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+1</a:t>
            </a:r>
            <a:r>
              <a:rPr lang="en-US" sz="1800" b="1" dirty="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=5</a:t>
            </a:r>
            <a:endParaRPr dirty="0"/>
          </a:p>
        </p:txBody>
      </p:sp>
      <p:sp>
        <p:nvSpPr>
          <p:cNvPr id="27" name="Google Shape;642;p25">
            <a:extLst>
              <a:ext uri="{FF2B5EF4-FFF2-40B4-BE49-F238E27FC236}">
                <a16:creationId xmlns:a16="http://schemas.microsoft.com/office/drawing/2014/main" id="{D95438F0-A56A-BCFD-CF29-146710647918}"/>
              </a:ext>
            </a:extLst>
          </p:cNvPr>
          <p:cNvSpPr txBox="1"/>
          <p:nvPr/>
        </p:nvSpPr>
        <p:spPr>
          <a:xfrm>
            <a:off x="8347295" y="1424410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1+1+1+1+2</a:t>
            </a:r>
            <a:endParaRPr dirty="0">
              <a:solidFill>
                <a:srgbClr val="7030A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+1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=7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28" name="Google Shape;643;p25">
            <a:extLst>
              <a:ext uri="{FF2B5EF4-FFF2-40B4-BE49-F238E27FC236}">
                <a16:creationId xmlns:a16="http://schemas.microsoft.com/office/drawing/2014/main" id="{3A678F21-3180-D7FB-2208-EE1E8035E4C8}"/>
              </a:ext>
            </a:extLst>
          </p:cNvPr>
          <p:cNvSpPr/>
          <p:nvPr/>
        </p:nvSpPr>
        <p:spPr>
          <a:xfrm>
            <a:off x="4446106" y="6131657"/>
            <a:ext cx="4661680" cy="752096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9" name="Google Shape;644;p25">
            <a:extLst>
              <a:ext uri="{FF2B5EF4-FFF2-40B4-BE49-F238E27FC236}">
                <a16:creationId xmlns:a16="http://schemas.microsoft.com/office/drawing/2014/main" id="{63A782C1-A662-3D84-7529-628C8AC95293}"/>
              </a:ext>
            </a:extLst>
          </p:cNvPr>
          <p:cNvSpPr/>
          <p:nvPr/>
        </p:nvSpPr>
        <p:spPr>
          <a:xfrm>
            <a:off x="3842868" y="6012263"/>
            <a:ext cx="4661680" cy="752096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0" name="Google Shape;645;p25">
            <a:extLst>
              <a:ext uri="{FF2B5EF4-FFF2-40B4-BE49-F238E27FC236}">
                <a16:creationId xmlns:a16="http://schemas.microsoft.com/office/drawing/2014/main" id="{AFE101F7-DDFB-5939-C12E-EEAA9AD37627}"/>
              </a:ext>
            </a:extLst>
          </p:cNvPr>
          <p:cNvSpPr/>
          <p:nvPr/>
        </p:nvSpPr>
        <p:spPr>
          <a:xfrm>
            <a:off x="3206108" y="5919015"/>
            <a:ext cx="4661680" cy="752096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1" name="Google Shape;646;p25">
            <a:extLst>
              <a:ext uri="{FF2B5EF4-FFF2-40B4-BE49-F238E27FC236}">
                <a16:creationId xmlns:a16="http://schemas.microsoft.com/office/drawing/2014/main" id="{661237B4-3868-B427-D82B-1C43105AC2CD}"/>
              </a:ext>
            </a:extLst>
          </p:cNvPr>
          <p:cNvSpPr/>
          <p:nvPr/>
        </p:nvSpPr>
        <p:spPr>
          <a:xfrm>
            <a:off x="2821189" y="5838299"/>
            <a:ext cx="4661680" cy="752096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2" name="Google Shape;647;p25">
            <a:extLst>
              <a:ext uri="{FF2B5EF4-FFF2-40B4-BE49-F238E27FC236}">
                <a16:creationId xmlns:a16="http://schemas.microsoft.com/office/drawing/2014/main" id="{53E31AF3-321E-5AA3-70F8-30FD1F5BEAA8}"/>
              </a:ext>
            </a:extLst>
          </p:cNvPr>
          <p:cNvSpPr/>
          <p:nvPr/>
        </p:nvSpPr>
        <p:spPr>
          <a:xfrm>
            <a:off x="2278656" y="5757018"/>
            <a:ext cx="4661680" cy="752096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3" name="Google Shape;648;p25">
            <a:extLst>
              <a:ext uri="{FF2B5EF4-FFF2-40B4-BE49-F238E27FC236}">
                <a16:creationId xmlns:a16="http://schemas.microsoft.com/office/drawing/2014/main" id="{4F753A6B-681D-2C54-0A45-A2C1419F62E9}"/>
              </a:ext>
            </a:extLst>
          </p:cNvPr>
          <p:cNvSpPr/>
          <p:nvPr/>
        </p:nvSpPr>
        <p:spPr>
          <a:xfrm>
            <a:off x="1981488" y="5720504"/>
            <a:ext cx="4661680" cy="752096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4" name="Google Shape;649;p25">
            <a:extLst>
              <a:ext uri="{FF2B5EF4-FFF2-40B4-BE49-F238E27FC236}">
                <a16:creationId xmlns:a16="http://schemas.microsoft.com/office/drawing/2014/main" id="{51D441CF-4FFD-084C-DE26-C535059488E2}"/>
              </a:ext>
            </a:extLst>
          </p:cNvPr>
          <p:cNvSpPr/>
          <p:nvPr/>
        </p:nvSpPr>
        <p:spPr>
          <a:xfrm>
            <a:off x="1791542" y="5645416"/>
            <a:ext cx="4661680" cy="752096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7" name="Google Shape;652;p25">
            <a:extLst>
              <a:ext uri="{FF2B5EF4-FFF2-40B4-BE49-F238E27FC236}">
                <a16:creationId xmlns:a16="http://schemas.microsoft.com/office/drawing/2014/main" id="{74EA690D-65CD-6BA5-C8F5-762FE2540104}"/>
              </a:ext>
            </a:extLst>
          </p:cNvPr>
          <p:cNvSpPr/>
          <p:nvPr/>
        </p:nvSpPr>
        <p:spPr>
          <a:xfrm>
            <a:off x="8956704" y="6131656"/>
            <a:ext cx="1883291" cy="741739"/>
          </a:xfrm>
          <a:prstGeom prst="roundRect">
            <a:avLst>
              <a:gd name="adj" fmla="val 16667"/>
            </a:avLst>
          </a:prstGeom>
          <a:solidFill>
            <a:srgbClr val="F7EBD9">
              <a:alpha val="9803"/>
            </a:srgbClr>
          </a:solidFill>
          <a:ln w="15875" cap="flat" cmpd="sng">
            <a:solidFill>
              <a:srgbClr val="000000">
                <a:alpha val="2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8" name="Google Shape;653;p25">
            <a:extLst>
              <a:ext uri="{FF2B5EF4-FFF2-40B4-BE49-F238E27FC236}">
                <a16:creationId xmlns:a16="http://schemas.microsoft.com/office/drawing/2014/main" id="{72E70615-8456-D1FB-1C0C-DD045D738E7C}"/>
              </a:ext>
            </a:extLst>
          </p:cNvPr>
          <p:cNvSpPr txBox="1"/>
          <p:nvPr/>
        </p:nvSpPr>
        <p:spPr>
          <a:xfrm>
            <a:off x="9861287" y="6263189"/>
            <a:ext cx="15405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0</a:t>
            </a:r>
            <a:r>
              <a:rPr lang="en-US" sz="1800" b="1">
                <a:solidFill>
                  <a:srgbClr val="C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+5</a:t>
            </a:r>
            <a:r>
              <a:rPr lang="en-US" sz="1800" b="1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=5</a:t>
            </a:r>
            <a:endParaRPr/>
          </a:p>
        </p:txBody>
      </p:sp>
      <p:sp>
        <p:nvSpPr>
          <p:cNvPr id="39" name="Google Shape;625;p25">
            <a:extLst>
              <a:ext uri="{FF2B5EF4-FFF2-40B4-BE49-F238E27FC236}">
                <a16:creationId xmlns:a16="http://schemas.microsoft.com/office/drawing/2014/main" id="{D34FD088-DB4F-3D19-F2DA-E19A50F08E4D}"/>
              </a:ext>
            </a:extLst>
          </p:cNvPr>
          <p:cNvSpPr/>
          <p:nvPr/>
        </p:nvSpPr>
        <p:spPr>
          <a:xfrm>
            <a:off x="59333" y="5664911"/>
            <a:ext cx="12192000" cy="1218842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5" name="Google Shape;650;p25">
            <a:extLst>
              <a:ext uri="{FF2B5EF4-FFF2-40B4-BE49-F238E27FC236}">
                <a16:creationId xmlns:a16="http://schemas.microsoft.com/office/drawing/2014/main" id="{BCADA023-E7B1-8CB6-C9E7-953833FA1DD7}"/>
              </a:ext>
            </a:extLst>
          </p:cNvPr>
          <p:cNvSpPr/>
          <p:nvPr/>
        </p:nvSpPr>
        <p:spPr>
          <a:xfrm>
            <a:off x="5338740" y="4745708"/>
            <a:ext cx="1666477" cy="1041590"/>
          </a:xfrm>
          <a:prstGeom prst="roundRect">
            <a:avLst>
              <a:gd name="adj" fmla="val 16667"/>
            </a:avLst>
          </a:prstGeom>
          <a:solidFill>
            <a:srgbClr val="F7EBD9">
              <a:alpha val="9803"/>
            </a:srgbClr>
          </a:solidFill>
          <a:ln w="15875" cap="flat" cmpd="sng">
            <a:solidFill>
              <a:srgbClr val="000000">
                <a:alpha val="2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  <p:extLst>
      <p:ext uri="{BB962C8B-B14F-4D97-AF65-F5344CB8AC3E}">
        <p14:creationId xmlns:p14="http://schemas.microsoft.com/office/powerpoint/2010/main" val="34718380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09F36-3EA1-12BB-B87E-0AA5D4888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3ECB1-ED63-366D-601F-F9645879E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Google Shape;618;p25">
            <a:extLst>
              <a:ext uri="{FF2B5EF4-FFF2-40B4-BE49-F238E27FC236}">
                <a16:creationId xmlns:a16="http://schemas.microsoft.com/office/drawing/2014/main" id="{F2CCE819-F905-3B95-E9D0-1CB97CF32C5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-1" b="54"/>
          <a:stretch/>
        </p:blipFill>
        <p:spPr>
          <a:xfrm>
            <a:off x="0" y="-1"/>
            <a:ext cx="12192000" cy="685347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621;p25">
            <a:extLst>
              <a:ext uri="{FF2B5EF4-FFF2-40B4-BE49-F238E27FC236}">
                <a16:creationId xmlns:a16="http://schemas.microsoft.com/office/drawing/2014/main" id="{0F2D4F1C-6A46-8F26-9B48-7E4EC1B425F4}"/>
              </a:ext>
            </a:extLst>
          </p:cNvPr>
          <p:cNvSpPr/>
          <p:nvPr/>
        </p:nvSpPr>
        <p:spPr>
          <a:xfrm>
            <a:off x="6096000" y="0"/>
            <a:ext cx="2441418" cy="860079"/>
          </a:xfrm>
          <a:prstGeom prst="roundRect">
            <a:avLst>
              <a:gd name="adj" fmla="val 16667"/>
            </a:avLst>
          </a:prstGeom>
          <a:solidFill>
            <a:srgbClr val="F7EBD9">
              <a:alpha val="9803"/>
            </a:srgbClr>
          </a:solidFill>
          <a:ln w="15875" cap="flat" cmpd="sng">
            <a:solidFill>
              <a:srgbClr val="000000">
                <a:alpha val="2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7" name="Google Shape;622;p25">
            <a:extLst>
              <a:ext uri="{FF2B5EF4-FFF2-40B4-BE49-F238E27FC236}">
                <a16:creationId xmlns:a16="http://schemas.microsoft.com/office/drawing/2014/main" id="{F690B573-9DCA-8454-3040-513DFA3D5F3D}"/>
              </a:ext>
            </a:extLst>
          </p:cNvPr>
          <p:cNvSpPr/>
          <p:nvPr/>
        </p:nvSpPr>
        <p:spPr>
          <a:xfrm>
            <a:off x="5204233" y="1210663"/>
            <a:ext cx="2441418" cy="860079"/>
          </a:xfrm>
          <a:prstGeom prst="roundRect">
            <a:avLst>
              <a:gd name="adj" fmla="val 16667"/>
            </a:avLst>
          </a:prstGeom>
          <a:solidFill>
            <a:srgbClr val="F7EBD9">
              <a:alpha val="9803"/>
            </a:srgbClr>
          </a:solidFill>
          <a:ln w="15875" cap="flat" cmpd="sng">
            <a:solidFill>
              <a:srgbClr val="000000">
                <a:alpha val="2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8" name="Google Shape;623;p25">
            <a:extLst>
              <a:ext uri="{FF2B5EF4-FFF2-40B4-BE49-F238E27FC236}">
                <a16:creationId xmlns:a16="http://schemas.microsoft.com/office/drawing/2014/main" id="{FFE9056D-509C-F75D-03C3-ED88F343B119}"/>
              </a:ext>
            </a:extLst>
          </p:cNvPr>
          <p:cNvSpPr/>
          <p:nvPr/>
        </p:nvSpPr>
        <p:spPr>
          <a:xfrm>
            <a:off x="334147" y="1964601"/>
            <a:ext cx="3712752" cy="1348967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9" name="Google Shape;624;p25">
            <a:extLst>
              <a:ext uri="{FF2B5EF4-FFF2-40B4-BE49-F238E27FC236}">
                <a16:creationId xmlns:a16="http://schemas.microsoft.com/office/drawing/2014/main" id="{39BC240A-73FB-2241-71DB-67DB9B77B4FE}"/>
              </a:ext>
            </a:extLst>
          </p:cNvPr>
          <p:cNvSpPr/>
          <p:nvPr/>
        </p:nvSpPr>
        <p:spPr>
          <a:xfrm>
            <a:off x="9251132" y="1963611"/>
            <a:ext cx="2940868" cy="1348967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0" name="Google Shape;625;p25">
            <a:extLst>
              <a:ext uri="{FF2B5EF4-FFF2-40B4-BE49-F238E27FC236}">
                <a16:creationId xmlns:a16="http://schemas.microsoft.com/office/drawing/2014/main" id="{B8EE484B-0A79-6BED-959F-4473CFE129B6}"/>
              </a:ext>
            </a:extLst>
          </p:cNvPr>
          <p:cNvSpPr/>
          <p:nvPr/>
        </p:nvSpPr>
        <p:spPr>
          <a:xfrm>
            <a:off x="59333" y="3193889"/>
            <a:ext cx="5368973" cy="3689864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1" name="Google Shape;626;p25">
            <a:extLst>
              <a:ext uri="{FF2B5EF4-FFF2-40B4-BE49-F238E27FC236}">
                <a16:creationId xmlns:a16="http://schemas.microsoft.com/office/drawing/2014/main" id="{EE38EC6F-005B-2F5C-AE3B-CE0BB8AE5058}"/>
              </a:ext>
            </a:extLst>
          </p:cNvPr>
          <p:cNvSpPr/>
          <p:nvPr/>
        </p:nvSpPr>
        <p:spPr>
          <a:xfrm>
            <a:off x="7769572" y="3193890"/>
            <a:ext cx="4280589" cy="1206049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2" name="Google Shape;627;p25">
            <a:extLst>
              <a:ext uri="{FF2B5EF4-FFF2-40B4-BE49-F238E27FC236}">
                <a16:creationId xmlns:a16="http://schemas.microsoft.com/office/drawing/2014/main" id="{C56CD625-8C0D-3DD1-E585-BF25124559F1}"/>
              </a:ext>
            </a:extLst>
          </p:cNvPr>
          <p:cNvSpPr/>
          <p:nvPr/>
        </p:nvSpPr>
        <p:spPr>
          <a:xfrm>
            <a:off x="2666448" y="4414706"/>
            <a:ext cx="3429552" cy="1225604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3" name="Google Shape;628;p25">
            <a:extLst>
              <a:ext uri="{FF2B5EF4-FFF2-40B4-BE49-F238E27FC236}">
                <a16:creationId xmlns:a16="http://schemas.microsoft.com/office/drawing/2014/main" id="{2E2071EB-04FC-7857-FB27-BF9E7A5C3360}"/>
              </a:ext>
            </a:extLst>
          </p:cNvPr>
          <p:cNvSpPr/>
          <p:nvPr/>
        </p:nvSpPr>
        <p:spPr>
          <a:xfrm>
            <a:off x="2731330" y="4845161"/>
            <a:ext cx="3429552" cy="795148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4" name="Google Shape;629;p25">
            <a:extLst>
              <a:ext uri="{FF2B5EF4-FFF2-40B4-BE49-F238E27FC236}">
                <a16:creationId xmlns:a16="http://schemas.microsoft.com/office/drawing/2014/main" id="{B6512FCF-20EE-9A93-642F-8BDD87C30F5A}"/>
              </a:ext>
            </a:extLst>
          </p:cNvPr>
          <p:cNvSpPr/>
          <p:nvPr/>
        </p:nvSpPr>
        <p:spPr>
          <a:xfrm>
            <a:off x="6940336" y="4411374"/>
            <a:ext cx="5251664" cy="1218843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5" name="Google Shape;630;p25">
            <a:extLst>
              <a:ext uri="{FF2B5EF4-FFF2-40B4-BE49-F238E27FC236}">
                <a16:creationId xmlns:a16="http://schemas.microsoft.com/office/drawing/2014/main" id="{A81F19FD-DDEB-0C77-B07D-344652F39E4B}"/>
              </a:ext>
            </a:extLst>
          </p:cNvPr>
          <p:cNvSpPr txBox="1"/>
          <p:nvPr/>
        </p:nvSpPr>
        <p:spPr>
          <a:xfrm>
            <a:off x="5279718" y="5076220"/>
            <a:ext cx="175788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</a:t>
            </a:r>
            <a:r>
              <a:rPr lang="en-US" sz="1800" b="1" dirty="0">
                <a:solidFill>
                  <a:srgbClr val="C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+4</a:t>
            </a:r>
            <a:r>
              <a:rPr lang="en-US" sz="1800" b="1" dirty="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=5</a:t>
            </a:r>
            <a:endParaRPr dirty="0"/>
          </a:p>
        </p:txBody>
      </p:sp>
      <p:sp>
        <p:nvSpPr>
          <p:cNvPr id="17" name="Google Shape;632;p25">
            <a:extLst>
              <a:ext uri="{FF2B5EF4-FFF2-40B4-BE49-F238E27FC236}">
                <a16:creationId xmlns:a16="http://schemas.microsoft.com/office/drawing/2014/main" id="{3B8F1793-3505-E366-33E3-AEC5457B1213}"/>
              </a:ext>
            </a:extLst>
          </p:cNvPr>
          <p:cNvSpPr/>
          <p:nvPr/>
        </p:nvSpPr>
        <p:spPr>
          <a:xfrm>
            <a:off x="5339409" y="2440686"/>
            <a:ext cx="1865128" cy="860079"/>
          </a:xfrm>
          <a:prstGeom prst="roundRect">
            <a:avLst>
              <a:gd name="adj" fmla="val 16667"/>
            </a:avLst>
          </a:prstGeom>
          <a:solidFill>
            <a:srgbClr val="F7EBD9">
              <a:alpha val="9803"/>
            </a:srgbClr>
          </a:solidFill>
          <a:ln w="15875" cap="flat" cmpd="sng">
            <a:solidFill>
              <a:srgbClr val="000000">
                <a:alpha val="2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8" name="Google Shape;633;p25">
            <a:extLst>
              <a:ext uri="{FF2B5EF4-FFF2-40B4-BE49-F238E27FC236}">
                <a16:creationId xmlns:a16="http://schemas.microsoft.com/office/drawing/2014/main" id="{79F94177-10C7-8542-057A-2E1BF8BA112B}"/>
              </a:ext>
            </a:extLst>
          </p:cNvPr>
          <p:cNvSpPr/>
          <p:nvPr/>
        </p:nvSpPr>
        <p:spPr>
          <a:xfrm>
            <a:off x="5484698" y="3488463"/>
            <a:ext cx="1209454" cy="1041590"/>
          </a:xfrm>
          <a:prstGeom prst="roundRect">
            <a:avLst>
              <a:gd name="adj" fmla="val 16667"/>
            </a:avLst>
          </a:prstGeom>
          <a:solidFill>
            <a:srgbClr val="F7EBD9">
              <a:alpha val="9803"/>
            </a:srgbClr>
          </a:solidFill>
          <a:ln w="15875" cap="flat" cmpd="sng">
            <a:solidFill>
              <a:srgbClr val="000000">
                <a:alpha val="2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9" name="Google Shape;634;p25">
            <a:extLst>
              <a:ext uri="{FF2B5EF4-FFF2-40B4-BE49-F238E27FC236}">
                <a16:creationId xmlns:a16="http://schemas.microsoft.com/office/drawing/2014/main" id="{F22B5FD6-4149-AFF4-6564-235357CB9C62}"/>
              </a:ext>
            </a:extLst>
          </p:cNvPr>
          <p:cNvSpPr txBox="1"/>
          <p:nvPr/>
        </p:nvSpPr>
        <p:spPr>
          <a:xfrm>
            <a:off x="4381224" y="3776849"/>
            <a:ext cx="175788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</a:t>
            </a:r>
            <a:r>
              <a:rPr lang="en-U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+3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=5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20" name="Google Shape;635;p25">
            <a:extLst>
              <a:ext uri="{FF2B5EF4-FFF2-40B4-BE49-F238E27FC236}">
                <a16:creationId xmlns:a16="http://schemas.microsoft.com/office/drawing/2014/main" id="{7180A453-9F76-16D4-3C44-A33A78DBC97E}"/>
              </a:ext>
            </a:extLst>
          </p:cNvPr>
          <p:cNvSpPr txBox="1"/>
          <p:nvPr/>
        </p:nvSpPr>
        <p:spPr>
          <a:xfrm>
            <a:off x="7532102" y="3851779"/>
            <a:ext cx="175788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1+1+1+1</a:t>
            </a:r>
            <a:r>
              <a:rPr lang="en-U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+3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=7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21" name="Google Shape;636;p25">
            <a:extLst>
              <a:ext uri="{FF2B5EF4-FFF2-40B4-BE49-F238E27FC236}">
                <a16:creationId xmlns:a16="http://schemas.microsoft.com/office/drawing/2014/main" id="{B573A51B-6452-1CBA-C6D4-9D683F23E122}"/>
              </a:ext>
            </a:extLst>
          </p:cNvPr>
          <p:cNvSpPr txBox="1"/>
          <p:nvPr/>
        </p:nvSpPr>
        <p:spPr>
          <a:xfrm>
            <a:off x="3276600" y="2547560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2+1+2</a:t>
            </a:r>
            <a:endParaRPr dirty="0">
              <a:solidFill>
                <a:srgbClr val="7030A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+2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=7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22" name="Google Shape;637;p25">
            <a:extLst>
              <a:ext uri="{FF2B5EF4-FFF2-40B4-BE49-F238E27FC236}">
                <a16:creationId xmlns:a16="http://schemas.microsoft.com/office/drawing/2014/main" id="{ECEAA48B-D94B-9708-14D3-97C4253C2C80}"/>
              </a:ext>
            </a:extLst>
          </p:cNvPr>
          <p:cNvSpPr txBox="1"/>
          <p:nvPr/>
        </p:nvSpPr>
        <p:spPr>
          <a:xfrm>
            <a:off x="5493567" y="2547559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C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+2</a:t>
            </a:r>
            <a:r>
              <a:rPr lang="en-US" sz="1800" b="1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=5</a:t>
            </a:r>
            <a:endParaRPr/>
          </a:p>
        </p:txBody>
      </p:sp>
      <p:sp>
        <p:nvSpPr>
          <p:cNvPr id="23" name="Google Shape;638;p25">
            <a:extLst>
              <a:ext uri="{FF2B5EF4-FFF2-40B4-BE49-F238E27FC236}">
                <a16:creationId xmlns:a16="http://schemas.microsoft.com/office/drawing/2014/main" id="{2D9A16B7-0D50-4C9C-F8EF-2B197B2B5A7B}"/>
              </a:ext>
            </a:extLst>
          </p:cNvPr>
          <p:cNvSpPr txBox="1"/>
          <p:nvPr/>
        </p:nvSpPr>
        <p:spPr>
          <a:xfrm>
            <a:off x="7435720" y="2521864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1+1+1+2</a:t>
            </a:r>
            <a:endParaRPr dirty="0">
              <a:solidFill>
                <a:srgbClr val="7030A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+2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=7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24" name="Google Shape;639;p25">
            <a:extLst>
              <a:ext uri="{FF2B5EF4-FFF2-40B4-BE49-F238E27FC236}">
                <a16:creationId xmlns:a16="http://schemas.microsoft.com/office/drawing/2014/main" id="{CEE9748A-B51A-AB39-9ED6-657FCCB10332}"/>
              </a:ext>
            </a:extLst>
          </p:cNvPr>
          <p:cNvSpPr txBox="1"/>
          <p:nvPr/>
        </p:nvSpPr>
        <p:spPr>
          <a:xfrm>
            <a:off x="6944007" y="176542"/>
            <a:ext cx="171110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1+1+1+2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 5</a:t>
            </a:r>
            <a:endParaRPr dirty="0"/>
          </a:p>
        </p:txBody>
      </p:sp>
      <p:sp>
        <p:nvSpPr>
          <p:cNvPr id="25" name="Google Shape;640;p25">
            <a:extLst>
              <a:ext uri="{FF2B5EF4-FFF2-40B4-BE49-F238E27FC236}">
                <a16:creationId xmlns:a16="http://schemas.microsoft.com/office/drawing/2014/main" id="{9FB43D0A-8973-6799-B37E-BF8CE85199D8}"/>
              </a:ext>
            </a:extLst>
          </p:cNvPr>
          <p:cNvSpPr txBox="1"/>
          <p:nvPr/>
        </p:nvSpPr>
        <p:spPr>
          <a:xfrm>
            <a:off x="1229763" y="1424412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1+1+1+1+2</a:t>
            </a:r>
            <a:endParaRPr dirty="0">
              <a:solidFill>
                <a:srgbClr val="7030A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+1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=7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26" name="Google Shape;641;p25">
            <a:extLst>
              <a:ext uri="{FF2B5EF4-FFF2-40B4-BE49-F238E27FC236}">
                <a16:creationId xmlns:a16="http://schemas.microsoft.com/office/drawing/2014/main" id="{03E09502-83B8-0BF2-E384-08C86B10DD0D}"/>
              </a:ext>
            </a:extLst>
          </p:cNvPr>
          <p:cNvSpPr txBox="1"/>
          <p:nvPr/>
        </p:nvSpPr>
        <p:spPr>
          <a:xfrm>
            <a:off x="5403409" y="1424411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1+1+2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C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+1</a:t>
            </a:r>
            <a:r>
              <a:rPr lang="en-US" sz="1800" b="1" dirty="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=5</a:t>
            </a:r>
            <a:endParaRPr dirty="0"/>
          </a:p>
        </p:txBody>
      </p:sp>
      <p:sp>
        <p:nvSpPr>
          <p:cNvPr id="27" name="Google Shape;642;p25">
            <a:extLst>
              <a:ext uri="{FF2B5EF4-FFF2-40B4-BE49-F238E27FC236}">
                <a16:creationId xmlns:a16="http://schemas.microsoft.com/office/drawing/2014/main" id="{BC9BC35A-95C8-D27C-65C4-D1DEA6ADAE5E}"/>
              </a:ext>
            </a:extLst>
          </p:cNvPr>
          <p:cNvSpPr txBox="1"/>
          <p:nvPr/>
        </p:nvSpPr>
        <p:spPr>
          <a:xfrm>
            <a:off x="8347295" y="1424410"/>
            <a:ext cx="15405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1+1+1+1+2</a:t>
            </a:r>
            <a:endParaRPr dirty="0">
              <a:solidFill>
                <a:srgbClr val="7030A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+1</a:t>
            </a:r>
            <a:r>
              <a:rPr lang="en-US" sz="1800" b="1" dirty="0">
                <a:solidFill>
                  <a:srgbClr val="7030A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=7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28" name="Google Shape;643;p25">
            <a:extLst>
              <a:ext uri="{FF2B5EF4-FFF2-40B4-BE49-F238E27FC236}">
                <a16:creationId xmlns:a16="http://schemas.microsoft.com/office/drawing/2014/main" id="{8C5F0B14-5C5C-50FD-5DA0-483AABCECD5A}"/>
              </a:ext>
            </a:extLst>
          </p:cNvPr>
          <p:cNvSpPr/>
          <p:nvPr/>
        </p:nvSpPr>
        <p:spPr>
          <a:xfrm>
            <a:off x="4446106" y="6131657"/>
            <a:ext cx="4661680" cy="752096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9" name="Google Shape;644;p25">
            <a:extLst>
              <a:ext uri="{FF2B5EF4-FFF2-40B4-BE49-F238E27FC236}">
                <a16:creationId xmlns:a16="http://schemas.microsoft.com/office/drawing/2014/main" id="{476464D7-561A-E1EE-664E-4D412BDE0ED6}"/>
              </a:ext>
            </a:extLst>
          </p:cNvPr>
          <p:cNvSpPr/>
          <p:nvPr/>
        </p:nvSpPr>
        <p:spPr>
          <a:xfrm>
            <a:off x="3842868" y="6012263"/>
            <a:ext cx="4661680" cy="752096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0" name="Google Shape;645;p25">
            <a:extLst>
              <a:ext uri="{FF2B5EF4-FFF2-40B4-BE49-F238E27FC236}">
                <a16:creationId xmlns:a16="http://schemas.microsoft.com/office/drawing/2014/main" id="{779A4040-335F-FC1A-82AB-700A1E129975}"/>
              </a:ext>
            </a:extLst>
          </p:cNvPr>
          <p:cNvSpPr/>
          <p:nvPr/>
        </p:nvSpPr>
        <p:spPr>
          <a:xfrm>
            <a:off x="1981488" y="5577887"/>
            <a:ext cx="9197790" cy="1272919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1" name="Google Shape;646;p25">
            <a:extLst>
              <a:ext uri="{FF2B5EF4-FFF2-40B4-BE49-F238E27FC236}">
                <a16:creationId xmlns:a16="http://schemas.microsoft.com/office/drawing/2014/main" id="{0E714D6C-22D2-8569-03CC-1E85EC0905E8}"/>
              </a:ext>
            </a:extLst>
          </p:cNvPr>
          <p:cNvSpPr/>
          <p:nvPr/>
        </p:nvSpPr>
        <p:spPr>
          <a:xfrm>
            <a:off x="2821189" y="5838299"/>
            <a:ext cx="4661680" cy="752096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2" name="Google Shape;647;p25">
            <a:extLst>
              <a:ext uri="{FF2B5EF4-FFF2-40B4-BE49-F238E27FC236}">
                <a16:creationId xmlns:a16="http://schemas.microsoft.com/office/drawing/2014/main" id="{0CB47361-012E-FBC6-DBCD-0512F6DA8A79}"/>
              </a:ext>
            </a:extLst>
          </p:cNvPr>
          <p:cNvSpPr/>
          <p:nvPr/>
        </p:nvSpPr>
        <p:spPr>
          <a:xfrm>
            <a:off x="2278656" y="5757018"/>
            <a:ext cx="4661680" cy="752096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3" name="Google Shape;648;p25">
            <a:extLst>
              <a:ext uri="{FF2B5EF4-FFF2-40B4-BE49-F238E27FC236}">
                <a16:creationId xmlns:a16="http://schemas.microsoft.com/office/drawing/2014/main" id="{EE64DC2C-B172-A34E-FCB1-4B4F64425F34}"/>
              </a:ext>
            </a:extLst>
          </p:cNvPr>
          <p:cNvSpPr/>
          <p:nvPr/>
        </p:nvSpPr>
        <p:spPr>
          <a:xfrm>
            <a:off x="1981488" y="5720504"/>
            <a:ext cx="4661680" cy="752096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4" name="Google Shape;649;p25">
            <a:extLst>
              <a:ext uri="{FF2B5EF4-FFF2-40B4-BE49-F238E27FC236}">
                <a16:creationId xmlns:a16="http://schemas.microsoft.com/office/drawing/2014/main" id="{880C817C-7787-1F0B-F61F-99F9F27533BE}"/>
              </a:ext>
            </a:extLst>
          </p:cNvPr>
          <p:cNvSpPr/>
          <p:nvPr/>
        </p:nvSpPr>
        <p:spPr>
          <a:xfrm>
            <a:off x="1791542" y="5645416"/>
            <a:ext cx="4661680" cy="752096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8125D8-C8B5-0C35-53F7-8CDB0B00AB8F}"/>
              </a:ext>
            </a:extLst>
          </p:cNvPr>
          <p:cNvSpPr/>
          <p:nvPr/>
        </p:nvSpPr>
        <p:spPr>
          <a:xfrm>
            <a:off x="1187689" y="5381116"/>
            <a:ext cx="1991761" cy="142942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Goal Reached </a:t>
            </a:r>
          </a:p>
          <a:p>
            <a:pPr algn="ctr"/>
            <a:r>
              <a:rPr lang="en-US" dirty="0"/>
              <a:t>Stop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056A48B-407A-2B25-0262-08D51108EB1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3522" t="66694" r="14274" b="22543"/>
          <a:stretch>
            <a:fillRect/>
          </a:stretch>
        </p:blipFill>
        <p:spPr>
          <a:xfrm>
            <a:off x="4231167" y="5688532"/>
            <a:ext cx="4553568" cy="1241576"/>
          </a:xfrm>
          <a:prstGeom prst="rect">
            <a:avLst/>
          </a:prstGeom>
        </p:spPr>
      </p:pic>
      <p:sp>
        <p:nvSpPr>
          <p:cNvPr id="35" name="Google Shape;650;p25">
            <a:extLst>
              <a:ext uri="{FF2B5EF4-FFF2-40B4-BE49-F238E27FC236}">
                <a16:creationId xmlns:a16="http://schemas.microsoft.com/office/drawing/2014/main" id="{B10B5844-9F33-D6E3-DE7F-9FDFA5164F95}"/>
              </a:ext>
            </a:extLst>
          </p:cNvPr>
          <p:cNvSpPr/>
          <p:nvPr/>
        </p:nvSpPr>
        <p:spPr>
          <a:xfrm>
            <a:off x="5338740" y="4745708"/>
            <a:ext cx="1666477" cy="1041590"/>
          </a:xfrm>
          <a:prstGeom prst="roundRect">
            <a:avLst>
              <a:gd name="adj" fmla="val 16667"/>
            </a:avLst>
          </a:prstGeom>
          <a:solidFill>
            <a:srgbClr val="F7EBD9">
              <a:alpha val="9803"/>
            </a:srgbClr>
          </a:solidFill>
          <a:ln w="15875" cap="flat" cmpd="sng">
            <a:solidFill>
              <a:srgbClr val="000000">
                <a:alpha val="2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6" name="Google Shape;652;p25">
            <a:extLst>
              <a:ext uri="{FF2B5EF4-FFF2-40B4-BE49-F238E27FC236}">
                <a16:creationId xmlns:a16="http://schemas.microsoft.com/office/drawing/2014/main" id="{0279DB81-1803-F7E4-5870-3B31754B866D}"/>
              </a:ext>
            </a:extLst>
          </p:cNvPr>
          <p:cNvSpPr/>
          <p:nvPr/>
        </p:nvSpPr>
        <p:spPr>
          <a:xfrm>
            <a:off x="4372814" y="6070764"/>
            <a:ext cx="1883291" cy="741739"/>
          </a:xfrm>
          <a:prstGeom prst="roundRect">
            <a:avLst>
              <a:gd name="adj" fmla="val 16667"/>
            </a:avLst>
          </a:prstGeom>
          <a:solidFill>
            <a:srgbClr val="F7EBD9">
              <a:alpha val="9803"/>
            </a:srgbClr>
          </a:solidFill>
          <a:ln w="15875" cap="flat" cmpd="sng">
            <a:solidFill>
              <a:srgbClr val="000000">
                <a:alpha val="2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  <p:extLst>
      <p:ext uri="{BB962C8B-B14F-4D97-AF65-F5344CB8AC3E}">
        <p14:creationId xmlns:p14="http://schemas.microsoft.com/office/powerpoint/2010/main" val="16142771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976A8E-B413-DAE7-8C57-BC1F9455D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anchor="ctr">
            <a:normAutofit/>
          </a:bodyPr>
          <a:lstStyle/>
          <a:p>
            <a:pPr algn="ctr"/>
            <a:r>
              <a:rPr lang="en-US" sz="3600">
                <a:solidFill>
                  <a:srgbClr val="FFFFFF"/>
                </a:solidFill>
              </a:rPr>
              <a:t>Question 2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66099E-21CB-AAF7-6F40-CAD577FB61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6155" y="182050"/>
            <a:ext cx="7895316" cy="649390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F7C4822-9E30-69AC-74E4-5BD34982C394}"/>
              </a:ext>
            </a:extLst>
          </p:cNvPr>
          <p:cNvCxnSpPr>
            <a:cxnSpLocks/>
          </p:cNvCxnSpPr>
          <p:nvPr/>
        </p:nvCxnSpPr>
        <p:spPr>
          <a:xfrm flipH="1">
            <a:off x="6282813" y="1504335"/>
            <a:ext cx="14748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28740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6F467A-9D31-DDDE-5953-C4E812BD4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dirty="0"/>
              <a:t>In this question the </a:t>
            </a:r>
            <a:r>
              <a:rPr lang="en-US" sz="3200" dirty="0">
                <a:solidFill>
                  <a:srgbClr val="FF0000"/>
                </a:solidFill>
              </a:rPr>
              <a:t>heuristic value </a:t>
            </a:r>
            <a:r>
              <a:rPr lang="en-US" sz="3200" dirty="0"/>
              <a:t>is given in the table and </a:t>
            </a:r>
            <a:r>
              <a:rPr lang="en-US" sz="3200" dirty="0">
                <a:solidFill>
                  <a:srgbClr val="FF0000"/>
                </a:solidFill>
              </a:rPr>
              <a:t>the cost values</a:t>
            </a:r>
            <a:r>
              <a:rPr lang="en-US" sz="3200" dirty="0"/>
              <a:t> are in the map </a:t>
            </a:r>
            <a:br>
              <a:rPr lang="en-US" sz="3200" dirty="0"/>
            </a:br>
            <a:r>
              <a:rPr lang="en-US" sz="3200" dirty="0">
                <a:solidFill>
                  <a:srgbClr val="FF0000"/>
                </a:solidFill>
              </a:rPr>
              <a:t>f(n)= H(n) + g(n)</a:t>
            </a:r>
            <a:endParaRPr lang="en-US" sz="3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EC142A4E-CCF7-5FC6-DDB2-8B99E5E23C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621"/>
          <a:stretch/>
        </p:blipFill>
        <p:spPr>
          <a:xfrm>
            <a:off x="5121706" y="1319130"/>
            <a:ext cx="6907634" cy="4219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7083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11C2E-53FD-2D6C-007C-BCCBE8B4D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1. Given the </a:t>
            </a:r>
            <a:r>
              <a:rPr lang="en-US" sz="2400" b="1" dirty="0"/>
              <a:t>Arad/Bucharest </a:t>
            </a:r>
            <a:r>
              <a:rPr lang="en-US" sz="2400" dirty="0"/>
              <a:t>route finding problem and the heuristics table below, show the list n of visited nodes using the following search techniques: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27D9C7-72D6-2D4B-1798-5C58847104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621"/>
          <a:stretch/>
        </p:blipFill>
        <p:spPr>
          <a:xfrm>
            <a:off x="-144266" y="1825625"/>
            <a:ext cx="8232996" cy="50323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69358B9-B30B-7BAF-6768-CB577C93504D}"/>
              </a:ext>
            </a:extLst>
          </p:cNvPr>
          <p:cNvSpPr txBox="1"/>
          <p:nvPr/>
        </p:nvSpPr>
        <p:spPr>
          <a:xfrm>
            <a:off x="8168147" y="1825625"/>
            <a:ext cx="37092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A* 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1D6965E1-1189-B06D-99D3-7E85197B8760}"/>
              </a:ext>
            </a:extLst>
          </p:cNvPr>
          <p:cNvSpPr/>
          <p:nvPr/>
        </p:nvSpPr>
        <p:spPr>
          <a:xfrm>
            <a:off x="2517058" y="3465871"/>
            <a:ext cx="157316" cy="176981"/>
          </a:xfrm>
          <a:prstGeom prst="ellipse">
            <a:avLst/>
          </a:prstGeom>
          <a:solidFill>
            <a:srgbClr val="E97132"/>
          </a:solidFill>
          <a:ln w="19050" cap="flat" cmpd="sng" algn="ctr">
            <a:solidFill>
              <a:srgbClr val="E9713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6C468ECF-BF0C-DDF0-4F04-EF7930DB5679}"/>
              </a:ext>
            </a:extLst>
          </p:cNvPr>
          <p:cNvSpPr/>
          <p:nvPr/>
        </p:nvSpPr>
        <p:spPr>
          <a:xfrm>
            <a:off x="5589638" y="4876800"/>
            <a:ext cx="157316" cy="176981"/>
          </a:xfrm>
          <a:prstGeom prst="ellipse">
            <a:avLst/>
          </a:prstGeom>
          <a:solidFill>
            <a:srgbClr val="0F9ED5"/>
          </a:solidFill>
          <a:ln w="19050" cap="flat" cmpd="sng" algn="ctr">
            <a:solidFill>
              <a:srgbClr val="0F9ED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8DED923D-F5CC-C5CF-74AD-8B0965DA3064}"/>
              </a:ext>
            </a:extLst>
          </p:cNvPr>
          <p:cNvSpPr/>
          <p:nvPr/>
        </p:nvSpPr>
        <p:spPr>
          <a:xfrm>
            <a:off x="9906000" y="2215691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</a:t>
            </a: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9188DF3B-0699-BA4A-35F6-D14EFA1C5BA9}"/>
              </a:ext>
            </a:extLst>
          </p:cNvPr>
          <p:cNvSpPr/>
          <p:nvPr/>
        </p:nvSpPr>
        <p:spPr>
          <a:xfrm>
            <a:off x="11036798" y="3333134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Z</a:t>
            </a: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92CD1EF3-F346-8B52-6876-BCF31CBEABA9}"/>
              </a:ext>
            </a:extLst>
          </p:cNvPr>
          <p:cNvSpPr/>
          <p:nvPr/>
        </p:nvSpPr>
        <p:spPr>
          <a:xfrm>
            <a:off x="9906000" y="3353009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60B215C8-9A2E-E75B-BEE0-291E471B9473}"/>
              </a:ext>
            </a:extLst>
          </p:cNvPr>
          <p:cNvSpPr/>
          <p:nvPr/>
        </p:nvSpPr>
        <p:spPr>
          <a:xfrm>
            <a:off x="8695022" y="3333135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</a:t>
            </a:r>
          </a:p>
        </p:txBody>
      </p:sp>
      <p:cxnSp>
        <p:nvCxnSpPr>
          <p:cNvPr id="93" name="Connector: Curved 92">
            <a:extLst>
              <a:ext uri="{FF2B5EF4-FFF2-40B4-BE49-F238E27FC236}">
                <a16:creationId xmlns:a16="http://schemas.microsoft.com/office/drawing/2014/main" id="{10E8172C-E5B1-9A51-D57F-C0C885973949}"/>
              </a:ext>
            </a:extLst>
          </p:cNvPr>
          <p:cNvCxnSpPr>
            <a:stCxn id="89" idx="3"/>
            <a:endCxn id="92" idx="0"/>
          </p:cNvCxnSpPr>
          <p:nvPr/>
        </p:nvCxnSpPr>
        <p:spPr>
          <a:xfrm rot="5400000">
            <a:off x="9228610" y="2554951"/>
            <a:ext cx="588725" cy="967642"/>
          </a:xfrm>
          <a:prstGeom prst="curvedConnector3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94" name="Connector: Curved 93">
            <a:extLst>
              <a:ext uri="{FF2B5EF4-FFF2-40B4-BE49-F238E27FC236}">
                <a16:creationId xmlns:a16="http://schemas.microsoft.com/office/drawing/2014/main" id="{48A2FA8D-517D-5342-B9F1-E90CE04C933B}"/>
              </a:ext>
            </a:extLst>
          </p:cNvPr>
          <p:cNvCxnSpPr>
            <a:cxnSpLocks/>
            <a:stCxn id="89" idx="4"/>
            <a:endCxn id="91" idx="0"/>
          </p:cNvCxnSpPr>
          <p:nvPr/>
        </p:nvCxnSpPr>
        <p:spPr>
          <a:xfrm rot="5400000">
            <a:off x="9991187" y="3094066"/>
            <a:ext cx="517885" cy="12700"/>
          </a:xfrm>
          <a:prstGeom prst="curvedConnector3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95" name="Connector: Curved 94">
            <a:extLst>
              <a:ext uri="{FF2B5EF4-FFF2-40B4-BE49-F238E27FC236}">
                <a16:creationId xmlns:a16="http://schemas.microsoft.com/office/drawing/2014/main" id="{6842257F-3D3E-403F-BDC2-EAF5E1062E96}"/>
              </a:ext>
            </a:extLst>
          </p:cNvPr>
          <p:cNvCxnSpPr>
            <a:cxnSpLocks/>
            <a:stCxn id="89" idx="5"/>
            <a:endCxn id="90" idx="0"/>
          </p:cNvCxnSpPr>
          <p:nvPr/>
        </p:nvCxnSpPr>
        <p:spPr>
          <a:xfrm rot="16200000" flipH="1">
            <a:off x="10642834" y="2595041"/>
            <a:ext cx="588724" cy="887462"/>
          </a:xfrm>
          <a:prstGeom prst="curvedConnector3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8AAA3EB4-4E91-68E3-73DA-B48FE3BD7724}"/>
              </a:ext>
            </a:extLst>
          </p:cNvPr>
          <p:cNvSpPr txBox="1"/>
          <p:nvPr/>
        </p:nvSpPr>
        <p:spPr>
          <a:xfrm>
            <a:off x="9216198" y="2652046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ptos" panose="02110004020202020204"/>
              </a:rPr>
              <a:t>140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837C70C-3F7D-138A-06F3-D5A9F3CF50CA}"/>
              </a:ext>
            </a:extLst>
          </p:cNvPr>
          <p:cNvSpPr txBox="1"/>
          <p:nvPr/>
        </p:nvSpPr>
        <p:spPr>
          <a:xfrm>
            <a:off x="10243779" y="2984491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118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DC378C50-24B8-D217-82EF-9CAE99A44E5C}"/>
              </a:ext>
            </a:extLst>
          </p:cNvPr>
          <p:cNvSpPr txBox="1"/>
          <p:nvPr/>
        </p:nvSpPr>
        <p:spPr>
          <a:xfrm>
            <a:off x="10827662" y="2609136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75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F9F7221-091B-B792-7CF2-EA098A343C58}"/>
              </a:ext>
            </a:extLst>
          </p:cNvPr>
          <p:cNvSpPr txBox="1"/>
          <p:nvPr/>
        </p:nvSpPr>
        <p:spPr>
          <a:xfrm>
            <a:off x="7695503" y="4098166"/>
            <a:ext cx="1913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140 +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ptos" panose="02110004020202020204"/>
              </a:rPr>
              <a:t>253 </a:t>
            </a:r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= 393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F4883F70-1A18-E3F3-50DB-C67D010909FD}"/>
              </a:ext>
            </a:extLst>
          </p:cNvPr>
          <p:cNvSpPr txBox="1"/>
          <p:nvPr/>
        </p:nvSpPr>
        <p:spPr>
          <a:xfrm>
            <a:off x="9348577" y="3935387"/>
            <a:ext cx="1913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118 +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ptos" panose="02110004020202020204"/>
              </a:rPr>
              <a:t>329 </a:t>
            </a:r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= 447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CD0452C7-F98D-7BDD-88EE-21BF302EC5D6}"/>
              </a:ext>
            </a:extLst>
          </p:cNvPr>
          <p:cNvSpPr txBox="1"/>
          <p:nvPr/>
        </p:nvSpPr>
        <p:spPr>
          <a:xfrm>
            <a:off x="10706913" y="4152349"/>
            <a:ext cx="1913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75 +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ptos" panose="02110004020202020204"/>
              </a:rPr>
              <a:t>374 </a:t>
            </a:r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= 449</a:t>
            </a:r>
          </a:p>
        </p:txBody>
      </p:sp>
    </p:spTree>
    <p:extLst>
      <p:ext uri="{BB962C8B-B14F-4D97-AF65-F5344CB8AC3E}">
        <p14:creationId xmlns:p14="http://schemas.microsoft.com/office/powerpoint/2010/main" val="3427124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7104C-47D8-A9CC-A60A-09B174F52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2B0C3-B87E-4CDA-3731-C03A63ADF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1. Given the </a:t>
            </a:r>
            <a:r>
              <a:rPr lang="en-US" sz="2400" b="1" dirty="0"/>
              <a:t>Arad/Bucharest </a:t>
            </a:r>
            <a:r>
              <a:rPr lang="en-US" sz="2400" dirty="0"/>
              <a:t>route finding problem and the heuristics table below, show the list n of visited nodes using the following search techniques: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C7EBCE-B3A0-7A4A-A4A1-A5546C1D18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621"/>
          <a:stretch/>
        </p:blipFill>
        <p:spPr>
          <a:xfrm>
            <a:off x="-144266" y="1825625"/>
            <a:ext cx="8232996" cy="50323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CDA03E7-9D8D-DA44-B51B-6E7D37EDE695}"/>
              </a:ext>
            </a:extLst>
          </p:cNvPr>
          <p:cNvSpPr txBox="1"/>
          <p:nvPr/>
        </p:nvSpPr>
        <p:spPr>
          <a:xfrm>
            <a:off x="8168147" y="1825625"/>
            <a:ext cx="37092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A* 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8772E8D7-D0E1-3F97-2B7F-477C1B72B0B4}"/>
              </a:ext>
            </a:extLst>
          </p:cNvPr>
          <p:cNvSpPr/>
          <p:nvPr/>
        </p:nvSpPr>
        <p:spPr>
          <a:xfrm>
            <a:off x="2517058" y="3465871"/>
            <a:ext cx="157316" cy="176981"/>
          </a:xfrm>
          <a:prstGeom prst="ellipse">
            <a:avLst/>
          </a:prstGeom>
          <a:solidFill>
            <a:srgbClr val="E97132"/>
          </a:solidFill>
          <a:ln w="19050" cap="flat" cmpd="sng" algn="ctr">
            <a:solidFill>
              <a:srgbClr val="E9713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90BDCFA1-064B-0EDB-2250-DA835BBBCA82}"/>
              </a:ext>
            </a:extLst>
          </p:cNvPr>
          <p:cNvSpPr/>
          <p:nvPr/>
        </p:nvSpPr>
        <p:spPr>
          <a:xfrm>
            <a:off x="5589638" y="4876800"/>
            <a:ext cx="157316" cy="176981"/>
          </a:xfrm>
          <a:prstGeom prst="ellipse">
            <a:avLst/>
          </a:prstGeom>
          <a:solidFill>
            <a:srgbClr val="0F9ED5"/>
          </a:solidFill>
          <a:ln w="19050" cap="flat" cmpd="sng" algn="ctr">
            <a:solidFill>
              <a:srgbClr val="0F9ED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99B1C2BE-3411-D0FC-9C3E-B28963B3BC61}"/>
              </a:ext>
            </a:extLst>
          </p:cNvPr>
          <p:cNvSpPr/>
          <p:nvPr/>
        </p:nvSpPr>
        <p:spPr>
          <a:xfrm>
            <a:off x="9906000" y="2215691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</a:t>
            </a: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154B80BA-0044-28FC-5172-4D5C2E7A48C1}"/>
              </a:ext>
            </a:extLst>
          </p:cNvPr>
          <p:cNvSpPr/>
          <p:nvPr/>
        </p:nvSpPr>
        <p:spPr>
          <a:xfrm>
            <a:off x="11036798" y="3333134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Z</a:t>
            </a: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C9F509A6-3D53-038C-D247-76E4DF49DD23}"/>
              </a:ext>
            </a:extLst>
          </p:cNvPr>
          <p:cNvSpPr/>
          <p:nvPr/>
        </p:nvSpPr>
        <p:spPr>
          <a:xfrm>
            <a:off x="9906000" y="3353009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44988680-90FA-EE70-239C-5B81C9F0B50B}"/>
              </a:ext>
            </a:extLst>
          </p:cNvPr>
          <p:cNvSpPr/>
          <p:nvPr/>
        </p:nvSpPr>
        <p:spPr>
          <a:xfrm>
            <a:off x="8695022" y="3333135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</a:t>
            </a:r>
          </a:p>
        </p:txBody>
      </p:sp>
      <p:cxnSp>
        <p:nvCxnSpPr>
          <p:cNvPr id="93" name="Connector: Curved 92">
            <a:extLst>
              <a:ext uri="{FF2B5EF4-FFF2-40B4-BE49-F238E27FC236}">
                <a16:creationId xmlns:a16="http://schemas.microsoft.com/office/drawing/2014/main" id="{79B42609-1DE6-1D08-734B-5BC5983ABCE6}"/>
              </a:ext>
            </a:extLst>
          </p:cNvPr>
          <p:cNvCxnSpPr>
            <a:stCxn id="89" idx="3"/>
            <a:endCxn id="92" idx="0"/>
          </p:cNvCxnSpPr>
          <p:nvPr/>
        </p:nvCxnSpPr>
        <p:spPr>
          <a:xfrm rot="5400000">
            <a:off x="9228610" y="2554951"/>
            <a:ext cx="588725" cy="967642"/>
          </a:xfrm>
          <a:prstGeom prst="curvedConnector3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94" name="Connector: Curved 93">
            <a:extLst>
              <a:ext uri="{FF2B5EF4-FFF2-40B4-BE49-F238E27FC236}">
                <a16:creationId xmlns:a16="http://schemas.microsoft.com/office/drawing/2014/main" id="{3DD700F0-0C91-0D21-158E-8D4E08A3771E}"/>
              </a:ext>
            </a:extLst>
          </p:cNvPr>
          <p:cNvCxnSpPr>
            <a:cxnSpLocks/>
            <a:stCxn id="89" idx="4"/>
            <a:endCxn id="91" idx="0"/>
          </p:cNvCxnSpPr>
          <p:nvPr/>
        </p:nvCxnSpPr>
        <p:spPr>
          <a:xfrm rot="5400000">
            <a:off x="9991187" y="3094066"/>
            <a:ext cx="517885" cy="12700"/>
          </a:xfrm>
          <a:prstGeom prst="curvedConnector3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95" name="Connector: Curved 94">
            <a:extLst>
              <a:ext uri="{FF2B5EF4-FFF2-40B4-BE49-F238E27FC236}">
                <a16:creationId xmlns:a16="http://schemas.microsoft.com/office/drawing/2014/main" id="{0A4142F4-C40A-A033-7B42-BA29D5C91937}"/>
              </a:ext>
            </a:extLst>
          </p:cNvPr>
          <p:cNvCxnSpPr>
            <a:cxnSpLocks/>
            <a:stCxn id="89" idx="5"/>
            <a:endCxn id="90" idx="0"/>
          </p:cNvCxnSpPr>
          <p:nvPr/>
        </p:nvCxnSpPr>
        <p:spPr>
          <a:xfrm rot="16200000" flipH="1">
            <a:off x="10642834" y="2595041"/>
            <a:ext cx="588724" cy="887462"/>
          </a:xfrm>
          <a:prstGeom prst="curvedConnector3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96" name="Oval 95">
            <a:extLst>
              <a:ext uri="{FF2B5EF4-FFF2-40B4-BE49-F238E27FC236}">
                <a16:creationId xmlns:a16="http://schemas.microsoft.com/office/drawing/2014/main" id="{D80F748B-3A4C-E0D9-19F4-3A04B7444B31}"/>
              </a:ext>
            </a:extLst>
          </p:cNvPr>
          <p:cNvSpPr/>
          <p:nvPr/>
        </p:nvSpPr>
        <p:spPr>
          <a:xfrm>
            <a:off x="9335313" y="4219886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</a:t>
            </a:r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73F565F9-1799-551E-7EE1-C044FEC8E5EF}"/>
              </a:ext>
            </a:extLst>
          </p:cNvPr>
          <p:cNvSpPr/>
          <p:nvPr/>
        </p:nvSpPr>
        <p:spPr>
          <a:xfrm>
            <a:off x="8604924" y="4241085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</a:t>
            </a: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6EA1137C-C42D-8A59-32C0-185100EB450D}"/>
              </a:ext>
            </a:extLst>
          </p:cNvPr>
          <p:cNvSpPr/>
          <p:nvPr/>
        </p:nvSpPr>
        <p:spPr>
          <a:xfrm>
            <a:off x="7844534" y="4221209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</a:t>
            </a:r>
          </a:p>
        </p:txBody>
      </p:sp>
      <p:cxnSp>
        <p:nvCxnSpPr>
          <p:cNvPr id="99" name="Connector: Curved 98">
            <a:extLst>
              <a:ext uri="{FF2B5EF4-FFF2-40B4-BE49-F238E27FC236}">
                <a16:creationId xmlns:a16="http://schemas.microsoft.com/office/drawing/2014/main" id="{C7E40BAE-6720-4383-063C-8628AC89A064}"/>
              </a:ext>
            </a:extLst>
          </p:cNvPr>
          <p:cNvCxnSpPr>
            <a:cxnSpLocks/>
            <a:stCxn id="92" idx="3"/>
            <a:endCxn id="98" idx="0"/>
          </p:cNvCxnSpPr>
          <p:nvPr/>
        </p:nvCxnSpPr>
        <p:spPr>
          <a:xfrm rot="5400000">
            <a:off x="8312562" y="3737955"/>
            <a:ext cx="359355" cy="607152"/>
          </a:xfrm>
          <a:prstGeom prst="curvedConnector3">
            <a:avLst>
              <a:gd name="adj1" fmla="val 50000"/>
            </a:avLst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0" name="Connector: Curved 99">
            <a:extLst>
              <a:ext uri="{FF2B5EF4-FFF2-40B4-BE49-F238E27FC236}">
                <a16:creationId xmlns:a16="http://schemas.microsoft.com/office/drawing/2014/main" id="{D98E8D6E-37CA-FE61-B04B-CDE58657C363}"/>
              </a:ext>
            </a:extLst>
          </p:cNvPr>
          <p:cNvCxnSpPr>
            <a:cxnSpLocks/>
            <a:stCxn id="92" idx="4"/>
            <a:endCxn id="97" idx="0"/>
          </p:cNvCxnSpPr>
          <p:nvPr/>
        </p:nvCxnSpPr>
        <p:spPr>
          <a:xfrm rot="5400000">
            <a:off x="8849844" y="4051777"/>
            <a:ext cx="288517" cy="90098"/>
          </a:xfrm>
          <a:prstGeom prst="curvedConnector3">
            <a:avLst>
              <a:gd name="adj1" fmla="val 50000"/>
            </a:avLst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1" name="Connector: Curved 100">
            <a:extLst>
              <a:ext uri="{FF2B5EF4-FFF2-40B4-BE49-F238E27FC236}">
                <a16:creationId xmlns:a16="http://schemas.microsoft.com/office/drawing/2014/main" id="{C7CFD88F-46A7-9E66-88A1-4BED5D4236FC}"/>
              </a:ext>
            </a:extLst>
          </p:cNvPr>
          <p:cNvCxnSpPr>
            <a:cxnSpLocks/>
            <a:stCxn id="92" idx="5"/>
            <a:endCxn id="96" idx="0"/>
          </p:cNvCxnSpPr>
          <p:nvPr/>
        </p:nvCxnSpPr>
        <p:spPr>
          <a:xfrm rot="16200000" flipH="1">
            <a:off x="9301948" y="3842392"/>
            <a:ext cx="358032" cy="396955"/>
          </a:xfrm>
          <a:prstGeom prst="curvedConnector3">
            <a:avLst>
              <a:gd name="adj1" fmla="val 50000"/>
            </a:avLst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65F174A9-1AF4-7110-5FEE-EC7A0F6656D9}"/>
              </a:ext>
            </a:extLst>
          </p:cNvPr>
          <p:cNvSpPr txBox="1"/>
          <p:nvPr/>
        </p:nvSpPr>
        <p:spPr>
          <a:xfrm>
            <a:off x="9216198" y="2652046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ptos" panose="02110004020202020204"/>
              </a:rPr>
              <a:t>140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7AB88B12-C670-EF42-61B4-ED6C8817C560}"/>
              </a:ext>
            </a:extLst>
          </p:cNvPr>
          <p:cNvSpPr txBox="1"/>
          <p:nvPr/>
        </p:nvSpPr>
        <p:spPr>
          <a:xfrm>
            <a:off x="10243779" y="2984491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118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8234895D-7C08-9177-B767-2B3BAA5EF4F5}"/>
              </a:ext>
            </a:extLst>
          </p:cNvPr>
          <p:cNvSpPr txBox="1"/>
          <p:nvPr/>
        </p:nvSpPr>
        <p:spPr>
          <a:xfrm>
            <a:off x="10827662" y="2609136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75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7AFFC206-BFF1-3313-6D66-FEA1D3E964DE}"/>
              </a:ext>
            </a:extLst>
          </p:cNvPr>
          <p:cNvSpPr txBox="1"/>
          <p:nvPr/>
        </p:nvSpPr>
        <p:spPr>
          <a:xfrm>
            <a:off x="8026380" y="3437653"/>
            <a:ext cx="714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393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E167FC3E-751D-DEC8-C1BE-763B965E9885}"/>
              </a:ext>
            </a:extLst>
          </p:cNvPr>
          <p:cNvSpPr txBox="1"/>
          <p:nvPr/>
        </p:nvSpPr>
        <p:spPr>
          <a:xfrm>
            <a:off x="8413234" y="3981675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151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D6832906-70C0-A29B-60FA-2A95ABA2920B}"/>
              </a:ext>
            </a:extLst>
          </p:cNvPr>
          <p:cNvSpPr txBox="1"/>
          <p:nvPr/>
        </p:nvSpPr>
        <p:spPr>
          <a:xfrm>
            <a:off x="7879040" y="3841977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99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C866F004-5A7F-94B3-C7FB-1C4C93BE4224}"/>
              </a:ext>
            </a:extLst>
          </p:cNvPr>
          <p:cNvSpPr txBox="1"/>
          <p:nvPr/>
        </p:nvSpPr>
        <p:spPr>
          <a:xfrm>
            <a:off x="9395661" y="3473371"/>
            <a:ext cx="627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447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6ACA0672-C754-FF5A-F535-3B1FAF9A0490}"/>
              </a:ext>
            </a:extLst>
          </p:cNvPr>
          <p:cNvSpPr txBox="1"/>
          <p:nvPr/>
        </p:nvSpPr>
        <p:spPr>
          <a:xfrm>
            <a:off x="10545476" y="3465871"/>
            <a:ext cx="1913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449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513C52-3026-CBB3-1324-3AE65675B275}"/>
              </a:ext>
            </a:extLst>
          </p:cNvPr>
          <p:cNvSpPr txBox="1"/>
          <p:nvPr/>
        </p:nvSpPr>
        <p:spPr>
          <a:xfrm>
            <a:off x="9057711" y="4006122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80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F0CD97-59AE-D132-86B6-9BAB78E17A09}"/>
              </a:ext>
            </a:extLst>
          </p:cNvPr>
          <p:cNvSpPr txBox="1"/>
          <p:nvPr/>
        </p:nvSpPr>
        <p:spPr>
          <a:xfrm>
            <a:off x="10006794" y="4325067"/>
            <a:ext cx="2267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(140+80) +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ptos" panose="02110004020202020204"/>
              </a:rPr>
              <a:t>193 </a:t>
            </a:r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= 413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423C11-9AF8-70D3-3CB7-21983D28978D}"/>
              </a:ext>
            </a:extLst>
          </p:cNvPr>
          <p:cNvSpPr txBox="1"/>
          <p:nvPr/>
        </p:nvSpPr>
        <p:spPr>
          <a:xfrm>
            <a:off x="8949053" y="5031836"/>
            <a:ext cx="2267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(140+151) +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ptos" panose="02110004020202020204"/>
              </a:rPr>
              <a:t>380 </a:t>
            </a:r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= 671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5F20D6-F006-6569-A338-C0A590ECF5EB}"/>
              </a:ext>
            </a:extLst>
          </p:cNvPr>
          <p:cNvSpPr txBox="1"/>
          <p:nvPr/>
        </p:nvSpPr>
        <p:spPr>
          <a:xfrm>
            <a:off x="6726159" y="5035000"/>
            <a:ext cx="2267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(140+99) +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ptos" panose="02110004020202020204"/>
              </a:rPr>
              <a:t>178 </a:t>
            </a:r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= 417</a:t>
            </a:r>
          </a:p>
        </p:txBody>
      </p:sp>
    </p:spTree>
    <p:extLst>
      <p:ext uri="{BB962C8B-B14F-4D97-AF65-F5344CB8AC3E}">
        <p14:creationId xmlns:p14="http://schemas.microsoft.com/office/powerpoint/2010/main" val="26093477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90389-AB62-651E-A3AD-216B07A4D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B7E14-B67E-14CA-550F-8D911309D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1. Given the </a:t>
            </a:r>
            <a:r>
              <a:rPr lang="en-US" sz="2400" b="1" dirty="0"/>
              <a:t>Arad/Bucharest </a:t>
            </a:r>
            <a:r>
              <a:rPr lang="en-US" sz="2400" dirty="0"/>
              <a:t>route finding problem and the heuristics table below, show the list n of visited nodes using the following search techniques: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49AFBE-52EC-597B-25DA-087AF95D2D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621"/>
          <a:stretch/>
        </p:blipFill>
        <p:spPr>
          <a:xfrm>
            <a:off x="-144266" y="1825625"/>
            <a:ext cx="8232996" cy="50323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28C196C-2CE9-107F-A7F9-B413DE168EB4}"/>
              </a:ext>
            </a:extLst>
          </p:cNvPr>
          <p:cNvSpPr txBox="1"/>
          <p:nvPr/>
        </p:nvSpPr>
        <p:spPr>
          <a:xfrm>
            <a:off x="8168147" y="1825625"/>
            <a:ext cx="37092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A* 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A95ED97A-89B5-AF3A-08F0-F5C345D50B56}"/>
              </a:ext>
            </a:extLst>
          </p:cNvPr>
          <p:cNvSpPr/>
          <p:nvPr/>
        </p:nvSpPr>
        <p:spPr>
          <a:xfrm>
            <a:off x="2517058" y="3465871"/>
            <a:ext cx="157316" cy="176981"/>
          </a:xfrm>
          <a:prstGeom prst="ellipse">
            <a:avLst/>
          </a:prstGeom>
          <a:solidFill>
            <a:srgbClr val="E97132"/>
          </a:solidFill>
          <a:ln w="19050" cap="flat" cmpd="sng" algn="ctr">
            <a:solidFill>
              <a:srgbClr val="E9713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8C382613-7335-8E48-C4A7-4273463BBA53}"/>
              </a:ext>
            </a:extLst>
          </p:cNvPr>
          <p:cNvSpPr/>
          <p:nvPr/>
        </p:nvSpPr>
        <p:spPr>
          <a:xfrm>
            <a:off x="5589638" y="4876800"/>
            <a:ext cx="157316" cy="176981"/>
          </a:xfrm>
          <a:prstGeom prst="ellipse">
            <a:avLst/>
          </a:prstGeom>
          <a:solidFill>
            <a:srgbClr val="0F9ED5"/>
          </a:solidFill>
          <a:ln w="19050" cap="flat" cmpd="sng" algn="ctr">
            <a:solidFill>
              <a:srgbClr val="0F9ED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874E83B8-9D37-F4CF-C538-839CCA188CC3}"/>
              </a:ext>
            </a:extLst>
          </p:cNvPr>
          <p:cNvSpPr/>
          <p:nvPr/>
        </p:nvSpPr>
        <p:spPr>
          <a:xfrm>
            <a:off x="9906000" y="2215691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</a:t>
            </a: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88AE7C55-E3A7-864C-EF26-7016E024CAD0}"/>
              </a:ext>
            </a:extLst>
          </p:cNvPr>
          <p:cNvSpPr/>
          <p:nvPr/>
        </p:nvSpPr>
        <p:spPr>
          <a:xfrm>
            <a:off x="11036798" y="3333134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Z</a:t>
            </a: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1EC9A267-7649-091E-71A5-F1FC7DE3460F}"/>
              </a:ext>
            </a:extLst>
          </p:cNvPr>
          <p:cNvSpPr/>
          <p:nvPr/>
        </p:nvSpPr>
        <p:spPr>
          <a:xfrm>
            <a:off x="9906000" y="3353009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91FCBBF7-599F-47EB-D110-7A4225473FBE}"/>
              </a:ext>
            </a:extLst>
          </p:cNvPr>
          <p:cNvSpPr/>
          <p:nvPr/>
        </p:nvSpPr>
        <p:spPr>
          <a:xfrm>
            <a:off x="8695022" y="3333135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</a:t>
            </a:r>
          </a:p>
        </p:txBody>
      </p:sp>
      <p:cxnSp>
        <p:nvCxnSpPr>
          <p:cNvPr id="93" name="Connector: Curved 92">
            <a:extLst>
              <a:ext uri="{FF2B5EF4-FFF2-40B4-BE49-F238E27FC236}">
                <a16:creationId xmlns:a16="http://schemas.microsoft.com/office/drawing/2014/main" id="{1A55A994-09C2-0840-1C5C-ABB3D9E636BB}"/>
              </a:ext>
            </a:extLst>
          </p:cNvPr>
          <p:cNvCxnSpPr>
            <a:stCxn id="89" idx="3"/>
            <a:endCxn id="92" idx="0"/>
          </p:cNvCxnSpPr>
          <p:nvPr/>
        </p:nvCxnSpPr>
        <p:spPr>
          <a:xfrm rot="5400000">
            <a:off x="9228610" y="2554951"/>
            <a:ext cx="588725" cy="967642"/>
          </a:xfrm>
          <a:prstGeom prst="curvedConnector3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94" name="Connector: Curved 93">
            <a:extLst>
              <a:ext uri="{FF2B5EF4-FFF2-40B4-BE49-F238E27FC236}">
                <a16:creationId xmlns:a16="http://schemas.microsoft.com/office/drawing/2014/main" id="{0F0F8A54-AFC2-7758-7456-0243673C4416}"/>
              </a:ext>
            </a:extLst>
          </p:cNvPr>
          <p:cNvCxnSpPr>
            <a:cxnSpLocks/>
            <a:stCxn id="89" idx="4"/>
            <a:endCxn id="91" idx="0"/>
          </p:cNvCxnSpPr>
          <p:nvPr/>
        </p:nvCxnSpPr>
        <p:spPr>
          <a:xfrm rot="5400000">
            <a:off x="9991187" y="3094066"/>
            <a:ext cx="517885" cy="12700"/>
          </a:xfrm>
          <a:prstGeom prst="curvedConnector3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95" name="Connector: Curved 94">
            <a:extLst>
              <a:ext uri="{FF2B5EF4-FFF2-40B4-BE49-F238E27FC236}">
                <a16:creationId xmlns:a16="http://schemas.microsoft.com/office/drawing/2014/main" id="{B2154BFF-4C85-9D8A-8550-E09C21D311B8}"/>
              </a:ext>
            </a:extLst>
          </p:cNvPr>
          <p:cNvCxnSpPr>
            <a:cxnSpLocks/>
            <a:stCxn id="89" idx="5"/>
            <a:endCxn id="90" idx="0"/>
          </p:cNvCxnSpPr>
          <p:nvPr/>
        </p:nvCxnSpPr>
        <p:spPr>
          <a:xfrm rot="16200000" flipH="1">
            <a:off x="10642834" y="2595041"/>
            <a:ext cx="588724" cy="887462"/>
          </a:xfrm>
          <a:prstGeom prst="curvedConnector3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96" name="Oval 95">
            <a:extLst>
              <a:ext uri="{FF2B5EF4-FFF2-40B4-BE49-F238E27FC236}">
                <a16:creationId xmlns:a16="http://schemas.microsoft.com/office/drawing/2014/main" id="{2A4FDADF-A399-AB31-A6C7-200066629CF4}"/>
              </a:ext>
            </a:extLst>
          </p:cNvPr>
          <p:cNvSpPr/>
          <p:nvPr/>
        </p:nvSpPr>
        <p:spPr>
          <a:xfrm>
            <a:off x="9335313" y="4219886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</a:t>
            </a:r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CD559001-CBFC-EF41-3EAD-DC90EE0820EB}"/>
              </a:ext>
            </a:extLst>
          </p:cNvPr>
          <p:cNvSpPr/>
          <p:nvPr/>
        </p:nvSpPr>
        <p:spPr>
          <a:xfrm>
            <a:off x="8604924" y="4241085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</a:t>
            </a: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C0B4E0EB-8E0D-82F1-D5A3-C409F2B39707}"/>
              </a:ext>
            </a:extLst>
          </p:cNvPr>
          <p:cNvSpPr/>
          <p:nvPr/>
        </p:nvSpPr>
        <p:spPr>
          <a:xfrm>
            <a:off x="7844534" y="4221209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</a:t>
            </a:r>
          </a:p>
        </p:txBody>
      </p:sp>
      <p:cxnSp>
        <p:nvCxnSpPr>
          <p:cNvPr id="99" name="Connector: Curved 98">
            <a:extLst>
              <a:ext uri="{FF2B5EF4-FFF2-40B4-BE49-F238E27FC236}">
                <a16:creationId xmlns:a16="http://schemas.microsoft.com/office/drawing/2014/main" id="{7777906B-2A04-D47A-0ACF-A6595653D3B3}"/>
              </a:ext>
            </a:extLst>
          </p:cNvPr>
          <p:cNvCxnSpPr>
            <a:cxnSpLocks/>
            <a:stCxn id="92" idx="3"/>
            <a:endCxn id="98" idx="0"/>
          </p:cNvCxnSpPr>
          <p:nvPr/>
        </p:nvCxnSpPr>
        <p:spPr>
          <a:xfrm rot="5400000">
            <a:off x="8312562" y="3737955"/>
            <a:ext cx="359355" cy="607152"/>
          </a:xfrm>
          <a:prstGeom prst="curvedConnector3">
            <a:avLst>
              <a:gd name="adj1" fmla="val 50000"/>
            </a:avLst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0" name="Connector: Curved 99">
            <a:extLst>
              <a:ext uri="{FF2B5EF4-FFF2-40B4-BE49-F238E27FC236}">
                <a16:creationId xmlns:a16="http://schemas.microsoft.com/office/drawing/2014/main" id="{84EA9FFD-DF89-6688-14A7-FECB67D7E1B8}"/>
              </a:ext>
            </a:extLst>
          </p:cNvPr>
          <p:cNvCxnSpPr>
            <a:cxnSpLocks/>
            <a:stCxn id="92" idx="4"/>
            <a:endCxn id="97" idx="0"/>
          </p:cNvCxnSpPr>
          <p:nvPr/>
        </p:nvCxnSpPr>
        <p:spPr>
          <a:xfrm rot="5400000">
            <a:off x="8849844" y="4051777"/>
            <a:ext cx="288517" cy="90098"/>
          </a:xfrm>
          <a:prstGeom prst="curvedConnector3">
            <a:avLst>
              <a:gd name="adj1" fmla="val 50000"/>
            </a:avLst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1" name="Connector: Curved 100">
            <a:extLst>
              <a:ext uri="{FF2B5EF4-FFF2-40B4-BE49-F238E27FC236}">
                <a16:creationId xmlns:a16="http://schemas.microsoft.com/office/drawing/2014/main" id="{132369D7-382D-F5AB-7976-56CF3D23CFEC}"/>
              </a:ext>
            </a:extLst>
          </p:cNvPr>
          <p:cNvCxnSpPr>
            <a:cxnSpLocks/>
            <a:stCxn id="92" idx="5"/>
            <a:endCxn id="96" idx="0"/>
          </p:cNvCxnSpPr>
          <p:nvPr/>
        </p:nvCxnSpPr>
        <p:spPr>
          <a:xfrm rot="16200000" flipH="1">
            <a:off x="9301948" y="3842392"/>
            <a:ext cx="358032" cy="396955"/>
          </a:xfrm>
          <a:prstGeom prst="curvedConnector3">
            <a:avLst>
              <a:gd name="adj1" fmla="val 50000"/>
            </a:avLst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4A7ABD24-9C41-D702-8458-6FA61F37CA8E}"/>
              </a:ext>
            </a:extLst>
          </p:cNvPr>
          <p:cNvSpPr txBox="1"/>
          <p:nvPr/>
        </p:nvSpPr>
        <p:spPr>
          <a:xfrm>
            <a:off x="9216198" y="2652046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ptos" panose="02110004020202020204"/>
              </a:rPr>
              <a:t>140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EF02166-D169-A011-A7A1-7B5403397096}"/>
              </a:ext>
            </a:extLst>
          </p:cNvPr>
          <p:cNvSpPr txBox="1"/>
          <p:nvPr/>
        </p:nvSpPr>
        <p:spPr>
          <a:xfrm>
            <a:off x="10243779" y="2984491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118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7F35835E-88EC-D29F-0C1E-AA53D25DFA48}"/>
              </a:ext>
            </a:extLst>
          </p:cNvPr>
          <p:cNvSpPr txBox="1"/>
          <p:nvPr/>
        </p:nvSpPr>
        <p:spPr>
          <a:xfrm>
            <a:off x="10827662" y="2609136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75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760F2E32-3EE7-909D-1E19-DBC9A2E2E3B2}"/>
              </a:ext>
            </a:extLst>
          </p:cNvPr>
          <p:cNvSpPr txBox="1"/>
          <p:nvPr/>
        </p:nvSpPr>
        <p:spPr>
          <a:xfrm>
            <a:off x="8026380" y="3437653"/>
            <a:ext cx="714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393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8459DB9D-6126-9B35-9132-EFB65A56885F}"/>
              </a:ext>
            </a:extLst>
          </p:cNvPr>
          <p:cNvSpPr txBox="1"/>
          <p:nvPr/>
        </p:nvSpPr>
        <p:spPr>
          <a:xfrm>
            <a:off x="8413234" y="3981675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151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3AA196FA-8046-0C09-D37A-E451187E995A}"/>
              </a:ext>
            </a:extLst>
          </p:cNvPr>
          <p:cNvSpPr txBox="1"/>
          <p:nvPr/>
        </p:nvSpPr>
        <p:spPr>
          <a:xfrm>
            <a:off x="7879040" y="3841977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99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6C808F54-7076-6112-B1A7-B4BF5FE143E4}"/>
              </a:ext>
            </a:extLst>
          </p:cNvPr>
          <p:cNvSpPr txBox="1"/>
          <p:nvPr/>
        </p:nvSpPr>
        <p:spPr>
          <a:xfrm>
            <a:off x="9395661" y="3473371"/>
            <a:ext cx="627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447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127A5B23-087C-BFFF-F2B6-018A75CD218E}"/>
              </a:ext>
            </a:extLst>
          </p:cNvPr>
          <p:cNvSpPr txBox="1"/>
          <p:nvPr/>
        </p:nvSpPr>
        <p:spPr>
          <a:xfrm>
            <a:off x="10545476" y="3465871"/>
            <a:ext cx="1913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449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D80884-A23B-1C32-6559-B6FB09CB57E1}"/>
              </a:ext>
            </a:extLst>
          </p:cNvPr>
          <p:cNvSpPr txBox="1"/>
          <p:nvPr/>
        </p:nvSpPr>
        <p:spPr>
          <a:xfrm>
            <a:off x="9057711" y="4006122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80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8F45CC-CC5D-0B83-8F03-320ACFC45C10}"/>
              </a:ext>
            </a:extLst>
          </p:cNvPr>
          <p:cNvSpPr txBox="1"/>
          <p:nvPr/>
        </p:nvSpPr>
        <p:spPr>
          <a:xfrm>
            <a:off x="10006795" y="4325067"/>
            <a:ext cx="688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413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2484FB-5A18-C025-F6AE-D85CC91A2F3A}"/>
              </a:ext>
            </a:extLst>
          </p:cNvPr>
          <p:cNvSpPr txBox="1"/>
          <p:nvPr/>
        </p:nvSpPr>
        <p:spPr>
          <a:xfrm>
            <a:off x="8634097" y="4529602"/>
            <a:ext cx="5615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 671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84169C-CC43-9E8F-28FF-846927DF2859}"/>
              </a:ext>
            </a:extLst>
          </p:cNvPr>
          <p:cNvSpPr txBox="1"/>
          <p:nvPr/>
        </p:nvSpPr>
        <p:spPr>
          <a:xfrm>
            <a:off x="7861425" y="4749927"/>
            <a:ext cx="598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417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6019CC4-AD6C-7CD1-952B-383F4956E9E8}"/>
              </a:ext>
            </a:extLst>
          </p:cNvPr>
          <p:cNvSpPr/>
          <p:nvPr/>
        </p:nvSpPr>
        <p:spPr>
          <a:xfrm>
            <a:off x="9005632" y="5329183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BC5EDF4-E068-6E38-CEC2-14CBEFB85AC6}"/>
              </a:ext>
            </a:extLst>
          </p:cNvPr>
          <p:cNvSpPr/>
          <p:nvPr/>
        </p:nvSpPr>
        <p:spPr>
          <a:xfrm>
            <a:off x="10149336" y="5329182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dirty="0">
                <a:solidFill>
                  <a:prstClr val="black"/>
                </a:solidFill>
                <a:latin typeface="Aptos" panose="02110004020202020204"/>
              </a:rPr>
              <a:t>P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F8FA9AA6-A491-963C-A63A-9489176B1056}"/>
              </a:ext>
            </a:extLst>
          </p:cNvPr>
          <p:cNvCxnSpPr>
            <a:cxnSpLocks/>
            <a:stCxn id="96" idx="4"/>
            <a:endCxn id="11" idx="0"/>
          </p:cNvCxnSpPr>
          <p:nvPr/>
        </p:nvCxnSpPr>
        <p:spPr>
          <a:xfrm rot="16200000" flipH="1">
            <a:off x="9841522" y="4677238"/>
            <a:ext cx="489863" cy="814023"/>
          </a:xfrm>
          <a:prstGeom prst="curvedConnector3">
            <a:avLst>
              <a:gd name="adj1" fmla="val 50000"/>
            </a:avLst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6C1F1B6F-1144-F1A1-1018-CC3C4F4BEC41}"/>
              </a:ext>
            </a:extLst>
          </p:cNvPr>
          <p:cNvCxnSpPr>
            <a:cxnSpLocks/>
            <a:stCxn id="96" idx="4"/>
            <a:endCxn id="10" idx="0"/>
          </p:cNvCxnSpPr>
          <p:nvPr/>
        </p:nvCxnSpPr>
        <p:spPr>
          <a:xfrm rot="5400000">
            <a:off x="9269670" y="4919411"/>
            <a:ext cx="489864" cy="329681"/>
          </a:xfrm>
          <a:prstGeom prst="curvedConnector3">
            <a:avLst>
              <a:gd name="adj1" fmla="val 50000"/>
            </a:avLst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55F1C38-DF41-410C-C11D-9DEB842DFAEC}"/>
              </a:ext>
            </a:extLst>
          </p:cNvPr>
          <p:cNvSpPr txBox="1"/>
          <p:nvPr/>
        </p:nvSpPr>
        <p:spPr>
          <a:xfrm>
            <a:off x="10006794" y="5948615"/>
            <a:ext cx="2267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(140+80+97) +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ptos" panose="02110004020202020204"/>
              </a:rPr>
              <a:t>98 </a:t>
            </a:r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= 415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626847D-5ED4-7EFD-AE64-CFAFADA38AF2}"/>
              </a:ext>
            </a:extLst>
          </p:cNvPr>
          <p:cNvSpPr txBox="1"/>
          <p:nvPr/>
        </p:nvSpPr>
        <p:spPr>
          <a:xfrm>
            <a:off x="7780884" y="6001555"/>
            <a:ext cx="2267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(140+80+146) +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ptos" panose="02110004020202020204"/>
              </a:rPr>
              <a:t>160 </a:t>
            </a:r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= 526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CCB2D7-7F2F-75BB-54D1-AD01EEE61014}"/>
              </a:ext>
            </a:extLst>
          </p:cNvPr>
          <p:cNvSpPr txBox="1"/>
          <p:nvPr/>
        </p:nvSpPr>
        <p:spPr>
          <a:xfrm>
            <a:off x="8879868" y="4992564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146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1DAB40-17C1-BB1D-67DB-658AA859B0FC}"/>
              </a:ext>
            </a:extLst>
          </p:cNvPr>
          <p:cNvSpPr txBox="1"/>
          <p:nvPr/>
        </p:nvSpPr>
        <p:spPr>
          <a:xfrm>
            <a:off x="10214818" y="4827113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97</a:t>
            </a:r>
          </a:p>
        </p:txBody>
      </p:sp>
    </p:spTree>
    <p:extLst>
      <p:ext uri="{BB962C8B-B14F-4D97-AF65-F5344CB8AC3E}">
        <p14:creationId xmlns:p14="http://schemas.microsoft.com/office/powerpoint/2010/main" val="32811447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277E4-3EE2-E2A6-184E-A65E47957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6F20B-3113-F7B4-D6DE-2DFC20BA8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542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dirty="0"/>
              <a:t>1. Given the </a:t>
            </a:r>
            <a:r>
              <a:rPr lang="en-US" sz="2400" b="1" dirty="0"/>
              <a:t>Arad/Bucharest </a:t>
            </a:r>
            <a:r>
              <a:rPr lang="en-US" sz="2400" dirty="0"/>
              <a:t>route finding problem and the heuristics table below, show the list n of visited nodes using the following search techniques: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87E63A-2A6A-D317-5E6B-26ADBFF26D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621"/>
          <a:stretch/>
        </p:blipFill>
        <p:spPr>
          <a:xfrm>
            <a:off x="-222924" y="1460500"/>
            <a:ext cx="8232996" cy="50323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79ACF8F-7CAB-27CD-EDE8-532B1BCC2B4B}"/>
              </a:ext>
            </a:extLst>
          </p:cNvPr>
          <p:cNvSpPr txBox="1"/>
          <p:nvPr/>
        </p:nvSpPr>
        <p:spPr>
          <a:xfrm>
            <a:off x="8089489" y="1460500"/>
            <a:ext cx="37092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A* 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F128E84E-46D2-E0AA-6E93-258D8C09C4AB}"/>
              </a:ext>
            </a:extLst>
          </p:cNvPr>
          <p:cNvSpPr/>
          <p:nvPr/>
        </p:nvSpPr>
        <p:spPr>
          <a:xfrm>
            <a:off x="2438400" y="3100746"/>
            <a:ext cx="157316" cy="176981"/>
          </a:xfrm>
          <a:prstGeom prst="ellipse">
            <a:avLst/>
          </a:prstGeom>
          <a:solidFill>
            <a:srgbClr val="E97132"/>
          </a:solidFill>
          <a:ln w="19050" cap="flat" cmpd="sng" algn="ctr">
            <a:solidFill>
              <a:srgbClr val="E9713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73D66E29-2679-F31C-9FEC-69DCA8FF3FDC}"/>
              </a:ext>
            </a:extLst>
          </p:cNvPr>
          <p:cNvSpPr/>
          <p:nvPr/>
        </p:nvSpPr>
        <p:spPr>
          <a:xfrm>
            <a:off x="5510980" y="4511675"/>
            <a:ext cx="157316" cy="176981"/>
          </a:xfrm>
          <a:prstGeom prst="ellipse">
            <a:avLst/>
          </a:prstGeom>
          <a:solidFill>
            <a:srgbClr val="0F9ED5"/>
          </a:solidFill>
          <a:ln w="19050" cap="flat" cmpd="sng" algn="ctr">
            <a:solidFill>
              <a:srgbClr val="0F9ED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7841882D-EE6A-D508-8702-A2BBE9D1F6B3}"/>
              </a:ext>
            </a:extLst>
          </p:cNvPr>
          <p:cNvSpPr/>
          <p:nvPr/>
        </p:nvSpPr>
        <p:spPr>
          <a:xfrm>
            <a:off x="9827342" y="1850566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</a:t>
            </a: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46030DA2-B2B8-B29C-C997-5A61C91BD7D2}"/>
              </a:ext>
            </a:extLst>
          </p:cNvPr>
          <p:cNvSpPr/>
          <p:nvPr/>
        </p:nvSpPr>
        <p:spPr>
          <a:xfrm>
            <a:off x="10958140" y="2968009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Z</a:t>
            </a: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C08D4164-BA95-3A33-3D13-8DF2ABA68E14}"/>
              </a:ext>
            </a:extLst>
          </p:cNvPr>
          <p:cNvSpPr/>
          <p:nvPr/>
        </p:nvSpPr>
        <p:spPr>
          <a:xfrm>
            <a:off x="9827342" y="2987884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960D064C-0C88-B5B3-6EFB-42DD8E842CAC}"/>
              </a:ext>
            </a:extLst>
          </p:cNvPr>
          <p:cNvSpPr/>
          <p:nvPr/>
        </p:nvSpPr>
        <p:spPr>
          <a:xfrm>
            <a:off x="8616364" y="2968010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</a:t>
            </a:r>
          </a:p>
        </p:txBody>
      </p:sp>
      <p:cxnSp>
        <p:nvCxnSpPr>
          <p:cNvPr id="93" name="Connector: Curved 92">
            <a:extLst>
              <a:ext uri="{FF2B5EF4-FFF2-40B4-BE49-F238E27FC236}">
                <a16:creationId xmlns:a16="http://schemas.microsoft.com/office/drawing/2014/main" id="{E686C691-E9FC-FB13-E644-1EA3F5A0BA7E}"/>
              </a:ext>
            </a:extLst>
          </p:cNvPr>
          <p:cNvCxnSpPr>
            <a:stCxn id="89" idx="3"/>
            <a:endCxn id="92" idx="0"/>
          </p:cNvCxnSpPr>
          <p:nvPr/>
        </p:nvCxnSpPr>
        <p:spPr>
          <a:xfrm rot="5400000">
            <a:off x="9149952" y="2189826"/>
            <a:ext cx="588725" cy="967642"/>
          </a:xfrm>
          <a:prstGeom prst="curvedConnector3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94" name="Connector: Curved 93">
            <a:extLst>
              <a:ext uri="{FF2B5EF4-FFF2-40B4-BE49-F238E27FC236}">
                <a16:creationId xmlns:a16="http://schemas.microsoft.com/office/drawing/2014/main" id="{A399CC82-DAAC-D3E1-6950-BA14C7C84066}"/>
              </a:ext>
            </a:extLst>
          </p:cNvPr>
          <p:cNvCxnSpPr>
            <a:cxnSpLocks/>
            <a:stCxn id="89" idx="4"/>
            <a:endCxn id="91" idx="0"/>
          </p:cNvCxnSpPr>
          <p:nvPr/>
        </p:nvCxnSpPr>
        <p:spPr>
          <a:xfrm rot="5400000">
            <a:off x="9912529" y="2728941"/>
            <a:ext cx="517885" cy="12700"/>
          </a:xfrm>
          <a:prstGeom prst="curvedConnector3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95" name="Connector: Curved 94">
            <a:extLst>
              <a:ext uri="{FF2B5EF4-FFF2-40B4-BE49-F238E27FC236}">
                <a16:creationId xmlns:a16="http://schemas.microsoft.com/office/drawing/2014/main" id="{625EC9ED-A1EC-0CEC-81B7-0E8E74E3B506}"/>
              </a:ext>
            </a:extLst>
          </p:cNvPr>
          <p:cNvCxnSpPr>
            <a:cxnSpLocks/>
            <a:stCxn id="89" idx="5"/>
            <a:endCxn id="90" idx="0"/>
          </p:cNvCxnSpPr>
          <p:nvPr/>
        </p:nvCxnSpPr>
        <p:spPr>
          <a:xfrm rot="16200000" flipH="1">
            <a:off x="10564176" y="2229916"/>
            <a:ext cx="588724" cy="887462"/>
          </a:xfrm>
          <a:prstGeom prst="curvedConnector3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96" name="Oval 95">
            <a:extLst>
              <a:ext uri="{FF2B5EF4-FFF2-40B4-BE49-F238E27FC236}">
                <a16:creationId xmlns:a16="http://schemas.microsoft.com/office/drawing/2014/main" id="{84958161-89AF-C6B2-E2E2-F4DAA89D39B2}"/>
              </a:ext>
            </a:extLst>
          </p:cNvPr>
          <p:cNvSpPr/>
          <p:nvPr/>
        </p:nvSpPr>
        <p:spPr>
          <a:xfrm>
            <a:off x="9256655" y="3854761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</a:t>
            </a:r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BFFE53A0-65D9-5C2A-A85D-37EC0DBAE003}"/>
              </a:ext>
            </a:extLst>
          </p:cNvPr>
          <p:cNvSpPr/>
          <p:nvPr/>
        </p:nvSpPr>
        <p:spPr>
          <a:xfrm>
            <a:off x="8526266" y="3875960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</a:t>
            </a: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D496C175-C5DB-210A-F290-33AABE98720D}"/>
              </a:ext>
            </a:extLst>
          </p:cNvPr>
          <p:cNvSpPr/>
          <p:nvPr/>
        </p:nvSpPr>
        <p:spPr>
          <a:xfrm>
            <a:off x="7765876" y="3856084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</a:t>
            </a:r>
          </a:p>
        </p:txBody>
      </p:sp>
      <p:cxnSp>
        <p:nvCxnSpPr>
          <p:cNvPr id="99" name="Connector: Curved 98">
            <a:extLst>
              <a:ext uri="{FF2B5EF4-FFF2-40B4-BE49-F238E27FC236}">
                <a16:creationId xmlns:a16="http://schemas.microsoft.com/office/drawing/2014/main" id="{369ED179-CB88-0F28-9888-FECD31B4027D}"/>
              </a:ext>
            </a:extLst>
          </p:cNvPr>
          <p:cNvCxnSpPr>
            <a:cxnSpLocks/>
            <a:stCxn id="92" idx="3"/>
            <a:endCxn id="98" idx="0"/>
          </p:cNvCxnSpPr>
          <p:nvPr/>
        </p:nvCxnSpPr>
        <p:spPr>
          <a:xfrm rot="5400000">
            <a:off x="8233904" y="3372830"/>
            <a:ext cx="359355" cy="607152"/>
          </a:xfrm>
          <a:prstGeom prst="curvedConnector3">
            <a:avLst>
              <a:gd name="adj1" fmla="val 50000"/>
            </a:avLst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0" name="Connector: Curved 99">
            <a:extLst>
              <a:ext uri="{FF2B5EF4-FFF2-40B4-BE49-F238E27FC236}">
                <a16:creationId xmlns:a16="http://schemas.microsoft.com/office/drawing/2014/main" id="{E23EE245-A551-00F9-2363-14345B10E217}"/>
              </a:ext>
            </a:extLst>
          </p:cNvPr>
          <p:cNvCxnSpPr>
            <a:cxnSpLocks/>
            <a:stCxn id="92" idx="4"/>
            <a:endCxn id="97" idx="0"/>
          </p:cNvCxnSpPr>
          <p:nvPr/>
        </p:nvCxnSpPr>
        <p:spPr>
          <a:xfrm rot="5400000">
            <a:off x="8771186" y="3686652"/>
            <a:ext cx="288517" cy="90098"/>
          </a:xfrm>
          <a:prstGeom prst="curvedConnector3">
            <a:avLst>
              <a:gd name="adj1" fmla="val 50000"/>
            </a:avLst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1" name="Connector: Curved 100">
            <a:extLst>
              <a:ext uri="{FF2B5EF4-FFF2-40B4-BE49-F238E27FC236}">
                <a16:creationId xmlns:a16="http://schemas.microsoft.com/office/drawing/2014/main" id="{60FC7F73-2D95-7B60-972D-0785A21CF180}"/>
              </a:ext>
            </a:extLst>
          </p:cNvPr>
          <p:cNvCxnSpPr>
            <a:cxnSpLocks/>
            <a:stCxn id="92" idx="5"/>
            <a:endCxn id="96" idx="0"/>
          </p:cNvCxnSpPr>
          <p:nvPr/>
        </p:nvCxnSpPr>
        <p:spPr>
          <a:xfrm rot="16200000" flipH="1">
            <a:off x="9223290" y="3477267"/>
            <a:ext cx="358032" cy="396955"/>
          </a:xfrm>
          <a:prstGeom prst="curvedConnector3">
            <a:avLst>
              <a:gd name="adj1" fmla="val 50000"/>
            </a:avLst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9E435CAD-C42B-2788-525F-D3941F3E227E}"/>
              </a:ext>
            </a:extLst>
          </p:cNvPr>
          <p:cNvSpPr txBox="1"/>
          <p:nvPr/>
        </p:nvSpPr>
        <p:spPr>
          <a:xfrm>
            <a:off x="9137540" y="2286921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ptos" panose="02110004020202020204"/>
              </a:rPr>
              <a:t>140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5D5F127-CB07-B560-12D6-20E264486718}"/>
              </a:ext>
            </a:extLst>
          </p:cNvPr>
          <p:cNvSpPr txBox="1"/>
          <p:nvPr/>
        </p:nvSpPr>
        <p:spPr>
          <a:xfrm>
            <a:off x="10165121" y="2619366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118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8695FCA1-15F7-DD56-5213-CA8A0208F88C}"/>
              </a:ext>
            </a:extLst>
          </p:cNvPr>
          <p:cNvSpPr txBox="1"/>
          <p:nvPr/>
        </p:nvSpPr>
        <p:spPr>
          <a:xfrm>
            <a:off x="10749004" y="224401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75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2ABA6D7F-6D9F-265F-DD1A-C09D344C90BD}"/>
              </a:ext>
            </a:extLst>
          </p:cNvPr>
          <p:cNvSpPr txBox="1"/>
          <p:nvPr/>
        </p:nvSpPr>
        <p:spPr>
          <a:xfrm>
            <a:off x="7947722" y="3072528"/>
            <a:ext cx="714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393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F6E5A55B-301D-E258-26DE-3594E3BCB062}"/>
              </a:ext>
            </a:extLst>
          </p:cNvPr>
          <p:cNvSpPr txBox="1"/>
          <p:nvPr/>
        </p:nvSpPr>
        <p:spPr>
          <a:xfrm>
            <a:off x="8334576" y="3616550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151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AC2467B8-8E56-5E03-116E-9993BC128811}"/>
              </a:ext>
            </a:extLst>
          </p:cNvPr>
          <p:cNvSpPr txBox="1"/>
          <p:nvPr/>
        </p:nvSpPr>
        <p:spPr>
          <a:xfrm>
            <a:off x="7800382" y="3476852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99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0D8B8AF5-A7D0-1A07-AD99-42CC19B0F3D0}"/>
              </a:ext>
            </a:extLst>
          </p:cNvPr>
          <p:cNvSpPr txBox="1"/>
          <p:nvPr/>
        </p:nvSpPr>
        <p:spPr>
          <a:xfrm>
            <a:off x="9317003" y="3108246"/>
            <a:ext cx="627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447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024CFD1F-76CA-7244-0F0B-7F7A0EF958BE}"/>
              </a:ext>
            </a:extLst>
          </p:cNvPr>
          <p:cNvSpPr txBox="1"/>
          <p:nvPr/>
        </p:nvSpPr>
        <p:spPr>
          <a:xfrm>
            <a:off x="10466818" y="3100746"/>
            <a:ext cx="1913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449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BF80F8-3375-915F-A3C4-B3CCA081B2D1}"/>
              </a:ext>
            </a:extLst>
          </p:cNvPr>
          <p:cNvSpPr txBox="1"/>
          <p:nvPr/>
        </p:nvSpPr>
        <p:spPr>
          <a:xfrm>
            <a:off x="8979053" y="3640997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80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1DBC9B-832A-20F8-6F49-60C6F5D5AB0E}"/>
              </a:ext>
            </a:extLst>
          </p:cNvPr>
          <p:cNvSpPr txBox="1"/>
          <p:nvPr/>
        </p:nvSpPr>
        <p:spPr>
          <a:xfrm>
            <a:off x="9928137" y="3959942"/>
            <a:ext cx="688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413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8AE208-9A69-9951-3EF2-BE61A77D002A}"/>
              </a:ext>
            </a:extLst>
          </p:cNvPr>
          <p:cNvSpPr txBox="1"/>
          <p:nvPr/>
        </p:nvSpPr>
        <p:spPr>
          <a:xfrm>
            <a:off x="8555439" y="4164477"/>
            <a:ext cx="5615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 671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CE186C-BC4A-C47F-E200-CE74AAE50777}"/>
              </a:ext>
            </a:extLst>
          </p:cNvPr>
          <p:cNvSpPr txBox="1"/>
          <p:nvPr/>
        </p:nvSpPr>
        <p:spPr>
          <a:xfrm>
            <a:off x="7782767" y="4384802"/>
            <a:ext cx="598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417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CD657FC-C6EC-61D4-7A9E-B460DEC18199}"/>
              </a:ext>
            </a:extLst>
          </p:cNvPr>
          <p:cNvSpPr/>
          <p:nvPr/>
        </p:nvSpPr>
        <p:spPr>
          <a:xfrm>
            <a:off x="8926974" y="4964058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E9DF94D-E535-9741-8EF5-44E1F872B2A9}"/>
              </a:ext>
            </a:extLst>
          </p:cNvPr>
          <p:cNvSpPr/>
          <p:nvPr/>
        </p:nvSpPr>
        <p:spPr>
          <a:xfrm>
            <a:off x="10070678" y="4964057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dirty="0">
                <a:solidFill>
                  <a:prstClr val="black"/>
                </a:solidFill>
                <a:latin typeface="Aptos" panose="02110004020202020204"/>
              </a:rPr>
              <a:t>P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F5A59EBF-360F-5722-46B7-D25574BBB724}"/>
              </a:ext>
            </a:extLst>
          </p:cNvPr>
          <p:cNvCxnSpPr>
            <a:cxnSpLocks/>
            <a:stCxn id="96" idx="4"/>
            <a:endCxn id="11" idx="0"/>
          </p:cNvCxnSpPr>
          <p:nvPr/>
        </p:nvCxnSpPr>
        <p:spPr>
          <a:xfrm rot="16200000" flipH="1">
            <a:off x="9762864" y="4312113"/>
            <a:ext cx="489863" cy="814023"/>
          </a:xfrm>
          <a:prstGeom prst="curvedConnector3">
            <a:avLst>
              <a:gd name="adj1" fmla="val 50000"/>
            </a:avLst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CA77244A-474F-9B58-9E62-D39100632DA5}"/>
              </a:ext>
            </a:extLst>
          </p:cNvPr>
          <p:cNvCxnSpPr>
            <a:cxnSpLocks/>
            <a:stCxn id="96" idx="4"/>
            <a:endCxn id="10" idx="0"/>
          </p:cNvCxnSpPr>
          <p:nvPr/>
        </p:nvCxnSpPr>
        <p:spPr>
          <a:xfrm rot="5400000">
            <a:off x="9191012" y="4554286"/>
            <a:ext cx="489864" cy="329681"/>
          </a:xfrm>
          <a:prstGeom prst="curvedConnector3">
            <a:avLst>
              <a:gd name="adj1" fmla="val 50000"/>
            </a:avLst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D071700-B9CD-D959-BD67-875055A090B1}"/>
              </a:ext>
            </a:extLst>
          </p:cNvPr>
          <p:cNvSpPr txBox="1"/>
          <p:nvPr/>
        </p:nvSpPr>
        <p:spPr>
          <a:xfrm>
            <a:off x="10758936" y="4964056"/>
            <a:ext cx="2267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415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4C9F9EB-163E-7656-D319-001650777477}"/>
              </a:ext>
            </a:extLst>
          </p:cNvPr>
          <p:cNvSpPr txBox="1"/>
          <p:nvPr/>
        </p:nvSpPr>
        <p:spPr>
          <a:xfrm>
            <a:off x="8356448" y="5004749"/>
            <a:ext cx="2267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526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F3BF3D7-ACB4-3DD0-5C39-9D253D862D7E}"/>
              </a:ext>
            </a:extLst>
          </p:cNvPr>
          <p:cNvSpPr txBox="1"/>
          <p:nvPr/>
        </p:nvSpPr>
        <p:spPr>
          <a:xfrm>
            <a:off x="8801210" y="4627439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146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F56342D-B098-84A9-EC09-F39ECF1551FD}"/>
              </a:ext>
            </a:extLst>
          </p:cNvPr>
          <p:cNvSpPr txBox="1"/>
          <p:nvPr/>
        </p:nvSpPr>
        <p:spPr>
          <a:xfrm>
            <a:off x="10136160" y="4461988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97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8D375A5-9F40-F200-0377-EF736AA61B14}"/>
              </a:ext>
            </a:extLst>
          </p:cNvPr>
          <p:cNvSpPr/>
          <p:nvPr/>
        </p:nvSpPr>
        <p:spPr>
          <a:xfrm>
            <a:off x="10614011" y="5921645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633F4A2-DC25-4A98-5B54-DD2B35259F83}"/>
              </a:ext>
            </a:extLst>
          </p:cNvPr>
          <p:cNvSpPr/>
          <p:nvPr/>
        </p:nvSpPr>
        <p:spPr>
          <a:xfrm>
            <a:off x="9692500" y="5921645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</a:t>
            </a:r>
          </a:p>
        </p:txBody>
      </p: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174979F4-184D-BD9B-2AF8-C180F72E2584}"/>
              </a:ext>
            </a:extLst>
          </p:cNvPr>
          <p:cNvCxnSpPr>
            <a:cxnSpLocks/>
            <a:stCxn id="11" idx="4"/>
            <a:endCxn id="9" idx="0"/>
          </p:cNvCxnSpPr>
          <p:nvPr/>
        </p:nvCxnSpPr>
        <p:spPr>
          <a:xfrm rot="16200000" flipH="1">
            <a:off x="10517396" y="5480900"/>
            <a:ext cx="338155" cy="543333"/>
          </a:xfrm>
          <a:prstGeom prst="curvedConnector3">
            <a:avLst>
              <a:gd name="adj1" fmla="val 50000"/>
            </a:avLst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291B7D24-2B63-FB2D-B523-FBAC9CB2B449}"/>
              </a:ext>
            </a:extLst>
          </p:cNvPr>
          <p:cNvCxnSpPr>
            <a:cxnSpLocks/>
            <a:stCxn id="11" idx="4"/>
            <a:endCxn id="13" idx="0"/>
          </p:cNvCxnSpPr>
          <p:nvPr/>
        </p:nvCxnSpPr>
        <p:spPr>
          <a:xfrm rot="5400000">
            <a:off x="10056641" y="5563478"/>
            <a:ext cx="338155" cy="378178"/>
          </a:xfrm>
          <a:prstGeom prst="curvedConnector3">
            <a:avLst>
              <a:gd name="adj1" fmla="val 50000"/>
            </a:avLst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B5A73749-8923-23C4-AD4A-E13D6F6F5114}"/>
              </a:ext>
            </a:extLst>
          </p:cNvPr>
          <p:cNvSpPr txBox="1"/>
          <p:nvPr/>
        </p:nvSpPr>
        <p:spPr>
          <a:xfrm>
            <a:off x="11324887" y="5416035"/>
            <a:ext cx="7952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(140+80+97+138) +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ptos" panose="02110004020202020204"/>
              </a:rPr>
              <a:t>160 </a:t>
            </a:r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= 615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B0E5EF5-BFE7-6B5D-131F-3B799FD21181}"/>
              </a:ext>
            </a:extLst>
          </p:cNvPr>
          <p:cNvSpPr txBox="1"/>
          <p:nvPr/>
        </p:nvSpPr>
        <p:spPr>
          <a:xfrm>
            <a:off x="7667239" y="5999789"/>
            <a:ext cx="20026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(140+80+97+101) +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ptos" panose="02110004020202020204"/>
              </a:rPr>
              <a:t>0 </a:t>
            </a:r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= 418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7B41342-B7CF-9B9E-942C-F4AFDF07B39D}"/>
              </a:ext>
            </a:extLst>
          </p:cNvPr>
          <p:cNvSpPr txBox="1"/>
          <p:nvPr/>
        </p:nvSpPr>
        <p:spPr>
          <a:xfrm>
            <a:off x="9610167" y="5519147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101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55B41F9-F0A2-1FEB-C377-D0C0576E5AF4}"/>
              </a:ext>
            </a:extLst>
          </p:cNvPr>
          <p:cNvSpPr txBox="1"/>
          <p:nvPr/>
        </p:nvSpPr>
        <p:spPr>
          <a:xfrm>
            <a:off x="10789174" y="5519147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138</a:t>
            </a:r>
          </a:p>
        </p:txBody>
      </p:sp>
    </p:spTree>
    <p:extLst>
      <p:ext uri="{BB962C8B-B14F-4D97-AF65-F5344CB8AC3E}">
        <p14:creationId xmlns:p14="http://schemas.microsoft.com/office/powerpoint/2010/main" val="31301045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AE7C9-B630-A726-91EE-2E8C4F978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C8ECF-6199-1093-0DC6-54D516D6E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542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dirty="0"/>
              <a:t>1. Given the </a:t>
            </a:r>
            <a:r>
              <a:rPr lang="en-US" sz="2400" b="1" dirty="0"/>
              <a:t>Arad/Bucharest </a:t>
            </a:r>
            <a:r>
              <a:rPr lang="en-US" sz="2400" dirty="0"/>
              <a:t>route finding problem and the heuristics table below, show the list n of visited nodes using the following search techniques: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15F7D7-F367-AA12-5715-67D41AFC89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621"/>
          <a:stretch/>
        </p:blipFill>
        <p:spPr>
          <a:xfrm>
            <a:off x="-222924" y="1460500"/>
            <a:ext cx="8232996" cy="50323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3D0B422-F8A1-C103-6A38-B0129DD96027}"/>
              </a:ext>
            </a:extLst>
          </p:cNvPr>
          <p:cNvSpPr txBox="1"/>
          <p:nvPr/>
        </p:nvSpPr>
        <p:spPr>
          <a:xfrm>
            <a:off x="8089489" y="1460500"/>
            <a:ext cx="37092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A* 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080851A5-FDAA-19B7-ACA6-A99944A7322B}"/>
              </a:ext>
            </a:extLst>
          </p:cNvPr>
          <p:cNvSpPr/>
          <p:nvPr/>
        </p:nvSpPr>
        <p:spPr>
          <a:xfrm>
            <a:off x="2438400" y="3100746"/>
            <a:ext cx="157316" cy="176981"/>
          </a:xfrm>
          <a:prstGeom prst="ellipse">
            <a:avLst/>
          </a:prstGeom>
          <a:solidFill>
            <a:srgbClr val="E97132"/>
          </a:solidFill>
          <a:ln w="19050" cap="flat" cmpd="sng" algn="ctr">
            <a:solidFill>
              <a:srgbClr val="E9713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53FDD9BE-8F3D-41BC-9B29-25563EA8503D}"/>
              </a:ext>
            </a:extLst>
          </p:cNvPr>
          <p:cNvSpPr/>
          <p:nvPr/>
        </p:nvSpPr>
        <p:spPr>
          <a:xfrm>
            <a:off x="5510980" y="4511675"/>
            <a:ext cx="157316" cy="176981"/>
          </a:xfrm>
          <a:prstGeom prst="ellipse">
            <a:avLst/>
          </a:prstGeom>
          <a:solidFill>
            <a:srgbClr val="0F9ED5"/>
          </a:solidFill>
          <a:ln w="19050" cap="flat" cmpd="sng" algn="ctr">
            <a:solidFill>
              <a:srgbClr val="0F9ED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F91E8470-76AB-51D0-C65C-B4B94274478F}"/>
              </a:ext>
            </a:extLst>
          </p:cNvPr>
          <p:cNvSpPr/>
          <p:nvPr/>
        </p:nvSpPr>
        <p:spPr>
          <a:xfrm>
            <a:off x="9827342" y="1850566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</a:t>
            </a: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1EB5CB2F-2239-5D4A-F2F3-866FC7CE4BF8}"/>
              </a:ext>
            </a:extLst>
          </p:cNvPr>
          <p:cNvSpPr/>
          <p:nvPr/>
        </p:nvSpPr>
        <p:spPr>
          <a:xfrm>
            <a:off x="10958140" y="2968009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Z</a:t>
            </a: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4FF6F5C7-2045-94F0-C013-B2E9DB88A5D5}"/>
              </a:ext>
            </a:extLst>
          </p:cNvPr>
          <p:cNvSpPr/>
          <p:nvPr/>
        </p:nvSpPr>
        <p:spPr>
          <a:xfrm>
            <a:off x="9827342" y="2987884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F543A012-EF55-867A-AB88-C8AF961E762A}"/>
              </a:ext>
            </a:extLst>
          </p:cNvPr>
          <p:cNvSpPr/>
          <p:nvPr/>
        </p:nvSpPr>
        <p:spPr>
          <a:xfrm>
            <a:off x="8616364" y="2968010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</a:t>
            </a:r>
          </a:p>
        </p:txBody>
      </p:sp>
      <p:cxnSp>
        <p:nvCxnSpPr>
          <p:cNvPr id="93" name="Connector: Curved 92">
            <a:extLst>
              <a:ext uri="{FF2B5EF4-FFF2-40B4-BE49-F238E27FC236}">
                <a16:creationId xmlns:a16="http://schemas.microsoft.com/office/drawing/2014/main" id="{89B5D892-4AFE-8E7F-52EC-058C279DB54D}"/>
              </a:ext>
            </a:extLst>
          </p:cNvPr>
          <p:cNvCxnSpPr>
            <a:stCxn id="89" idx="3"/>
            <a:endCxn id="92" idx="0"/>
          </p:cNvCxnSpPr>
          <p:nvPr/>
        </p:nvCxnSpPr>
        <p:spPr>
          <a:xfrm rot="5400000">
            <a:off x="9149952" y="2189826"/>
            <a:ext cx="588725" cy="967642"/>
          </a:xfrm>
          <a:prstGeom prst="curvedConnector3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94" name="Connector: Curved 93">
            <a:extLst>
              <a:ext uri="{FF2B5EF4-FFF2-40B4-BE49-F238E27FC236}">
                <a16:creationId xmlns:a16="http://schemas.microsoft.com/office/drawing/2014/main" id="{245F933E-CEEB-F181-FA8E-B680ABF3226B}"/>
              </a:ext>
            </a:extLst>
          </p:cNvPr>
          <p:cNvCxnSpPr>
            <a:cxnSpLocks/>
            <a:stCxn id="89" idx="4"/>
            <a:endCxn id="91" idx="0"/>
          </p:cNvCxnSpPr>
          <p:nvPr/>
        </p:nvCxnSpPr>
        <p:spPr>
          <a:xfrm rot="5400000">
            <a:off x="9912529" y="2728941"/>
            <a:ext cx="517885" cy="12700"/>
          </a:xfrm>
          <a:prstGeom prst="curvedConnector3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95" name="Connector: Curved 94">
            <a:extLst>
              <a:ext uri="{FF2B5EF4-FFF2-40B4-BE49-F238E27FC236}">
                <a16:creationId xmlns:a16="http://schemas.microsoft.com/office/drawing/2014/main" id="{EDAED394-E5D6-807C-0A32-30A338833B93}"/>
              </a:ext>
            </a:extLst>
          </p:cNvPr>
          <p:cNvCxnSpPr>
            <a:cxnSpLocks/>
            <a:stCxn id="89" idx="5"/>
            <a:endCxn id="90" idx="0"/>
          </p:cNvCxnSpPr>
          <p:nvPr/>
        </p:nvCxnSpPr>
        <p:spPr>
          <a:xfrm rot="16200000" flipH="1">
            <a:off x="10564176" y="2229916"/>
            <a:ext cx="588724" cy="887462"/>
          </a:xfrm>
          <a:prstGeom prst="curvedConnector3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96" name="Oval 95">
            <a:extLst>
              <a:ext uri="{FF2B5EF4-FFF2-40B4-BE49-F238E27FC236}">
                <a16:creationId xmlns:a16="http://schemas.microsoft.com/office/drawing/2014/main" id="{0169F8FC-1540-3F36-B3AD-98B03785912E}"/>
              </a:ext>
            </a:extLst>
          </p:cNvPr>
          <p:cNvSpPr/>
          <p:nvPr/>
        </p:nvSpPr>
        <p:spPr>
          <a:xfrm>
            <a:off x="9256655" y="3854761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</a:t>
            </a:r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DD5A0D10-0351-9848-DA98-CC691E397E26}"/>
              </a:ext>
            </a:extLst>
          </p:cNvPr>
          <p:cNvSpPr/>
          <p:nvPr/>
        </p:nvSpPr>
        <p:spPr>
          <a:xfrm>
            <a:off x="8526266" y="3875960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</a:t>
            </a: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B3AFD553-32DC-5CA1-DF2C-0086B02CCE40}"/>
              </a:ext>
            </a:extLst>
          </p:cNvPr>
          <p:cNvSpPr/>
          <p:nvPr/>
        </p:nvSpPr>
        <p:spPr>
          <a:xfrm>
            <a:off x="7765876" y="3856084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</a:t>
            </a:r>
          </a:p>
        </p:txBody>
      </p:sp>
      <p:cxnSp>
        <p:nvCxnSpPr>
          <p:cNvPr id="99" name="Connector: Curved 98">
            <a:extLst>
              <a:ext uri="{FF2B5EF4-FFF2-40B4-BE49-F238E27FC236}">
                <a16:creationId xmlns:a16="http://schemas.microsoft.com/office/drawing/2014/main" id="{1B5E6AAE-94D3-8806-BE9B-EA6C254C5C7A}"/>
              </a:ext>
            </a:extLst>
          </p:cNvPr>
          <p:cNvCxnSpPr>
            <a:cxnSpLocks/>
            <a:stCxn id="92" idx="3"/>
            <a:endCxn id="98" idx="0"/>
          </p:cNvCxnSpPr>
          <p:nvPr/>
        </p:nvCxnSpPr>
        <p:spPr>
          <a:xfrm rot="5400000">
            <a:off x="8233904" y="3372830"/>
            <a:ext cx="359355" cy="607152"/>
          </a:xfrm>
          <a:prstGeom prst="curvedConnector3">
            <a:avLst>
              <a:gd name="adj1" fmla="val 50000"/>
            </a:avLst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0" name="Connector: Curved 99">
            <a:extLst>
              <a:ext uri="{FF2B5EF4-FFF2-40B4-BE49-F238E27FC236}">
                <a16:creationId xmlns:a16="http://schemas.microsoft.com/office/drawing/2014/main" id="{DB3CA148-2DE4-6ACE-F8D8-C7F8D7967A0E}"/>
              </a:ext>
            </a:extLst>
          </p:cNvPr>
          <p:cNvCxnSpPr>
            <a:cxnSpLocks/>
            <a:stCxn id="92" idx="4"/>
            <a:endCxn id="97" idx="0"/>
          </p:cNvCxnSpPr>
          <p:nvPr/>
        </p:nvCxnSpPr>
        <p:spPr>
          <a:xfrm rot="5400000">
            <a:off x="8771186" y="3686652"/>
            <a:ext cx="288517" cy="90098"/>
          </a:xfrm>
          <a:prstGeom prst="curvedConnector3">
            <a:avLst>
              <a:gd name="adj1" fmla="val 50000"/>
            </a:avLst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1" name="Connector: Curved 100">
            <a:extLst>
              <a:ext uri="{FF2B5EF4-FFF2-40B4-BE49-F238E27FC236}">
                <a16:creationId xmlns:a16="http://schemas.microsoft.com/office/drawing/2014/main" id="{1FC93B4A-F2E5-5B38-58F2-FA019D404EDC}"/>
              </a:ext>
            </a:extLst>
          </p:cNvPr>
          <p:cNvCxnSpPr>
            <a:cxnSpLocks/>
            <a:stCxn id="92" idx="5"/>
            <a:endCxn id="96" idx="0"/>
          </p:cNvCxnSpPr>
          <p:nvPr/>
        </p:nvCxnSpPr>
        <p:spPr>
          <a:xfrm rot="16200000" flipH="1">
            <a:off x="9223290" y="3477267"/>
            <a:ext cx="358032" cy="396955"/>
          </a:xfrm>
          <a:prstGeom prst="curvedConnector3">
            <a:avLst>
              <a:gd name="adj1" fmla="val 50000"/>
            </a:avLst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694657A7-F9F0-BE7A-330C-2523363A34B1}"/>
              </a:ext>
            </a:extLst>
          </p:cNvPr>
          <p:cNvSpPr txBox="1"/>
          <p:nvPr/>
        </p:nvSpPr>
        <p:spPr>
          <a:xfrm>
            <a:off x="9137540" y="2286921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ptos" panose="02110004020202020204"/>
              </a:rPr>
              <a:t>140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A731524E-3890-2E03-CA4A-EF612151DB66}"/>
              </a:ext>
            </a:extLst>
          </p:cNvPr>
          <p:cNvSpPr txBox="1"/>
          <p:nvPr/>
        </p:nvSpPr>
        <p:spPr>
          <a:xfrm>
            <a:off x="10165121" y="2619366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118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9FBAA5B8-97F7-6925-6C82-EFE93C5E5E9F}"/>
              </a:ext>
            </a:extLst>
          </p:cNvPr>
          <p:cNvSpPr txBox="1"/>
          <p:nvPr/>
        </p:nvSpPr>
        <p:spPr>
          <a:xfrm>
            <a:off x="10749004" y="224401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75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4ED082CD-503A-4360-21F7-9ED22B905135}"/>
              </a:ext>
            </a:extLst>
          </p:cNvPr>
          <p:cNvSpPr txBox="1"/>
          <p:nvPr/>
        </p:nvSpPr>
        <p:spPr>
          <a:xfrm>
            <a:off x="7947722" y="3072528"/>
            <a:ext cx="714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393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FAE91D15-C2DE-F812-9778-C2036E2552D5}"/>
              </a:ext>
            </a:extLst>
          </p:cNvPr>
          <p:cNvSpPr txBox="1"/>
          <p:nvPr/>
        </p:nvSpPr>
        <p:spPr>
          <a:xfrm>
            <a:off x="8334576" y="3616550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151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DF4506A-E5AF-9467-726B-F2AF45E98ADD}"/>
              </a:ext>
            </a:extLst>
          </p:cNvPr>
          <p:cNvSpPr txBox="1"/>
          <p:nvPr/>
        </p:nvSpPr>
        <p:spPr>
          <a:xfrm>
            <a:off x="7800382" y="3476852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99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2CA43169-BF21-D3B7-31A8-CC932143E7A5}"/>
              </a:ext>
            </a:extLst>
          </p:cNvPr>
          <p:cNvSpPr txBox="1"/>
          <p:nvPr/>
        </p:nvSpPr>
        <p:spPr>
          <a:xfrm>
            <a:off x="9317003" y="3108246"/>
            <a:ext cx="627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447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88B97164-3681-6B00-9981-0402A00F7FD6}"/>
              </a:ext>
            </a:extLst>
          </p:cNvPr>
          <p:cNvSpPr txBox="1"/>
          <p:nvPr/>
        </p:nvSpPr>
        <p:spPr>
          <a:xfrm>
            <a:off x="10466818" y="3100746"/>
            <a:ext cx="1913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449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728936-481A-8B94-B497-4D9709190946}"/>
              </a:ext>
            </a:extLst>
          </p:cNvPr>
          <p:cNvSpPr txBox="1"/>
          <p:nvPr/>
        </p:nvSpPr>
        <p:spPr>
          <a:xfrm>
            <a:off x="8979053" y="3640997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80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729B05-641A-3827-17FE-906E1DE92718}"/>
              </a:ext>
            </a:extLst>
          </p:cNvPr>
          <p:cNvSpPr txBox="1"/>
          <p:nvPr/>
        </p:nvSpPr>
        <p:spPr>
          <a:xfrm>
            <a:off x="9928137" y="3959942"/>
            <a:ext cx="688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413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D48C69-3EFE-6551-44E1-47B3108234CC}"/>
              </a:ext>
            </a:extLst>
          </p:cNvPr>
          <p:cNvSpPr txBox="1"/>
          <p:nvPr/>
        </p:nvSpPr>
        <p:spPr>
          <a:xfrm>
            <a:off x="8555439" y="4164477"/>
            <a:ext cx="5615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 671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9F9516-6C72-39BE-E705-6C591E8D3B00}"/>
              </a:ext>
            </a:extLst>
          </p:cNvPr>
          <p:cNvSpPr txBox="1"/>
          <p:nvPr/>
        </p:nvSpPr>
        <p:spPr>
          <a:xfrm>
            <a:off x="7782767" y="4384802"/>
            <a:ext cx="598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417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CD13F1-6E81-4BAB-C121-717C59659E07}"/>
              </a:ext>
            </a:extLst>
          </p:cNvPr>
          <p:cNvSpPr/>
          <p:nvPr/>
        </p:nvSpPr>
        <p:spPr>
          <a:xfrm>
            <a:off x="8926974" y="4964058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02939AA-01AE-7634-D4C7-ED11DA2447FD}"/>
              </a:ext>
            </a:extLst>
          </p:cNvPr>
          <p:cNvSpPr/>
          <p:nvPr/>
        </p:nvSpPr>
        <p:spPr>
          <a:xfrm>
            <a:off x="10070678" y="4964057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dirty="0">
                <a:solidFill>
                  <a:prstClr val="black"/>
                </a:solidFill>
                <a:latin typeface="Aptos" panose="02110004020202020204"/>
              </a:rPr>
              <a:t>P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242DBB23-4C9C-6F08-6334-E583150C7044}"/>
              </a:ext>
            </a:extLst>
          </p:cNvPr>
          <p:cNvCxnSpPr>
            <a:cxnSpLocks/>
            <a:stCxn id="96" idx="4"/>
            <a:endCxn id="11" idx="0"/>
          </p:cNvCxnSpPr>
          <p:nvPr/>
        </p:nvCxnSpPr>
        <p:spPr>
          <a:xfrm rot="16200000" flipH="1">
            <a:off x="9762864" y="4312113"/>
            <a:ext cx="489863" cy="814023"/>
          </a:xfrm>
          <a:prstGeom prst="curvedConnector3">
            <a:avLst>
              <a:gd name="adj1" fmla="val 50000"/>
            </a:avLst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3F2938E2-7D41-42EC-C28E-EDC3490F472C}"/>
              </a:ext>
            </a:extLst>
          </p:cNvPr>
          <p:cNvCxnSpPr>
            <a:cxnSpLocks/>
            <a:stCxn id="96" idx="4"/>
            <a:endCxn id="10" idx="0"/>
          </p:cNvCxnSpPr>
          <p:nvPr/>
        </p:nvCxnSpPr>
        <p:spPr>
          <a:xfrm rot="5400000">
            <a:off x="9191012" y="4554286"/>
            <a:ext cx="489864" cy="329681"/>
          </a:xfrm>
          <a:prstGeom prst="curvedConnector3">
            <a:avLst>
              <a:gd name="adj1" fmla="val 50000"/>
            </a:avLst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89C4F87-3B98-2437-FEE4-AD9BDFF0B7EC}"/>
              </a:ext>
            </a:extLst>
          </p:cNvPr>
          <p:cNvSpPr txBox="1"/>
          <p:nvPr/>
        </p:nvSpPr>
        <p:spPr>
          <a:xfrm>
            <a:off x="10758936" y="4964056"/>
            <a:ext cx="2267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415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ADBB2A2-46C4-F2DC-96D8-5AA545B87128}"/>
              </a:ext>
            </a:extLst>
          </p:cNvPr>
          <p:cNvSpPr txBox="1"/>
          <p:nvPr/>
        </p:nvSpPr>
        <p:spPr>
          <a:xfrm>
            <a:off x="8356448" y="5004749"/>
            <a:ext cx="2267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526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632C076-7312-45CF-C021-E6101A602B6A}"/>
              </a:ext>
            </a:extLst>
          </p:cNvPr>
          <p:cNvSpPr txBox="1"/>
          <p:nvPr/>
        </p:nvSpPr>
        <p:spPr>
          <a:xfrm>
            <a:off x="8801210" y="4627439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146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FB44726-B772-6397-B8E8-181F3AC5F9ED}"/>
              </a:ext>
            </a:extLst>
          </p:cNvPr>
          <p:cNvSpPr txBox="1"/>
          <p:nvPr/>
        </p:nvSpPr>
        <p:spPr>
          <a:xfrm>
            <a:off x="10136160" y="4461988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97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18126B3-F461-4896-35DA-ECB49A4994CF}"/>
              </a:ext>
            </a:extLst>
          </p:cNvPr>
          <p:cNvSpPr/>
          <p:nvPr/>
        </p:nvSpPr>
        <p:spPr>
          <a:xfrm>
            <a:off x="10614011" y="5921645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334B054-A911-0746-F4C3-3197375CBDC0}"/>
              </a:ext>
            </a:extLst>
          </p:cNvPr>
          <p:cNvSpPr/>
          <p:nvPr/>
        </p:nvSpPr>
        <p:spPr>
          <a:xfrm>
            <a:off x="9692500" y="5921645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</a:t>
            </a:r>
          </a:p>
        </p:txBody>
      </p: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7899543D-D05C-1A73-F3AB-137E001F21E6}"/>
              </a:ext>
            </a:extLst>
          </p:cNvPr>
          <p:cNvCxnSpPr>
            <a:cxnSpLocks/>
            <a:stCxn id="11" idx="4"/>
            <a:endCxn id="9" idx="0"/>
          </p:cNvCxnSpPr>
          <p:nvPr/>
        </p:nvCxnSpPr>
        <p:spPr>
          <a:xfrm rot="16200000" flipH="1">
            <a:off x="10517396" y="5480900"/>
            <a:ext cx="338155" cy="543333"/>
          </a:xfrm>
          <a:prstGeom prst="curvedConnector3">
            <a:avLst>
              <a:gd name="adj1" fmla="val 50000"/>
            </a:avLst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203697C8-E9BB-D792-A58C-5CBBF5551F20}"/>
              </a:ext>
            </a:extLst>
          </p:cNvPr>
          <p:cNvCxnSpPr>
            <a:cxnSpLocks/>
            <a:stCxn id="11" idx="4"/>
            <a:endCxn id="13" idx="0"/>
          </p:cNvCxnSpPr>
          <p:nvPr/>
        </p:nvCxnSpPr>
        <p:spPr>
          <a:xfrm rot="5400000">
            <a:off x="10056641" y="5563478"/>
            <a:ext cx="338155" cy="378178"/>
          </a:xfrm>
          <a:prstGeom prst="curvedConnector3">
            <a:avLst>
              <a:gd name="adj1" fmla="val 50000"/>
            </a:avLst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442CD2B-3F99-6763-4F08-292D4397402D}"/>
              </a:ext>
            </a:extLst>
          </p:cNvPr>
          <p:cNvSpPr txBox="1"/>
          <p:nvPr/>
        </p:nvSpPr>
        <p:spPr>
          <a:xfrm>
            <a:off x="11339096" y="6226634"/>
            <a:ext cx="795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615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C7A6B04-677E-7DA2-C281-2AC2FEA782E5}"/>
              </a:ext>
            </a:extLst>
          </p:cNvPr>
          <p:cNvSpPr txBox="1"/>
          <p:nvPr/>
        </p:nvSpPr>
        <p:spPr>
          <a:xfrm>
            <a:off x="9059577" y="6226634"/>
            <a:ext cx="598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418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3245630-765E-F284-9668-0368070C9D59}"/>
              </a:ext>
            </a:extLst>
          </p:cNvPr>
          <p:cNvSpPr txBox="1"/>
          <p:nvPr/>
        </p:nvSpPr>
        <p:spPr>
          <a:xfrm>
            <a:off x="9610167" y="5519147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101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4336402-6043-B5A3-23CF-8862FA15F841}"/>
              </a:ext>
            </a:extLst>
          </p:cNvPr>
          <p:cNvSpPr txBox="1"/>
          <p:nvPr/>
        </p:nvSpPr>
        <p:spPr>
          <a:xfrm>
            <a:off x="10789174" y="5519147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138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E3C029C-68E0-995D-7437-7114E1D23FBC}"/>
              </a:ext>
            </a:extLst>
          </p:cNvPr>
          <p:cNvSpPr/>
          <p:nvPr/>
        </p:nvSpPr>
        <p:spPr>
          <a:xfrm>
            <a:off x="4660490" y="6194323"/>
            <a:ext cx="2784911" cy="6463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Reached Goal but it doesn’t have the least Total Cost</a:t>
            </a:r>
          </a:p>
        </p:txBody>
      </p: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2F3085A3-7C89-5304-F49F-ED3F20CC1E6F}"/>
              </a:ext>
            </a:extLst>
          </p:cNvPr>
          <p:cNvCxnSpPr>
            <a:stCxn id="32" idx="3"/>
            <a:endCxn id="8" idx="2"/>
          </p:cNvCxnSpPr>
          <p:nvPr/>
        </p:nvCxnSpPr>
        <p:spPr>
          <a:xfrm flipV="1">
            <a:off x="7445401" y="4754134"/>
            <a:ext cx="636803" cy="1763355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4D26262B-58D4-4F26-F4C6-009391F151C5}"/>
              </a:ext>
            </a:extLst>
          </p:cNvPr>
          <p:cNvCxnSpPr>
            <a:stCxn id="32" idx="3"/>
            <a:endCxn id="29" idx="0"/>
          </p:cNvCxnSpPr>
          <p:nvPr/>
        </p:nvCxnSpPr>
        <p:spPr>
          <a:xfrm flipV="1">
            <a:off x="7445401" y="6226634"/>
            <a:ext cx="1913613" cy="290855"/>
          </a:xfrm>
          <a:prstGeom prst="curvedConnector4">
            <a:avLst>
              <a:gd name="adj1" fmla="val 42176"/>
              <a:gd name="adj2" fmla="val 18970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56741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7ED17-6F33-A54F-01AC-0DD84DF2F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CD2B6-00E7-5684-40AB-337EC1B4D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542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dirty="0"/>
              <a:t>1. Given the </a:t>
            </a:r>
            <a:r>
              <a:rPr lang="en-US" sz="2400" b="1" dirty="0"/>
              <a:t>Arad/Bucharest </a:t>
            </a:r>
            <a:r>
              <a:rPr lang="en-US" sz="2400" dirty="0"/>
              <a:t>route finding problem and the heuristics table below, show the list n of visited nodes using the following search techniques: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8E24D5-03DE-2C5B-EF6D-96E26DAE4F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621"/>
          <a:stretch/>
        </p:blipFill>
        <p:spPr>
          <a:xfrm>
            <a:off x="-222924" y="1460500"/>
            <a:ext cx="8232996" cy="50323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F5053BF-708A-A392-46F1-E7C8E7C58C7C}"/>
              </a:ext>
            </a:extLst>
          </p:cNvPr>
          <p:cNvSpPr txBox="1"/>
          <p:nvPr/>
        </p:nvSpPr>
        <p:spPr>
          <a:xfrm>
            <a:off x="8089489" y="1460500"/>
            <a:ext cx="37092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A* 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77AB3802-C552-9B63-1A09-B9D5F1C32CC7}"/>
              </a:ext>
            </a:extLst>
          </p:cNvPr>
          <p:cNvSpPr/>
          <p:nvPr/>
        </p:nvSpPr>
        <p:spPr>
          <a:xfrm>
            <a:off x="2438400" y="3100746"/>
            <a:ext cx="157316" cy="176981"/>
          </a:xfrm>
          <a:prstGeom prst="ellipse">
            <a:avLst/>
          </a:prstGeom>
          <a:solidFill>
            <a:srgbClr val="E97132"/>
          </a:solidFill>
          <a:ln w="19050" cap="flat" cmpd="sng" algn="ctr">
            <a:solidFill>
              <a:srgbClr val="E9713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DB3836C6-D575-1BCA-0EF1-A89C85A21E82}"/>
              </a:ext>
            </a:extLst>
          </p:cNvPr>
          <p:cNvSpPr/>
          <p:nvPr/>
        </p:nvSpPr>
        <p:spPr>
          <a:xfrm>
            <a:off x="5510980" y="4511675"/>
            <a:ext cx="157316" cy="176981"/>
          </a:xfrm>
          <a:prstGeom prst="ellipse">
            <a:avLst/>
          </a:prstGeom>
          <a:solidFill>
            <a:srgbClr val="0F9ED5"/>
          </a:solidFill>
          <a:ln w="19050" cap="flat" cmpd="sng" algn="ctr">
            <a:solidFill>
              <a:srgbClr val="0F9ED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8F21521B-E4A1-D927-47E1-C597A17D855C}"/>
              </a:ext>
            </a:extLst>
          </p:cNvPr>
          <p:cNvSpPr/>
          <p:nvPr/>
        </p:nvSpPr>
        <p:spPr>
          <a:xfrm>
            <a:off x="9827342" y="1850566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</a:t>
            </a: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C3B281EE-50EF-743B-F0EC-6FA536186D19}"/>
              </a:ext>
            </a:extLst>
          </p:cNvPr>
          <p:cNvSpPr/>
          <p:nvPr/>
        </p:nvSpPr>
        <p:spPr>
          <a:xfrm>
            <a:off x="10958140" y="2968009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Z</a:t>
            </a: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E529038E-9A87-E3B5-C327-989A99CE0BBB}"/>
              </a:ext>
            </a:extLst>
          </p:cNvPr>
          <p:cNvSpPr/>
          <p:nvPr/>
        </p:nvSpPr>
        <p:spPr>
          <a:xfrm>
            <a:off x="9827342" y="2987884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91DD5AD6-1E69-FA52-681E-9BFC7510D7A3}"/>
              </a:ext>
            </a:extLst>
          </p:cNvPr>
          <p:cNvSpPr/>
          <p:nvPr/>
        </p:nvSpPr>
        <p:spPr>
          <a:xfrm>
            <a:off x="8616364" y="2968010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</a:t>
            </a:r>
          </a:p>
        </p:txBody>
      </p:sp>
      <p:cxnSp>
        <p:nvCxnSpPr>
          <p:cNvPr id="93" name="Connector: Curved 92">
            <a:extLst>
              <a:ext uri="{FF2B5EF4-FFF2-40B4-BE49-F238E27FC236}">
                <a16:creationId xmlns:a16="http://schemas.microsoft.com/office/drawing/2014/main" id="{B69ECD96-916C-3541-A7B7-620B92D5A007}"/>
              </a:ext>
            </a:extLst>
          </p:cNvPr>
          <p:cNvCxnSpPr>
            <a:stCxn id="89" idx="3"/>
            <a:endCxn id="92" idx="0"/>
          </p:cNvCxnSpPr>
          <p:nvPr/>
        </p:nvCxnSpPr>
        <p:spPr>
          <a:xfrm rot="5400000">
            <a:off x="9149952" y="2189826"/>
            <a:ext cx="588725" cy="967642"/>
          </a:xfrm>
          <a:prstGeom prst="curvedConnector3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94" name="Connector: Curved 93">
            <a:extLst>
              <a:ext uri="{FF2B5EF4-FFF2-40B4-BE49-F238E27FC236}">
                <a16:creationId xmlns:a16="http://schemas.microsoft.com/office/drawing/2014/main" id="{608DEF7C-24DA-4785-C00C-E2F7E911DA7D}"/>
              </a:ext>
            </a:extLst>
          </p:cNvPr>
          <p:cNvCxnSpPr>
            <a:cxnSpLocks/>
            <a:stCxn id="89" idx="4"/>
            <a:endCxn id="91" idx="0"/>
          </p:cNvCxnSpPr>
          <p:nvPr/>
        </p:nvCxnSpPr>
        <p:spPr>
          <a:xfrm rot="5400000">
            <a:off x="9912529" y="2728941"/>
            <a:ext cx="517885" cy="12700"/>
          </a:xfrm>
          <a:prstGeom prst="curvedConnector3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95" name="Connector: Curved 94">
            <a:extLst>
              <a:ext uri="{FF2B5EF4-FFF2-40B4-BE49-F238E27FC236}">
                <a16:creationId xmlns:a16="http://schemas.microsoft.com/office/drawing/2014/main" id="{47F9D8DE-2028-C1BC-CA28-69B71FB30D08}"/>
              </a:ext>
            </a:extLst>
          </p:cNvPr>
          <p:cNvCxnSpPr>
            <a:cxnSpLocks/>
            <a:stCxn id="89" idx="5"/>
            <a:endCxn id="90" idx="0"/>
          </p:cNvCxnSpPr>
          <p:nvPr/>
        </p:nvCxnSpPr>
        <p:spPr>
          <a:xfrm rot="16200000" flipH="1">
            <a:off x="10564176" y="2229916"/>
            <a:ext cx="588724" cy="887462"/>
          </a:xfrm>
          <a:prstGeom prst="curvedConnector3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96" name="Oval 95">
            <a:extLst>
              <a:ext uri="{FF2B5EF4-FFF2-40B4-BE49-F238E27FC236}">
                <a16:creationId xmlns:a16="http://schemas.microsoft.com/office/drawing/2014/main" id="{64B1C0C4-A2F2-E4B4-223E-D3AFA82276B5}"/>
              </a:ext>
            </a:extLst>
          </p:cNvPr>
          <p:cNvSpPr/>
          <p:nvPr/>
        </p:nvSpPr>
        <p:spPr>
          <a:xfrm>
            <a:off x="9256655" y="3854761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</a:t>
            </a:r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F4108109-7E03-0393-D5DE-BEF6F1223B3A}"/>
              </a:ext>
            </a:extLst>
          </p:cNvPr>
          <p:cNvSpPr/>
          <p:nvPr/>
        </p:nvSpPr>
        <p:spPr>
          <a:xfrm>
            <a:off x="8526266" y="3875960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</a:t>
            </a: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5F332F1F-6292-4978-03ED-DD32297C84D4}"/>
              </a:ext>
            </a:extLst>
          </p:cNvPr>
          <p:cNvSpPr/>
          <p:nvPr/>
        </p:nvSpPr>
        <p:spPr>
          <a:xfrm>
            <a:off x="7765876" y="3856084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</a:t>
            </a:r>
          </a:p>
        </p:txBody>
      </p:sp>
      <p:cxnSp>
        <p:nvCxnSpPr>
          <p:cNvPr id="99" name="Connector: Curved 98">
            <a:extLst>
              <a:ext uri="{FF2B5EF4-FFF2-40B4-BE49-F238E27FC236}">
                <a16:creationId xmlns:a16="http://schemas.microsoft.com/office/drawing/2014/main" id="{47016C0F-DC09-D2CB-F78C-D59A5340DA7F}"/>
              </a:ext>
            </a:extLst>
          </p:cNvPr>
          <p:cNvCxnSpPr>
            <a:cxnSpLocks/>
            <a:stCxn id="92" idx="3"/>
            <a:endCxn id="98" idx="0"/>
          </p:cNvCxnSpPr>
          <p:nvPr/>
        </p:nvCxnSpPr>
        <p:spPr>
          <a:xfrm rot="5400000">
            <a:off x="8233904" y="3372830"/>
            <a:ext cx="359355" cy="607152"/>
          </a:xfrm>
          <a:prstGeom prst="curvedConnector3">
            <a:avLst>
              <a:gd name="adj1" fmla="val 50000"/>
            </a:avLst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0" name="Connector: Curved 99">
            <a:extLst>
              <a:ext uri="{FF2B5EF4-FFF2-40B4-BE49-F238E27FC236}">
                <a16:creationId xmlns:a16="http://schemas.microsoft.com/office/drawing/2014/main" id="{6E31F121-9649-A3A7-CCC9-9C5C34EEFD15}"/>
              </a:ext>
            </a:extLst>
          </p:cNvPr>
          <p:cNvCxnSpPr>
            <a:cxnSpLocks/>
            <a:stCxn id="92" idx="4"/>
            <a:endCxn id="97" idx="0"/>
          </p:cNvCxnSpPr>
          <p:nvPr/>
        </p:nvCxnSpPr>
        <p:spPr>
          <a:xfrm rot="5400000">
            <a:off x="8771186" y="3686652"/>
            <a:ext cx="288517" cy="90098"/>
          </a:xfrm>
          <a:prstGeom prst="curvedConnector3">
            <a:avLst>
              <a:gd name="adj1" fmla="val 50000"/>
            </a:avLst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1" name="Connector: Curved 100">
            <a:extLst>
              <a:ext uri="{FF2B5EF4-FFF2-40B4-BE49-F238E27FC236}">
                <a16:creationId xmlns:a16="http://schemas.microsoft.com/office/drawing/2014/main" id="{57547DCC-94DC-2D67-5C8E-C2EC029F57DD}"/>
              </a:ext>
            </a:extLst>
          </p:cNvPr>
          <p:cNvCxnSpPr>
            <a:cxnSpLocks/>
            <a:stCxn id="92" idx="5"/>
            <a:endCxn id="96" idx="0"/>
          </p:cNvCxnSpPr>
          <p:nvPr/>
        </p:nvCxnSpPr>
        <p:spPr>
          <a:xfrm rot="16200000" flipH="1">
            <a:off x="9223290" y="3477267"/>
            <a:ext cx="358032" cy="396955"/>
          </a:xfrm>
          <a:prstGeom prst="curvedConnector3">
            <a:avLst>
              <a:gd name="adj1" fmla="val 50000"/>
            </a:avLst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8F25EF6F-FC4C-8FE9-FBCC-633BF4060EAD}"/>
              </a:ext>
            </a:extLst>
          </p:cNvPr>
          <p:cNvSpPr txBox="1"/>
          <p:nvPr/>
        </p:nvSpPr>
        <p:spPr>
          <a:xfrm>
            <a:off x="9137540" y="2286921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ptos" panose="02110004020202020204"/>
              </a:rPr>
              <a:t>140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B0AD4D7D-EC58-DAEC-A5F3-3C8C15D8B9F1}"/>
              </a:ext>
            </a:extLst>
          </p:cNvPr>
          <p:cNvSpPr txBox="1"/>
          <p:nvPr/>
        </p:nvSpPr>
        <p:spPr>
          <a:xfrm>
            <a:off x="10165121" y="2619366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118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3B68D7C9-E01B-5F34-787F-078A84A29120}"/>
              </a:ext>
            </a:extLst>
          </p:cNvPr>
          <p:cNvSpPr txBox="1"/>
          <p:nvPr/>
        </p:nvSpPr>
        <p:spPr>
          <a:xfrm>
            <a:off x="10749004" y="224401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75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0B35E03-F9CA-AFEB-FD0B-571F3C24D804}"/>
              </a:ext>
            </a:extLst>
          </p:cNvPr>
          <p:cNvSpPr txBox="1"/>
          <p:nvPr/>
        </p:nvSpPr>
        <p:spPr>
          <a:xfrm>
            <a:off x="7947722" y="3072528"/>
            <a:ext cx="714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393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B0944E77-D4B0-5BA9-71D9-543C07BDAC0E}"/>
              </a:ext>
            </a:extLst>
          </p:cNvPr>
          <p:cNvSpPr txBox="1"/>
          <p:nvPr/>
        </p:nvSpPr>
        <p:spPr>
          <a:xfrm>
            <a:off x="8334576" y="3616550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151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336A2109-E9F5-E449-865B-3EFB8A413F72}"/>
              </a:ext>
            </a:extLst>
          </p:cNvPr>
          <p:cNvSpPr txBox="1"/>
          <p:nvPr/>
        </p:nvSpPr>
        <p:spPr>
          <a:xfrm>
            <a:off x="7800382" y="3476852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99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4896C66E-80C9-8139-35E0-972CCE5DC73B}"/>
              </a:ext>
            </a:extLst>
          </p:cNvPr>
          <p:cNvSpPr txBox="1"/>
          <p:nvPr/>
        </p:nvSpPr>
        <p:spPr>
          <a:xfrm>
            <a:off x="9317003" y="3108246"/>
            <a:ext cx="627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447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72C3FC8D-7853-CE0A-7DD7-15D6633AFC4F}"/>
              </a:ext>
            </a:extLst>
          </p:cNvPr>
          <p:cNvSpPr txBox="1"/>
          <p:nvPr/>
        </p:nvSpPr>
        <p:spPr>
          <a:xfrm>
            <a:off x="10466818" y="3100746"/>
            <a:ext cx="1913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449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39CD08-E283-E5FA-B328-5D213685EF18}"/>
              </a:ext>
            </a:extLst>
          </p:cNvPr>
          <p:cNvSpPr txBox="1"/>
          <p:nvPr/>
        </p:nvSpPr>
        <p:spPr>
          <a:xfrm>
            <a:off x="8979053" y="3640997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80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EBF1E0-20A7-B6C1-496A-182BA8AF4E3E}"/>
              </a:ext>
            </a:extLst>
          </p:cNvPr>
          <p:cNvSpPr txBox="1"/>
          <p:nvPr/>
        </p:nvSpPr>
        <p:spPr>
          <a:xfrm>
            <a:off x="9928137" y="3959942"/>
            <a:ext cx="688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413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AE2C49-A417-91C8-AE4A-B327D23C4F88}"/>
              </a:ext>
            </a:extLst>
          </p:cNvPr>
          <p:cNvSpPr txBox="1"/>
          <p:nvPr/>
        </p:nvSpPr>
        <p:spPr>
          <a:xfrm>
            <a:off x="8555439" y="4164477"/>
            <a:ext cx="5615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 671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A638C8-0C85-D835-D6DD-26E609D2FED2}"/>
              </a:ext>
            </a:extLst>
          </p:cNvPr>
          <p:cNvSpPr txBox="1"/>
          <p:nvPr/>
        </p:nvSpPr>
        <p:spPr>
          <a:xfrm>
            <a:off x="7940929" y="4474192"/>
            <a:ext cx="598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417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5D1A92-36C3-5298-B30F-C746233B9955}"/>
              </a:ext>
            </a:extLst>
          </p:cNvPr>
          <p:cNvSpPr/>
          <p:nvPr/>
        </p:nvSpPr>
        <p:spPr>
          <a:xfrm>
            <a:off x="8926974" y="4964058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6904493-2E49-C037-757E-725E929F1A39}"/>
              </a:ext>
            </a:extLst>
          </p:cNvPr>
          <p:cNvSpPr/>
          <p:nvPr/>
        </p:nvSpPr>
        <p:spPr>
          <a:xfrm>
            <a:off x="10070678" y="4964057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dirty="0">
                <a:solidFill>
                  <a:prstClr val="black"/>
                </a:solidFill>
                <a:latin typeface="Aptos" panose="02110004020202020204"/>
              </a:rPr>
              <a:t>P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AD864D74-3A06-77BB-D0EA-D1FAE3920072}"/>
              </a:ext>
            </a:extLst>
          </p:cNvPr>
          <p:cNvCxnSpPr>
            <a:cxnSpLocks/>
            <a:stCxn id="96" idx="4"/>
            <a:endCxn id="11" idx="0"/>
          </p:cNvCxnSpPr>
          <p:nvPr/>
        </p:nvCxnSpPr>
        <p:spPr>
          <a:xfrm rot="16200000" flipH="1">
            <a:off x="9762864" y="4312113"/>
            <a:ext cx="489863" cy="814023"/>
          </a:xfrm>
          <a:prstGeom prst="curvedConnector3">
            <a:avLst>
              <a:gd name="adj1" fmla="val 50000"/>
            </a:avLst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ECF62443-2D95-8EB0-1760-47DFADC580F4}"/>
              </a:ext>
            </a:extLst>
          </p:cNvPr>
          <p:cNvCxnSpPr>
            <a:cxnSpLocks/>
            <a:stCxn id="96" idx="4"/>
            <a:endCxn id="10" idx="0"/>
          </p:cNvCxnSpPr>
          <p:nvPr/>
        </p:nvCxnSpPr>
        <p:spPr>
          <a:xfrm rot="5400000">
            <a:off x="9191012" y="4554286"/>
            <a:ext cx="489864" cy="329681"/>
          </a:xfrm>
          <a:prstGeom prst="curvedConnector3">
            <a:avLst>
              <a:gd name="adj1" fmla="val 50000"/>
            </a:avLst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DD5EE06-A156-F6D7-07BE-4FA7192745FD}"/>
              </a:ext>
            </a:extLst>
          </p:cNvPr>
          <p:cNvSpPr txBox="1"/>
          <p:nvPr/>
        </p:nvSpPr>
        <p:spPr>
          <a:xfrm>
            <a:off x="10758936" y="4964056"/>
            <a:ext cx="2267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415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D63FFB5-05C2-9DBD-31A4-F02332D1068D}"/>
              </a:ext>
            </a:extLst>
          </p:cNvPr>
          <p:cNvSpPr txBox="1"/>
          <p:nvPr/>
        </p:nvSpPr>
        <p:spPr>
          <a:xfrm>
            <a:off x="8356448" y="5004749"/>
            <a:ext cx="2267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526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862C233-A2ED-9D3F-927D-9CFD105248CC}"/>
              </a:ext>
            </a:extLst>
          </p:cNvPr>
          <p:cNvSpPr txBox="1"/>
          <p:nvPr/>
        </p:nvSpPr>
        <p:spPr>
          <a:xfrm>
            <a:off x="8801210" y="4627439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146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598099A-54E7-34DC-80E8-B5B4F95E277F}"/>
              </a:ext>
            </a:extLst>
          </p:cNvPr>
          <p:cNvSpPr txBox="1"/>
          <p:nvPr/>
        </p:nvSpPr>
        <p:spPr>
          <a:xfrm>
            <a:off x="10136160" y="4461988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97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16CED49-4A76-9A62-55C1-AADB62CE9FA6}"/>
              </a:ext>
            </a:extLst>
          </p:cNvPr>
          <p:cNvSpPr/>
          <p:nvPr/>
        </p:nvSpPr>
        <p:spPr>
          <a:xfrm>
            <a:off x="10614011" y="5921645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EDC7D82-0A63-5F9C-C56D-8ECFF26CF41A}"/>
              </a:ext>
            </a:extLst>
          </p:cNvPr>
          <p:cNvSpPr/>
          <p:nvPr/>
        </p:nvSpPr>
        <p:spPr>
          <a:xfrm>
            <a:off x="9692500" y="5921645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</a:t>
            </a:r>
          </a:p>
        </p:txBody>
      </p: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D10606AA-3317-9FAA-73F5-35A2A11391D2}"/>
              </a:ext>
            </a:extLst>
          </p:cNvPr>
          <p:cNvCxnSpPr>
            <a:cxnSpLocks/>
            <a:stCxn id="11" idx="4"/>
            <a:endCxn id="9" idx="0"/>
          </p:cNvCxnSpPr>
          <p:nvPr/>
        </p:nvCxnSpPr>
        <p:spPr>
          <a:xfrm rot="16200000" flipH="1">
            <a:off x="10517396" y="5480900"/>
            <a:ext cx="338155" cy="543333"/>
          </a:xfrm>
          <a:prstGeom prst="curvedConnector3">
            <a:avLst>
              <a:gd name="adj1" fmla="val 50000"/>
            </a:avLst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DBB8E443-779E-586F-0A55-CA600F76B55D}"/>
              </a:ext>
            </a:extLst>
          </p:cNvPr>
          <p:cNvCxnSpPr>
            <a:cxnSpLocks/>
            <a:stCxn id="11" idx="4"/>
            <a:endCxn id="13" idx="0"/>
          </p:cNvCxnSpPr>
          <p:nvPr/>
        </p:nvCxnSpPr>
        <p:spPr>
          <a:xfrm rot="5400000">
            <a:off x="10056641" y="5563478"/>
            <a:ext cx="338155" cy="378178"/>
          </a:xfrm>
          <a:prstGeom prst="curvedConnector3">
            <a:avLst>
              <a:gd name="adj1" fmla="val 50000"/>
            </a:avLst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FD6BA13-1E52-7456-2E29-208A37AABD6B}"/>
              </a:ext>
            </a:extLst>
          </p:cNvPr>
          <p:cNvSpPr txBox="1"/>
          <p:nvPr/>
        </p:nvSpPr>
        <p:spPr>
          <a:xfrm>
            <a:off x="11339096" y="6226634"/>
            <a:ext cx="795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615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0729AC3-0B8B-7C7B-8E01-EE7AF133D105}"/>
              </a:ext>
            </a:extLst>
          </p:cNvPr>
          <p:cNvSpPr txBox="1"/>
          <p:nvPr/>
        </p:nvSpPr>
        <p:spPr>
          <a:xfrm>
            <a:off x="9059577" y="6226634"/>
            <a:ext cx="598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418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E2F8D3-C95F-6BA6-2040-F23866BCC1BF}"/>
              </a:ext>
            </a:extLst>
          </p:cNvPr>
          <p:cNvSpPr txBox="1"/>
          <p:nvPr/>
        </p:nvSpPr>
        <p:spPr>
          <a:xfrm>
            <a:off x="9610167" y="5519147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101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3BD0246-CBF9-1B39-C7EC-A66ECA7E3617}"/>
              </a:ext>
            </a:extLst>
          </p:cNvPr>
          <p:cNvSpPr txBox="1"/>
          <p:nvPr/>
        </p:nvSpPr>
        <p:spPr>
          <a:xfrm>
            <a:off x="10789174" y="5519147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138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3A2EB09-36C4-A151-8B50-E3DE999921DD}"/>
              </a:ext>
            </a:extLst>
          </p:cNvPr>
          <p:cNvSpPr/>
          <p:nvPr/>
        </p:nvSpPr>
        <p:spPr>
          <a:xfrm>
            <a:off x="7750937" y="5773001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</a:t>
            </a:r>
          </a:p>
        </p:txBody>
      </p: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0BE08BF9-6140-0F57-372B-675ACC5BDA05}"/>
              </a:ext>
            </a:extLst>
          </p:cNvPr>
          <p:cNvCxnSpPr>
            <a:cxnSpLocks/>
          </p:cNvCxnSpPr>
          <p:nvPr/>
        </p:nvCxnSpPr>
        <p:spPr>
          <a:xfrm rot="5400000">
            <a:off x="7454861" y="5122884"/>
            <a:ext cx="1261326" cy="38909"/>
          </a:xfrm>
          <a:prstGeom prst="curvedConnector3">
            <a:avLst>
              <a:gd name="adj1" fmla="val 50000"/>
            </a:avLst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2868FD51-8ABA-9341-A55A-710810EB8FB7}"/>
              </a:ext>
            </a:extLst>
          </p:cNvPr>
          <p:cNvSpPr txBox="1"/>
          <p:nvPr/>
        </p:nvSpPr>
        <p:spPr>
          <a:xfrm>
            <a:off x="5993061" y="6429932"/>
            <a:ext cx="3191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(140+99+211) +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ptos" panose="02110004020202020204"/>
              </a:rPr>
              <a:t>0 </a:t>
            </a:r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= 450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A35F7FF-0FD7-2806-A77E-CCD14C7E84DC}"/>
              </a:ext>
            </a:extLst>
          </p:cNvPr>
          <p:cNvSpPr txBox="1"/>
          <p:nvPr/>
        </p:nvSpPr>
        <p:spPr>
          <a:xfrm>
            <a:off x="8066451" y="5215276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211</a:t>
            </a:r>
          </a:p>
        </p:txBody>
      </p:sp>
    </p:spTree>
    <p:extLst>
      <p:ext uri="{BB962C8B-B14F-4D97-AF65-F5344CB8AC3E}">
        <p14:creationId xmlns:p14="http://schemas.microsoft.com/office/powerpoint/2010/main" val="17524530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33CB7-A177-36DB-5ABA-C8DB81A98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2991B-3612-C1EB-5D03-FB1B137F6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542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dirty="0"/>
              <a:t>1. Given the </a:t>
            </a:r>
            <a:r>
              <a:rPr lang="en-US" sz="2400" b="1" dirty="0"/>
              <a:t>Arad/Bucharest </a:t>
            </a:r>
            <a:r>
              <a:rPr lang="en-US" sz="2400" dirty="0"/>
              <a:t>route finding problem and the heuristics table below, show the list n of visited nodes using the following search techniques: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81279F-397A-4575-3B0F-B75C07136A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621"/>
          <a:stretch/>
        </p:blipFill>
        <p:spPr>
          <a:xfrm>
            <a:off x="-222924" y="1460500"/>
            <a:ext cx="8232996" cy="50323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128C8E4-7BB7-A4AC-9F97-A0143B068BC5}"/>
              </a:ext>
            </a:extLst>
          </p:cNvPr>
          <p:cNvSpPr txBox="1"/>
          <p:nvPr/>
        </p:nvSpPr>
        <p:spPr>
          <a:xfrm>
            <a:off x="8089489" y="1460500"/>
            <a:ext cx="37092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A* 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77E1C02E-CC65-7E01-374D-91CAEB5831DD}"/>
              </a:ext>
            </a:extLst>
          </p:cNvPr>
          <p:cNvSpPr/>
          <p:nvPr/>
        </p:nvSpPr>
        <p:spPr>
          <a:xfrm>
            <a:off x="2438400" y="3100746"/>
            <a:ext cx="157316" cy="176981"/>
          </a:xfrm>
          <a:prstGeom prst="ellipse">
            <a:avLst/>
          </a:prstGeom>
          <a:solidFill>
            <a:srgbClr val="E97132"/>
          </a:solidFill>
          <a:ln w="19050" cap="flat" cmpd="sng" algn="ctr">
            <a:solidFill>
              <a:srgbClr val="E9713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AE51721B-86CE-225F-3BBD-0E772548C45A}"/>
              </a:ext>
            </a:extLst>
          </p:cNvPr>
          <p:cNvSpPr/>
          <p:nvPr/>
        </p:nvSpPr>
        <p:spPr>
          <a:xfrm>
            <a:off x="5510980" y="4511675"/>
            <a:ext cx="157316" cy="176981"/>
          </a:xfrm>
          <a:prstGeom prst="ellipse">
            <a:avLst/>
          </a:prstGeom>
          <a:solidFill>
            <a:srgbClr val="0F9ED5"/>
          </a:solidFill>
          <a:ln w="19050" cap="flat" cmpd="sng" algn="ctr">
            <a:solidFill>
              <a:srgbClr val="0F9ED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736C149D-DF07-D7EE-4D54-C02AA015059B}"/>
              </a:ext>
            </a:extLst>
          </p:cNvPr>
          <p:cNvSpPr/>
          <p:nvPr/>
        </p:nvSpPr>
        <p:spPr>
          <a:xfrm>
            <a:off x="9827342" y="1850566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</a:t>
            </a: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6DA6329F-A88E-01E5-C2AD-5F2540469FEE}"/>
              </a:ext>
            </a:extLst>
          </p:cNvPr>
          <p:cNvSpPr/>
          <p:nvPr/>
        </p:nvSpPr>
        <p:spPr>
          <a:xfrm>
            <a:off x="10958140" y="2968009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Z</a:t>
            </a: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E41F5D93-BE84-2198-F874-6051F313A5B0}"/>
              </a:ext>
            </a:extLst>
          </p:cNvPr>
          <p:cNvSpPr/>
          <p:nvPr/>
        </p:nvSpPr>
        <p:spPr>
          <a:xfrm>
            <a:off x="9827342" y="2987884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135CC62B-5070-43CE-A19F-D5710782AA5A}"/>
              </a:ext>
            </a:extLst>
          </p:cNvPr>
          <p:cNvSpPr/>
          <p:nvPr/>
        </p:nvSpPr>
        <p:spPr>
          <a:xfrm>
            <a:off x="8616364" y="2968010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</a:t>
            </a:r>
          </a:p>
        </p:txBody>
      </p:sp>
      <p:cxnSp>
        <p:nvCxnSpPr>
          <p:cNvPr id="93" name="Connector: Curved 92">
            <a:extLst>
              <a:ext uri="{FF2B5EF4-FFF2-40B4-BE49-F238E27FC236}">
                <a16:creationId xmlns:a16="http://schemas.microsoft.com/office/drawing/2014/main" id="{4B52512D-FA92-6CFB-DE15-B38E3EA2F307}"/>
              </a:ext>
            </a:extLst>
          </p:cNvPr>
          <p:cNvCxnSpPr>
            <a:stCxn id="89" idx="3"/>
            <a:endCxn id="92" idx="0"/>
          </p:cNvCxnSpPr>
          <p:nvPr/>
        </p:nvCxnSpPr>
        <p:spPr>
          <a:xfrm rot="5400000">
            <a:off x="9149952" y="2189826"/>
            <a:ext cx="588725" cy="967642"/>
          </a:xfrm>
          <a:prstGeom prst="curvedConnector3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94" name="Connector: Curved 93">
            <a:extLst>
              <a:ext uri="{FF2B5EF4-FFF2-40B4-BE49-F238E27FC236}">
                <a16:creationId xmlns:a16="http://schemas.microsoft.com/office/drawing/2014/main" id="{12735B6F-96EA-125D-77BA-C5060B88BC65}"/>
              </a:ext>
            </a:extLst>
          </p:cNvPr>
          <p:cNvCxnSpPr>
            <a:cxnSpLocks/>
            <a:stCxn id="89" idx="4"/>
            <a:endCxn id="91" idx="0"/>
          </p:cNvCxnSpPr>
          <p:nvPr/>
        </p:nvCxnSpPr>
        <p:spPr>
          <a:xfrm rot="5400000">
            <a:off x="9912529" y="2728941"/>
            <a:ext cx="517885" cy="12700"/>
          </a:xfrm>
          <a:prstGeom prst="curvedConnector3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95" name="Connector: Curved 94">
            <a:extLst>
              <a:ext uri="{FF2B5EF4-FFF2-40B4-BE49-F238E27FC236}">
                <a16:creationId xmlns:a16="http://schemas.microsoft.com/office/drawing/2014/main" id="{EFD36A97-DF86-4D2A-6B76-6DB95501E38E}"/>
              </a:ext>
            </a:extLst>
          </p:cNvPr>
          <p:cNvCxnSpPr>
            <a:cxnSpLocks/>
            <a:stCxn id="89" idx="5"/>
            <a:endCxn id="90" idx="0"/>
          </p:cNvCxnSpPr>
          <p:nvPr/>
        </p:nvCxnSpPr>
        <p:spPr>
          <a:xfrm rot="16200000" flipH="1">
            <a:off x="10564176" y="2229916"/>
            <a:ext cx="588724" cy="887462"/>
          </a:xfrm>
          <a:prstGeom prst="curvedConnector3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96" name="Oval 95">
            <a:extLst>
              <a:ext uri="{FF2B5EF4-FFF2-40B4-BE49-F238E27FC236}">
                <a16:creationId xmlns:a16="http://schemas.microsoft.com/office/drawing/2014/main" id="{27DE1BE5-638B-33B4-BF01-E286BA9B2C84}"/>
              </a:ext>
            </a:extLst>
          </p:cNvPr>
          <p:cNvSpPr/>
          <p:nvPr/>
        </p:nvSpPr>
        <p:spPr>
          <a:xfrm>
            <a:off x="9256655" y="3854761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</a:t>
            </a:r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EA2A9DFD-B871-8411-02CA-6B9D17E59799}"/>
              </a:ext>
            </a:extLst>
          </p:cNvPr>
          <p:cNvSpPr/>
          <p:nvPr/>
        </p:nvSpPr>
        <p:spPr>
          <a:xfrm>
            <a:off x="8526266" y="3875960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</a:t>
            </a: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290D4A56-1259-393C-BF2C-1D7B264C8839}"/>
              </a:ext>
            </a:extLst>
          </p:cNvPr>
          <p:cNvSpPr/>
          <p:nvPr/>
        </p:nvSpPr>
        <p:spPr>
          <a:xfrm>
            <a:off x="7765876" y="3856084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</a:t>
            </a:r>
          </a:p>
        </p:txBody>
      </p:sp>
      <p:cxnSp>
        <p:nvCxnSpPr>
          <p:cNvPr id="99" name="Connector: Curved 98">
            <a:extLst>
              <a:ext uri="{FF2B5EF4-FFF2-40B4-BE49-F238E27FC236}">
                <a16:creationId xmlns:a16="http://schemas.microsoft.com/office/drawing/2014/main" id="{017EE41D-467E-C04B-57A3-7776C17B2348}"/>
              </a:ext>
            </a:extLst>
          </p:cNvPr>
          <p:cNvCxnSpPr>
            <a:cxnSpLocks/>
            <a:stCxn id="92" idx="3"/>
            <a:endCxn id="98" idx="0"/>
          </p:cNvCxnSpPr>
          <p:nvPr/>
        </p:nvCxnSpPr>
        <p:spPr>
          <a:xfrm rot="5400000">
            <a:off x="8233904" y="3372830"/>
            <a:ext cx="359355" cy="607152"/>
          </a:xfrm>
          <a:prstGeom prst="curvedConnector3">
            <a:avLst>
              <a:gd name="adj1" fmla="val 50000"/>
            </a:avLst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0" name="Connector: Curved 99">
            <a:extLst>
              <a:ext uri="{FF2B5EF4-FFF2-40B4-BE49-F238E27FC236}">
                <a16:creationId xmlns:a16="http://schemas.microsoft.com/office/drawing/2014/main" id="{66D7D884-CD32-D51E-F33A-4529527B4329}"/>
              </a:ext>
            </a:extLst>
          </p:cNvPr>
          <p:cNvCxnSpPr>
            <a:cxnSpLocks/>
            <a:stCxn id="92" idx="4"/>
            <a:endCxn id="97" idx="0"/>
          </p:cNvCxnSpPr>
          <p:nvPr/>
        </p:nvCxnSpPr>
        <p:spPr>
          <a:xfrm rot="5400000">
            <a:off x="8771186" y="3686652"/>
            <a:ext cx="288517" cy="90098"/>
          </a:xfrm>
          <a:prstGeom prst="curvedConnector3">
            <a:avLst>
              <a:gd name="adj1" fmla="val 50000"/>
            </a:avLst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1" name="Connector: Curved 100">
            <a:extLst>
              <a:ext uri="{FF2B5EF4-FFF2-40B4-BE49-F238E27FC236}">
                <a16:creationId xmlns:a16="http://schemas.microsoft.com/office/drawing/2014/main" id="{08BA3B40-4D4A-8696-5FF5-201F420D8AA2}"/>
              </a:ext>
            </a:extLst>
          </p:cNvPr>
          <p:cNvCxnSpPr>
            <a:cxnSpLocks/>
            <a:stCxn id="92" idx="5"/>
            <a:endCxn id="96" idx="0"/>
          </p:cNvCxnSpPr>
          <p:nvPr/>
        </p:nvCxnSpPr>
        <p:spPr>
          <a:xfrm rot="16200000" flipH="1">
            <a:off x="9223290" y="3477267"/>
            <a:ext cx="358032" cy="396955"/>
          </a:xfrm>
          <a:prstGeom prst="curvedConnector3">
            <a:avLst>
              <a:gd name="adj1" fmla="val 50000"/>
            </a:avLst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C8D84343-4632-A792-C264-13C9E5B91905}"/>
              </a:ext>
            </a:extLst>
          </p:cNvPr>
          <p:cNvSpPr txBox="1"/>
          <p:nvPr/>
        </p:nvSpPr>
        <p:spPr>
          <a:xfrm>
            <a:off x="9137540" y="2286921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ptos" panose="02110004020202020204"/>
              </a:rPr>
              <a:t>140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17F0F969-FAF8-3211-A205-3AE1DCE9242A}"/>
              </a:ext>
            </a:extLst>
          </p:cNvPr>
          <p:cNvSpPr txBox="1"/>
          <p:nvPr/>
        </p:nvSpPr>
        <p:spPr>
          <a:xfrm>
            <a:off x="10165121" y="2619366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118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67CA8383-0B5F-F375-37D8-9AD5FFCB2B84}"/>
              </a:ext>
            </a:extLst>
          </p:cNvPr>
          <p:cNvSpPr txBox="1"/>
          <p:nvPr/>
        </p:nvSpPr>
        <p:spPr>
          <a:xfrm>
            <a:off x="10749004" y="224401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75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EDA2FAE-EF29-6DC8-0E9A-40B3BBEBCA0B}"/>
              </a:ext>
            </a:extLst>
          </p:cNvPr>
          <p:cNvSpPr txBox="1"/>
          <p:nvPr/>
        </p:nvSpPr>
        <p:spPr>
          <a:xfrm>
            <a:off x="7947722" y="3072528"/>
            <a:ext cx="714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393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5BA962AA-6983-63D5-179A-83DD14DDA293}"/>
              </a:ext>
            </a:extLst>
          </p:cNvPr>
          <p:cNvSpPr txBox="1"/>
          <p:nvPr/>
        </p:nvSpPr>
        <p:spPr>
          <a:xfrm>
            <a:off x="8334576" y="3616550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151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33DD024C-08CD-69A3-2A33-7373FCDD7767}"/>
              </a:ext>
            </a:extLst>
          </p:cNvPr>
          <p:cNvSpPr txBox="1"/>
          <p:nvPr/>
        </p:nvSpPr>
        <p:spPr>
          <a:xfrm>
            <a:off x="7800382" y="3476852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99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95042CA9-CC99-B382-2FCF-96FC7FA622EF}"/>
              </a:ext>
            </a:extLst>
          </p:cNvPr>
          <p:cNvSpPr txBox="1"/>
          <p:nvPr/>
        </p:nvSpPr>
        <p:spPr>
          <a:xfrm>
            <a:off x="9317003" y="3108246"/>
            <a:ext cx="627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447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A6A27F4C-E5AE-4C57-0236-87BC7DD05040}"/>
              </a:ext>
            </a:extLst>
          </p:cNvPr>
          <p:cNvSpPr txBox="1"/>
          <p:nvPr/>
        </p:nvSpPr>
        <p:spPr>
          <a:xfrm>
            <a:off x="10466818" y="3100746"/>
            <a:ext cx="1913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449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BD32FB-0727-2197-CC91-76C8A04A6EB0}"/>
              </a:ext>
            </a:extLst>
          </p:cNvPr>
          <p:cNvSpPr txBox="1"/>
          <p:nvPr/>
        </p:nvSpPr>
        <p:spPr>
          <a:xfrm>
            <a:off x="8979053" y="3640997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80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AB46C8-5D0E-C6D3-19C8-00BC9C6B7E3B}"/>
              </a:ext>
            </a:extLst>
          </p:cNvPr>
          <p:cNvSpPr txBox="1"/>
          <p:nvPr/>
        </p:nvSpPr>
        <p:spPr>
          <a:xfrm>
            <a:off x="9928137" y="3959942"/>
            <a:ext cx="688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413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D47A3F-4F30-7164-2168-FE6009B18C45}"/>
              </a:ext>
            </a:extLst>
          </p:cNvPr>
          <p:cNvSpPr txBox="1"/>
          <p:nvPr/>
        </p:nvSpPr>
        <p:spPr>
          <a:xfrm>
            <a:off x="8555439" y="4164477"/>
            <a:ext cx="5615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 671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36A68F-A123-BFCD-BCAF-59CBE4519AE9}"/>
              </a:ext>
            </a:extLst>
          </p:cNvPr>
          <p:cNvSpPr txBox="1"/>
          <p:nvPr/>
        </p:nvSpPr>
        <p:spPr>
          <a:xfrm>
            <a:off x="7940929" y="4474192"/>
            <a:ext cx="598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417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4B3B1DA-ABD4-B279-2AB9-4C526B6EA0AC}"/>
              </a:ext>
            </a:extLst>
          </p:cNvPr>
          <p:cNvSpPr/>
          <p:nvPr/>
        </p:nvSpPr>
        <p:spPr>
          <a:xfrm>
            <a:off x="8926974" y="4964058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B373EA0-A6E3-30B7-4054-43C625A4286B}"/>
              </a:ext>
            </a:extLst>
          </p:cNvPr>
          <p:cNvSpPr/>
          <p:nvPr/>
        </p:nvSpPr>
        <p:spPr>
          <a:xfrm>
            <a:off x="10070678" y="4964057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dirty="0">
                <a:solidFill>
                  <a:prstClr val="black"/>
                </a:solidFill>
                <a:latin typeface="Aptos" panose="02110004020202020204"/>
              </a:rPr>
              <a:t>P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1BF4F783-845A-30D6-6211-85657D512E87}"/>
              </a:ext>
            </a:extLst>
          </p:cNvPr>
          <p:cNvCxnSpPr>
            <a:cxnSpLocks/>
            <a:stCxn id="96" idx="4"/>
            <a:endCxn id="11" idx="0"/>
          </p:cNvCxnSpPr>
          <p:nvPr/>
        </p:nvCxnSpPr>
        <p:spPr>
          <a:xfrm rot="16200000" flipH="1">
            <a:off x="9762864" y="4312113"/>
            <a:ext cx="489863" cy="814023"/>
          </a:xfrm>
          <a:prstGeom prst="curvedConnector3">
            <a:avLst>
              <a:gd name="adj1" fmla="val 50000"/>
            </a:avLst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4AFD8197-AB04-6A06-4D05-4E136E951DDA}"/>
              </a:ext>
            </a:extLst>
          </p:cNvPr>
          <p:cNvCxnSpPr>
            <a:cxnSpLocks/>
            <a:stCxn id="96" idx="4"/>
            <a:endCxn id="10" idx="0"/>
          </p:cNvCxnSpPr>
          <p:nvPr/>
        </p:nvCxnSpPr>
        <p:spPr>
          <a:xfrm rot="5400000">
            <a:off x="9191012" y="4554286"/>
            <a:ext cx="489864" cy="329681"/>
          </a:xfrm>
          <a:prstGeom prst="curvedConnector3">
            <a:avLst>
              <a:gd name="adj1" fmla="val 50000"/>
            </a:avLst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0C4B01A-09DD-2C37-12D8-8A3CC7FFAA2F}"/>
              </a:ext>
            </a:extLst>
          </p:cNvPr>
          <p:cNvSpPr txBox="1"/>
          <p:nvPr/>
        </p:nvSpPr>
        <p:spPr>
          <a:xfrm>
            <a:off x="10758936" y="4964056"/>
            <a:ext cx="2267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415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9BBC069-00A7-331D-6C88-641926F3ADA4}"/>
              </a:ext>
            </a:extLst>
          </p:cNvPr>
          <p:cNvSpPr txBox="1"/>
          <p:nvPr/>
        </p:nvSpPr>
        <p:spPr>
          <a:xfrm>
            <a:off x="8356448" y="5004749"/>
            <a:ext cx="2267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526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BCBDDF4-B34D-ED17-DA9A-BC6DEED6D63F}"/>
              </a:ext>
            </a:extLst>
          </p:cNvPr>
          <p:cNvSpPr txBox="1"/>
          <p:nvPr/>
        </p:nvSpPr>
        <p:spPr>
          <a:xfrm>
            <a:off x="8801210" y="4627439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146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87E5CCE-EF1C-EEE6-59E8-60A367690D62}"/>
              </a:ext>
            </a:extLst>
          </p:cNvPr>
          <p:cNvSpPr txBox="1"/>
          <p:nvPr/>
        </p:nvSpPr>
        <p:spPr>
          <a:xfrm>
            <a:off x="10136160" y="4461988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97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960D66D-B69F-B5EB-A33F-AFEB64E32B16}"/>
              </a:ext>
            </a:extLst>
          </p:cNvPr>
          <p:cNvSpPr/>
          <p:nvPr/>
        </p:nvSpPr>
        <p:spPr>
          <a:xfrm>
            <a:off x="10614011" y="5921645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A365377-4729-E166-CDF5-D37F0AD49D64}"/>
              </a:ext>
            </a:extLst>
          </p:cNvPr>
          <p:cNvSpPr/>
          <p:nvPr/>
        </p:nvSpPr>
        <p:spPr>
          <a:xfrm>
            <a:off x="9692500" y="5921645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</a:t>
            </a:r>
          </a:p>
        </p:txBody>
      </p: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92B4B4D9-18E4-CE6E-16D5-526F86CF32F6}"/>
              </a:ext>
            </a:extLst>
          </p:cNvPr>
          <p:cNvCxnSpPr>
            <a:cxnSpLocks/>
            <a:stCxn id="11" idx="4"/>
            <a:endCxn id="9" idx="0"/>
          </p:cNvCxnSpPr>
          <p:nvPr/>
        </p:nvCxnSpPr>
        <p:spPr>
          <a:xfrm rot="16200000" flipH="1">
            <a:off x="10517396" y="5480900"/>
            <a:ext cx="338155" cy="543333"/>
          </a:xfrm>
          <a:prstGeom prst="curvedConnector3">
            <a:avLst>
              <a:gd name="adj1" fmla="val 50000"/>
            </a:avLst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0CF29F52-67F6-61E3-821B-BD039706C9D6}"/>
              </a:ext>
            </a:extLst>
          </p:cNvPr>
          <p:cNvCxnSpPr>
            <a:cxnSpLocks/>
            <a:stCxn id="11" idx="4"/>
            <a:endCxn id="13" idx="0"/>
          </p:cNvCxnSpPr>
          <p:nvPr/>
        </p:nvCxnSpPr>
        <p:spPr>
          <a:xfrm rot="5400000">
            <a:off x="10056641" y="5563478"/>
            <a:ext cx="338155" cy="378178"/>
          </a:xfrm>
          <a:prstGeom prst="curvedConnector3">
            <a:avLst>
              <a:gd name="adj1" fmla="val 50000"/>
            </a:avLst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02A3D04-D916-DB31-DF6D-3D5EFEEB0CC4}"/>
              </a:ext>
            </a:extLst>
          </p:cNvPr>
          <p:cNvSpPr txBox="1"/>
          <p:nvPr/>
        </p:nvSpPr>
        <p:spPr>
          <a:xfrm>
            <a:off x="11339096" y="6226634"/>
            <a:ext cx="795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615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B7ABA8D-A51C-321D-EAAA-CB1F99595327}"/>
              </a:ext>
            </a:extLst>
          </p:cNvPr>
          <p:cNvSpPr txBox="1"/>
          <p:nvPr/>
        </p:nvSpPr>
        <p:spPr>
          <a:xfrm>
            <a:off x="9059577" y="6226634"/>
            <a:ext cx="598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418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8EF4319-FEA6-C3DE-7B10-C215EA2F838D}"/>
              </a:ext>
            </a:extLst>
          </p:cNvPr>
          <p:cNvSpPr txBox="1"/>
          <p:nvPr/>
        </p:nvSpPr>
        <p:spPr>
          <a:xfrm>
            <a:off x="9610167" y="5519147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101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9CC28C8-BDCF-62B4-AFE5-03DA43099CCA}"/>
              </a:ext>
            </a:extLst>
          </p:cNvPr>
          <p:cNvSpPr txBox="1"/>
          <p:nvPr/>
        </p:nvSpPr>
        <p:spPr>
          <a:xfrm>
            <a:off x="10789174" y="5519147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138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B23131F-D437-D5D8-9C2C-E01C705E60EA}"/>
              </a:ext>
            </a:extLst>
          </p:cNvPr>
          <p:cNvSpPr/>
          <p:nvPr/>
        </p:nvSpPr>
        <p:spPr>
          <a:xfrm>
            <a:off x="7750937" y="5773001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</a:t>
            </a:r>
          </a:p>
        </p:txBody>
      </p: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A7968704-496B-144F-8D06-77B087CD91A6}"/>
              </a:ext>
            </a:extLst>
          </p:cNvPr>
          <p:cNvCxnSpPr>
            <a:cxnSpLocks/>
          </p:cNvCxnSpPr>
          <p:nvPr/>
        </p:nvCxnSpPr>
        <p:spPr>
          <a:xfrm rot="5400000">
            <a:off x="7454861" y="5122884"/>
            <a:ext cx="1261326" cy="38909"/>
          </a:xfrm>
          <a:prstGeom prst="curvedConnector3">
            <a:avLst>
              <a:gd name="adj1" fmla="val 50000"/>
            </a:avLst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001F435A-B0F7-84D7-C658-38038A39CF85}"/>
              </a:ext>
            </a:extLst>
          </p:cNvPr>
          <p:cNvSpPr txBox="1"/>
          <p:nvPr/>
        </p:nvSpPr>
        <p:spPr>
          <a:xfrm>
            <a:off x="7463945" y="6272910"/>
            <a:ext cx="3191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450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7E517F3-BA3C-2DAA-1F43-E6EFA79C387F}"/>
              </a:ext>
            </a:extLst>
          </p:cNvPr>
          <p:cNvSpPr txBox="1"/>
          <p:nvPr/>
        </p:nvSpPr>
        <p:spPr>
          <a:xfrm>
            <a:off x="8066451" y="5215276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211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5815828-4885-069B-6646-07F634FE3D9A}"/>
              </a:ext>
            </a:extLst>
          </p:cNvPr>
          <p:cNvSpPr/>
          <p:nvPr/>
        </p:nvSpPr>
        <p:spPr>
          <a:xfrm>
            <a:off x="3136490" y="6194323"/>
            <a:ext cx="4308911" cy="6463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Now the Goal Node is the one with the least Cost in the Whole Tree </a:t>
            </a:r>
            <a:r>
              <a:rPr lang="en-US" dirty="0">
                <a:solidFill>
                  <a:srgbClr val="FF0000"/>
                </a:solidFill>
              </a:rPr>
              <a:t>Stop</a:t>
            </a:r>
          </a:p>
        </p:txBody>
      </p:sp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4E1AA478-9762-8E22-B4F0-59934C3DCCBE}"/>
              </a:ext>
            </a:extLst>
          </p:cNvPr>
          <p:cNvCxnSpPr>
            <a:stCxn id="17" idx="3"/>
            <a:endCxn id="13" idx="1"/>
          </p:cNvCxnSpPr>
          <p:nvPr/>
        </p:nvCxnSpPr>
        <p:spPr>
          <a:xfrm flipV="1">
            <a:off x="7445401" y="6012359"/>
            <a:ext cx="2347892" cy="505130"/>
          </a:xfrm>
          <a:prstGeom prst="curvedConnector4">
            <a:avLst>
              <a:gd name="adj1" fmla="val 47854"/>
              <a:gd name="adj2" fmla="val 16321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E83F17C6-A334-D9AD-8F2D-C0A703559651}"/>
              </a:ext>
            </a:extLst>
          </p:cNvPr>
          <p:cNvSpPr/>
          <p:nvPr/>
        </p:nvSpPr>
        <p:spPr>
          <a:xfrm>
            <a:off x="9527458" y="707923"/>
            <a:ext cx="2438400" cy="93948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Order : A ,S, R,P,F,B</a:t>
            </a:r>
          </a:p>
          <a:p>
            <a:pPr algn="ctr"/>
            <a:r>
              <a:rPr lang="en-US" dirty="0"/>
              <a:t>Path : A,S,R,P,B</a:t>
            </a:r>
          </a:p>
        </p:txBody>
      </p:sp>
    </p:spTree>
    <p:extLst>
      <p:ext uri="{BB962C8B-B14F-4D97-AF65-F5344CB8AC3E}">
        <p14:creationId xmlns:p14="http://schemas.microsoft.com/office/powerpoint/2010/main" val="7143419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62280" y="275702"/>
            <a:ext cx="10891520" cy="930468"/>
          </a:xfrm>
        </p:spPr>
        <p:txBody>
          <a:bodyPr>
            <a:normAutofit/>
          </a:bodyPr>
          <a:lstStyle/>
          <a:p>
            <a:pPr algn="l"/>
            <a:r>
              <a:rPr lang="en-GB" sz="2133" dirty="0">
                <a:latin typeface="+mn-lt"/>
              </a:rPr>
              <a:t>Using the A* algorithm work out a route from town A to town M. Use the following cost functions.</a:t>
            </a:r>
            <a:endParaRPr lang="en-US" sz="2400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4AD89C-DF1E-4948-B597-5DD47B34A9CA}" type="slidenum">
              <a:rPr kumimoji="1" lang="ja-JP" altLang="en-US" smtClean="0"/>
              <a:pPr/>
              <a:t>38</a:t>
            </a:fld>
            <a:endParaRPr kumimoji="1" lang="ja-JP" alt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E9BA182-3E8A-BB41-82BF-0D7D087457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6449" y="1042219"/>
            <a:ext cx="7220913" cy="5783826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3E128795-8AD8-BE49-8D05-A45C0B50D5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48" y="3275881"/>
            <a:ext cx="6357270" cy="1305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092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4321"/>
    </mc:Choice>
    <mc:Fallback xmlns="">
      <p:transition advTm="432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5BE84-27D3-9A47-22F4-A9BF11DCC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5F76274-6313-0A5A-49B3-B6D0676D6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856" y="-47979"/>
            <a:ext cx="10515600" cy="1325563"/>
          </a:xfrm>
        </p:spPr>
        <p:txBody>
          <a:bodyPr/>
          <a:lstStyle/>
          <a:p>
            <a:r>
              <a:rPr lang="en-US" dirty="0"/>
              <a:t>A*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8C169F4-206C-6FC9-3CF1-C7A579E4FC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2" y="1578806"/>
            <a:ext cx="5919895" cy="47417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EC9A36-F70C-91CE-E752-6E47DD810F2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709"/>
          <a:stretch/>
        </p:blipFill>
        <p:spPr>
          <a:xfrm>
            <a:off x="4771908" y="796087"/>
            <a:ext cx="2887689" cy="11795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A5D6683-30AB-80DD-D7F8-CE959599205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883"/>
          <a:stretch/>
        </p:blipFill>
        <p:spPr>
          <a:xfrm>
            <a:off x="5189875" y="2073404"/>
            <a:ext cx="2590657" cy="1179561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5E48022B-AB0A-95A0-63BF-3932D007BD00}"/>
              </a:ext>
            </a:extLst>
          </p:cNvPr>
          <p:cNvSpPr/>
          <p:nvPr/>
        </p:nvSpPr>
        <p:spPr>
          <a:xfrm>
            <a:off x="9522542" y="718189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CA5E122-C08A-6B8E-2E56-A349740E815A}"/>
              </a:ext>
            </a:extLst>
          </p:cNvPr>
          <p:cNvSpPr/>
          <p:nvPr/>
        </p:nvSpPr>
        <p:spPr>
          <a:xfrm>
            <a:off x="10137058" y="1748688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2E57287-8861-74CD-01CE-DA1F3E70E44F}"/>
              </a:ext>
            </a:extLst>
          </p:cNvPr>
          <p:cNvSpPr/>
          <p:nvPr/>
        </p:nvSpPr>
        <p:spPr>
          <a:xfrm>
            <a:off x="8834284" y="1748687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dirty="0">
                <a:solidFill>
                  <a:prstClr val="black"/>
                </a:solidFill>
                <a:latin typeface="Aptos" panose="02110004020202020204"/>
              </a:rPr>
              <a:t>B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F4B270F1-774B-CC98-0893-308F229004F9}"/>
              </a:ext>
            </a:extLst>
          </p:cNvPr>
          <p:cNvCxnSpPr>
            <a:cxnSpLocks/>
            <a:stCxn id="11" idx="4"/>
            <a:endCxn id="13" idx="0"/>
          </p:cNvCxnSpPr>
          <p:nvPr/>
        </p:nvCxnSpPr>
        <p:spPr>
          <a:xfrm rot="5400000">
            <a:off x="9317010" y="1199025"/>
            <a:ext cx="411065" cy="688258"/>
          </a:xfrm>
          <a:prstGeom prst="curvedConnector3">
            <a:avLst>
              <a:gd name="adj1" fmla="val 50000"/>
            </a:avLst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92D9D8A0-9BCF-5C11-8F4B-84B578B7ECAD}"/>
              </a:ext>
            </a:extLst>
          </p:cNvPr>
          <p:cNvCxnSpPr>
            <a:cxnSpLocks/>
            <a:stCxn id="11" idx="4"/>
            <a:endCxn id="12" idx="0"/>
          </p:cNvCxnSpPr>
          <p:nvPr/>
        </p:nvCxnSpPr>
        <p:spPr>
          <a:xfrm rot="16200000" flipH="1">
            <a:off x="9968396" y="1235897"/>
            <a:ext cx="411066" cy="614516"/>
          </a:xfrm>
          <a:prstGeom prst="curvedConnector3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F24035C5-012B-7CCC-FA27-05F4BE3E643C}"/>
              </a:ext>
            </a:extLst>
          </p:cNvPr>
          <p:cNvSpPr txBox="1"/>
          <p:nvPr/>
        </p:nvSpPr>
        <p:spPr>
          <a:xfrm>
            <a:off x="7803666" y="1545003"/>
            <a:ext cx="1465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ptos" panose="02110004020202020204"/>
              </a:rPr>
              <a:t>222+36= 258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7B28137-5A83-EE96-B6FA-4863EB12A80C}"/>
              </a:ext>
            </a:extLst>
          </p:cNvPr>
          <p:cNvSpPr txBox="1"/>
          <p:nvPr/>
        </p:nvSpPr>
        <p:spPr>
          <a:xfrm>
            <a:off x="10481294" y="1416216"/>
            <a:ext cx="1465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ptos" panose="02110004020202020204"/>
              </a:rPr>
              <a:t>61+166= 227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0FDC54A-4791-2FDA-DAE7-8BF0C71F23B3}"/>
              </a:ext>
            </a:extLst>
          </p:cNvPr>
          <p:cNvSpPr txBox="1"/>
          <p:nvPr/>
        </p:nvSpPr>
        <p:spPr>
          <a:xfrm>
            <a:off x="9088290" y="1246553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36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7A5D56B-8845-ED27-737A-40906E36C23D}"/>
              </a:ext>
            </a:extLst>
          </p:cNvPr>
          <p:cNvSpPr txBox="1"/>
          <p:nvPr/>
        </p:nvSpPr>
        <p:spPr>
          <a:xfrm>
            <a:off x="10137058" y="1220963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61</a:t>
            </a:r>
          </a:p>
        </p:txBody>
      </p:sp>
    </p:spTree>
    <p:extLst>
      <p:ext uri="{BB962C8B-B14F-4D97-AF65-F5344CB8AC3E}">
        <p14:creationId xmlns:p14="http://schemas.microsoft.com/office/powerpoint/2010/main" val="20935819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FA3E10-25E0-B490-A6E7-5D8F0BC1C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856" y="-47979"/>
            <a:ext cx="10515600" cy="1325563"/>
          </a:xfrm>
        </p:spPr>
        <p:txBody>
          <a:bodyPr/>
          <a:lstStyle/>
          <a:p>
            <a:r>
              <a:rPr lang="en-US" dirty="0"/>
              <a:t>A*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B73BCA5-154F-2935-8417-5E0C959168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2" y="1578806"/>
            <a:ext cx="5919895" cy="47417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15A77D-55DD-0B6E-3091-9633798423F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709"/>
          <a:stretch/>
        </p:blipFill>
        <p:spPr>
          <a:xfrm>
            <a:off x="4771908" y="796087"/>
            <a:ext cx="2887689" cy="11795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DABED62-429B-0EAA-BF31-B6251D4EFAE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883"/>
          <a:stretch/>
        </p:blipFill>
        <p:spPr>
          <a:xfrm>
            <a:off x="5189875" y="2073404"/>
            <a:ext cx="2590657" cy="1179561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12F6FB97-EE50-E627-FD87-61B7C47B460B}"/>
              </a:ext>
            </a:extLst>
          </p:cNvPr>
          <p:cNvSpPr/>
          <p:nvPr/>
        </p:nvSpPr>
        <p:spPr>
          <a:xfrm>
            <a:off x="9522542" y="718189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F3D9E7F-B170-D498-0529-F111E7E76A4E}"/>
              </a:ext>
            </a:extLst>
          </p:cNvPr>
          <p:cNvSpPr/>
          <p:nvPr/>
        </p:nvSpPr>
        <p:spPr>
          <a:xfrm>
            <a:off x="10137058" y="1748688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99CB65C-7F12-955D-64B5-B9762CDA2B59}"/>
              </a:ext>
            </a:extLst>
          </p:cNvPr>
          <p:cNvSpPr/>
          <p:nvPr/>
        </p:nvSpPr>
        <p:spPr>
          <a:xfrm>
            <a:off x="8834284" y="1748687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dirty="0">
                <a:solidFill>
                  <a:prstClr val="black"/>
                </a:solidFill>
                <a:latin typeface="Aptos" panose="02110004020202020204"/>
              </a:rPr>
              <a:t>B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2B8F0D02-3187-6BD1-B2E3-AB2CE9BFD1FD}"/>
              </a:ext>
            </a:extLst>
          </p:cNvPr>
          <p:cNvCxnSpPr>
            <a:cxnSpLocks/>
            <a:stCxn id="11" idx="4"/>
            <a:endCxn id="13" idx="0"/>
          </p:cNvCxnSpPr>
          <p:nvPr/>
        </p:nvCxnSpPr>
        <p:spPr>
          <a:xfrm rot="5400000">
            <a:off x="9317010" y="1199025"/>
            <a:ext cx="411065" cy="688258"/>
          </a:xfrm>
          <a:prstGeom prst="curvedConnector3">
            <a:avLst>
              <a:gd name="adj1" fmla="val 50000"/>
            </a:avLst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319CBE4A-146D-7026-5F4E-B8916F279268}"/>
              </a:ext>
            </a:extLst>
          </p:cNvPr>
          <p:cNvCxnSpPr>
            <a:cxnSpLocks/>
            <a:stCxn id="11" idx="4"/>
            <a:endCxn id="12" idx="0"/>
          </p:cNvCxnSpPr>
          <p:nvPr/>
        </p:nvCxnSpPr>
        <p:spPr>
          <a:xfrm rot="16200000" flipH="1">
            <a:off x="9968396" y="1235897"/>
            <a:ext cx="411066" cy="614516"/>
          </a:xfrm>
          <a:prstGeom prst="curvedConnector3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710A701F-FE2D-B776-6CBA-7966D2A25123}"/>
              </a:ext>
            </a:extLst>
          </p:cNvPr>
          <p:cNvSpPr/>
          <p:nvPr/>
        </p:nvSpPr>
        <p:spPr>
          <a:xfrm>
            <a:off x="9178032" y="2906434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dirty="0">
                <a:solidFill>
                  <a:prstClr val="black"/>
                </a:solidFill>
                <a:latin typeface="Aptos" panose="02110004020202020204"/>
              </a:rPr>
              <a:t>D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AB81247-EAF3-23BD-F023-878D3CEDBD65}"/>
              </a:ext>
            </a:extLst>
          </p:cNvPr>
          <p:cNvSpPr/>
          <p:nvPr/>
        </p:nvSpPr>
        <p:spPr>
          <a:xfrm>
            <a:off x="10227371" y="2855388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dirty="0">
                <a:solidFill>
                  <a:prstClr val="black"/>
                </a:solidFill>
                <a:latin typeface="Aptos" panose="02110004020202020204"/>
              </a:rPr>
              <a:t>F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05FE553-C9BB-A1BB-B9CD-D8430B6F9C4E}"/>
              </a:ext>
            </a:extLst>
          </p:cNvPr>
          <p:cNvSpPr/>
          <p:nvPr/>
        </p:nvSpPr>
        <p:spPr>
          <a:xfrm>
            <a:off x="11009671" y="2852358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dirty="0">
                <a:solidFill>
                  <a:prstClr val="black"/>
                </a:solidFill>
                <a:latin typeface="Aptos" panose="02110004020202020204"/>
              </a:rPr>
              <a:t>L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26" name="Connector: Curved 25">
            <a:extLst>
              <a:ext uri="{FF2B5EF4-FFF2-40B4-BE49-F238E27FC236}">
                <a16:creationId xmlns:a16="http://schemas.microsoft.com/office/drawing/2014/main" id="{45EAE036-8E9C-8E65-3DB9-BFC1DB51EAE3}"/>
              </a:ext>
            </a:extLst>
          </p:cNvPr>
          <p:cNvCxnSpPr>
            <a:cxnSpLocks/>
            <a:stCxn id="12" idx="4"/>
            <a:endCxn id="22" idx="0"/>
          </p:cNvCxnSpPr>
          <p:nvPr/>
        </p:nvCxnSpPr>
        <p:spPr>
          <a:xfrm rot="5400000">
            <a:off x="9732518" y="2157764"/>
            <a:ext cx="538313" cy="959026"/>
          </a:xfrm>
          <a:prstGeom prst="curvedConnector3">
            <a:avLst>
              <a:gd name="adj1" fmla="val 50000"/>
            </a:avLst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7" name="Connector: Curved 26">
            <a:extLst>
              <a:ext uri="{FF2B5EF4-FFF2-40B4-BE49-F238E27FC236}">
                <a16:creationId xmlns:a16="http://schemas.microsoft.com/office/drawing/2014/main" id="{CE95518C-38EC-8D80-AED1-3D2E9ABBF4CE}"/>
              </a:ext>
            </a:extLst>
          </p:cNvPr>
          <p:cNvCxnSpPr>
            <a:cxnSpLocks/>
            <a:stCxn id="12" idx="4"/>
            <a:endCxn id="23" idx="0"/>
          </p:cNvCxnSpPr>
          <p:nvPr/>
        </p:nvCxnSpPr>
        <p:spPr>
          <a:xfrm rot="16200000" flipH="1">
            <a:off x="10282710" y="2566597"/>
            <a:ext cx="487267" cy="90313"/>
          </a:xfrm>
          <a:prstGeom prst="curvedConnector3">
            <a:avLst>
              <a:gd name="adj1" fmla="val 50000"/>
            </a:avLst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8" name="Connector: Curved 27">
            <a:extLst>
              <a:ext uri="{FF2B5EF4-FFF2-40B4-BE49-F238E27FC236}">
                <a16:creationId xmlns:a16="http://schemas.microsoft.com/office/drawing/2014/main" id="{D126ED38-8D84-B8AC-2013-B0994A78A3D8}"/>
              </a:ext>
            </a:extLst>
          </p:cNvPr>
          <p:cNvCxnSpPr>
            <a:cxnSpLocks/>
            <a:stCxn id="12" idx="4"/>
            <a:endCxn id="24" idx="0"/>
          </p:cNvCxnSpPr>
          <p:nvPr/>
        </p:nvCxnSpPr>
        <p:spPr>
          <a:xfrm rot="16200000" flipH="1">
            <a:off x="10675375" y="2173932"/>
            <a:ext cx="484237" cy="872613"/>
          </a:xfrm>
          <a:prstGeom prst="curvedConnector3">
            <a:avLst>
              <a:gd name="adj1" fmla="val 50000"/>
            </a:avLst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4CFFAFA2-DB00-0256-71AB-EB1A22E19DDF}"/>
              </a:ext>
            </a:extLst>
          </p:cNvPr>
          <p:cNvSpPr txBox="1"/>
          <p:nvPr/>
        </p:nvSpPr>
        <p:spPr>
          <a:xfrm>
            <a:off x="8234697" y="1687112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ptos" panose="02110004020202020204"/>
              </a:rPr>
              <a:t>258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559CC4C-DD84-269F-EE3A-C6D0067A64E2}"/>
              </a:ext>
            </a:extLst>
          </p:cNvPr>
          <p:cNvSpPr txBox="1"/>
          <p:nvPr/>
        </p:nvSpPr>
        <p:spPr>
          <a:xfrm>
            <a:off x="10911700" y="1829223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ptos" panose="02110004020202020204"/>
              </a:rPr>
              <a:t>227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F65D650-EDDE-E3EC-222D-5A48210A499B}"/>
              </a:ext>
            </a:extLst>
          </p:cNvPr>
          <p:cNvSpPr txBox="1"/>
          <p:nvPr/>
        </p:nvSpPr>
        <p:spPr>
          <a:xfrm>
            <a:off x="7573362" y="2568411"/>
            <a:ext cx="2063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ptos" panose="02110004020202020204"/>
              </a:rPr>
              <a:t>(61+32) +192 = 285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AFC98DA-0EC9-8D2B-BEC9-06AD06B5CC82}"/>
              </a:ext>
            </a:extLst>
          </p:cNvPr>
          <p:cNvSpPr txBox="1"/>
          <p:nvPr/>
        </p:nvSpPr>
        <p:spPr>
          <a:xfrm>
            <a:off x="11169065" y="2069802"/>
            <a:ext cx="14259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ptos" panose="02110004020202020204"/>
              </a:rPr>
              <a:t>  (61+80) +102 =     243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4F01CA9-7820-9338-3ABA-EC7DDF4F4320}"/>
              </a:ext>
            </a:extLst>
          </p:cNvPr>
          <p:cNvSpPr txBox="1"/>
          <p:nvPr/>
        </p:nvSpPr>
        <p:spPr>
          <a:xfrm>
            <a:off x="9797861" y="3622036"/>
            <a:ext cx="16687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ptos" panose="02110004020202020204"/>
              </a:rPr>
              <a:t> (31+61)+136= 228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6610D6-F44E-3836-4CDB-8AA6436BA95E}"/>
              </a:ext>
            </a:extLst>
          </p:cNvPr>
          <p:cNvSpPr txBox="1"/>
          <p:nvPr/>
        </p:nvSpPr>
        <p:spPr>
          <a:xfrm>
            <a:off x="9088290" y="1246553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36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84358C-97A0-D5B9-CCE1-271596E1A35F}"/>
              </a:ext>
            </a:extLst>
          </p:cNvPr>
          <p:cNvSpPr txBox="1"/>
          <p:nvPr/>
        </p:nvSpPr>
        <p:spPr>
          <a:xfrm>
            <a:off x="10137058" y="1220963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61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A599E5-7373-743A-3B6B-71CDE91B94F2}"/>
              </a:ext>
            </a:extLst>
          </p:cNvPr>
          <p:cNvSpPr txBox="1"/>
          <p:nvPr/>
        </p:nvSpPr>
        <p:spPr>
          <a:xfrm>
            <a:off x="9636212" y="2301390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32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1BEBBC-A41B-28F2-2586-8B1AC4807483}"/>
              </a:ext>
            </a:extLst>
          </p:cNvPr>
          <p:cNvSpPr txBox="1"/>
          <p:nvPr/>
        </p:nvSpPr>
        <p:spPr>
          <a:xfrm>
            <a:off x="9994349" y="2579194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31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C26FD9B-7937-7094-098C-458FAA2C904A}"/>
              </a:ext>
            </a:extLst>
          </p:cNvPr>
          <p:cNvSpPr txBox="1"/>
          <p:nvPr/>
        </p:nvSpPr>
        <p:spPr>
          <a:xfrm>
            <a:off x="10761443" y="2330937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80</a:t>
            </a:r>
          </a:p>
        </p:txBody>
      </p:sp>
    </p:spTree>
    <p:extLst>
      <p:ext uri="{BB962C8B-B14F-4D97-AF65-F5344CB8AC3E}">
        <p14:creationId xmlns:p14="http://schemas.microsoft.com/office/powerpoint/2010/main" val="29554468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965C6-EBD0-2475-7A56-B8B23DAB3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A7ADEA0-BFEC-D165-FDF8-B0ABB3382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856" y="-47979"/>
            <a:ext cx="10515600" cy="1325563"/>
          </a:xfrm>
        </p:spPr>
        <p:txBody>
          <a:bodyPr/>
          <a:lstStyle/>
          <a:p>
            <a:r>
              <a:rPr lang="en-US" dirty="0"/>
              <a:t>A*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53F3480-D781-209D-A465-60BBA79060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2" y="1578806"/>
            <a:ext cx="5919895" cy="47417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5AB5CD6-6ED7-184C-6047-9F4A34F35B9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709"/>
          <a:stretch/>
        </p:blipFill>
        <p:spPr>
          <a:xfrm>
            <a:off x="4771908" y="796087"/>
            <a:ext cx="2887689" cy="11795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A0C6075-12A5-8E9F-7713-8A6CBAB05EA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883"/>
          <a:stretch/>
        </p:blipFill>
        <p:spPr>
          <a:xfrm>
            <a:off x="5189875" y="2073404"/>
            <a:ext cx="2590657" cy="1179561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1EE132D4-36C0-4233-0902-68DC899B2AE1}"/>
              </a:ext>
            </a:extLst>
          </p:cNvPr>
          <p:cNvSpPr/>
          <p:nvPr/>
        </p:nvSpPr>
        <p:spPr>
          <a:xfrm>
            <a:off x="9522542" y="718189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E5618F3-F032-D6D8-9984-4E429B496B93}"/>
              </a:ext>
            </a:extLst>
          </p:cNvPr>
          <p:cNvSpPr/>
          <p:nvPr/>
        </p:nvSpPr>
        <p:spPr>
          <a:xfrm>
            <a:off x="10137058" y="1748688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CD3128D-EE37-0022-2A89-C1EBC4A7CD79}"/>
              </a:ext>
            </a:extLst>
          </p:cNvPr>
          <p:cNvSpPr/>
          <p:nvPr/>
        </p:nvSpPr>
        <p:spPr>
          <a:xfrm>
            <a:off x="8834284" y="1748687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dirty="0">
                <a:solidFill>
                  <a:prstClr val="black"/>
                </a:solidFill>
                <a:latin typeface="Aptos" panose="02110004020202020204"/>
              </a:rPr>
              <a:t>B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FE92E9A9-56D5-C549-6531-F4FF26D41BF0}"/>
              </a:ext>
            </a:extLst>
          </p:cNvPr>
          <p:cNvCxnSpPr>
            <a:cxnSpLocks/>
            <a:stCxn id="11" idx="4"/>
            <a:endCxn id="13" idx="0"/>
          </p:cNvCxnSpPr>
          <p:nvPr/>
        </p:nvCxnSpPr>
        <p:spPr>
          <a:xfrm rot="5400000">
            <a:off x="9317010" y="1199025"/>
            <a:ext cx="411065" cy="688258"/>
          </a:xfrm>
          <a:prstGeom prst="curvedConnector3">
            <a:avLst>
              <a:gd name="adj1" fmla="val 50000"/>
            </a:avLst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42DC6851-2152-49BC-F4AF-A262870B8EEB}"/>
              </a:ext>
            </a:extLst>
          </p:cNvPr>
          <p:cNvCxnSpPr>
            <a:cxnSpLocks/>
            <a:stCxn id="11" idx="4"/>
            <a:endCxn id="12" idx="0"/>
          </p:cNvCxnSpPr>
          <p:nvPr/>
        </p:nvCxnSpPr>
        <p:spPr>
          <a:xfrm rot="16200000" flipH="1">
            <a:off x="9968396" y="1235897"/>
            <a:ext cx="411066" cy="614516"/>
          </a:xfrm>
          <a:prstGeom prst="curvedConnector3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988FEF79-5DE6-E169-32F4-F38CAE19AA16}"/>
              </a:ext>
            </a:extLst>
          </p:cNvPr>
          <p:cNvSpPr/>
          <p:nvPr/>
        </p:nvSpPr>
        <p:spPr>
          <a:xfrm>
            <a:off x="9178032" y="2906434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dirty="0">
                <a:solidFill>
                  <a:prstClr val="black"/>
                </a:solidFill>
                <a:latin typeface="Aptos" panose="02110004020202020204"/>
              </a:rPr>
              <a:t>D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413271C-2984-807A-EEB5-3649DB5B4CB0}"/>
              </a:ext>
            </a:extLst>
          </p:cNvPr>
          <p:cNvSpPr/>
          <p:nvPr/>
        </p:nvSpPr>
        <p:spPr>
          <a:xfrm>
            <a:off x="10227371" y="2855388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dirty="0">
                <a:solidFill>
                  <a:prstClr val="black"/>
                </a:solidFill>
                <a:latin typeface="Aptos" panose="02110004020202020204"/>
              </a:rPr>
              <a:t>F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6FCD268-1626-C1EA-5271-F0953ED499A6}"/>
              </a:ext>
            </a:extLst>
          </p:cNvPr>
          <p:cNvSpPr/>
          <p:nvPr/>
        </p:nvSpPr>
        <p:spPr>
          <a:xfrm>
            <a:off x="11009671" y="2852358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dirty="0">
                <a:solidFill>
                  <a:prstClr val="black"/>
                </a:solidFill>
                <a:latin typeface="Aptos" panose="02110004020202020204"/>
              </a:rPr>
              <a:t>L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26" name="Connector: Curved 25">
            <a:extLst>
              <a:ext uri="{FF2B5EF4-FFF2-40B4-BE49-F238E27FC236}">
                <a16:creationId xmlns:a16="http://schemas.microsoft.com/office/drawing/2014/main" id="{07E8FC64-D45B-4691-7622-E64575BF0D88}"/>
              </a:ext>
            </a:extLst>
          </p:cNvPr>
          <p:cNvCxnSpPr>
            <a:cxnSpLocks/>
            <a:stCxn id="12" idx="4"/>
            <a:endCxn id="22" idx="0"/>
          </p:cNvCxnSpPr>
          <p:nvPr/>
        </p:nvCxnSpPr>
        <p:spPr>
          <a:xfrm rot="5400000">
            <a:off x="9732518" y="2157764"/>
            <a:ext cx="538313" cy="959026"/>
          </a:xfrm>
          <a:prstGeom prst="curvedConnector3">
            <a:avLst>
              <a:gd name="adj1" fmla="val 50000"/>
            </a:avLst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7" name="Connector: Curved 26">
            <a:extLst>
              <a:ext uri="{FF2B5EF4-FFF2-40B4-BE49-F238E27FC236}">
                <a16:creationId xmlns:a16="http://schemas.microsoft.com/office/drawing/2014/main" id="{3D221201-6376-847C-CADF-9156B44EB57E}"/>
              </a:ext>
            </a:extLst>
          </p:cNvPr>
          <p:cNvCxnSpPr>
            <a:cxnSpLocks/>
            <a:stCxn id="12" idx="4"/>
            <a:endCxn id="23" idx="0"/>
          </p:cNvCxnSpPr>
          <p:nvPr/>
        </p:nvCxnSpPr>
        <p:spPr>
          <a:xfrm rot="16200000" flipH="1">
            <a:off x="10282710" y="2566597"/>
            <a:ext cx="487267" cy="90313"/>
          </a:xfrm>
          <a:prstGeom prst="curvedConnector3">
            <a:avLst>
              <a:gd name="adj1" fmla="val 50000"/>
            </a:avLst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8" name="Connector: Curved 27">
            <a:extLst>
              <a:ext uri="{FF2B5EF4-FFF2-40B4-BE49-F238E27FC236}">
                <a16:creationId xmlns:a16="http://schemas.microsoft.com/office/drawing/2014/main" id="{653A71F0-7E10-7EF9-33B0-CFB35442B21A}"/>
              </a:ext>
            </a:extLst>
          </p:cNvPr>
          <p:cNvCxnSpPr>
            <a:cxnSpLocks/>
            <a:stCxn id="12" idx="4"/>
            <a:endCxn id="24" idx="0"/>
          </p:cNvCxnSpPr>
          <p:nvPr/>
        </p:nvCxnSpPr>
        <p:spPr>
          <a:xfrm rot="16200000" flipH="1">
            <a:off x="10675375" y="2173932"/>
            <a:ext cx="484237" cy="872613"/>
          </a:xfrm>
          <a:prstGeom prst="curvedConnector3">
            <a:avLst>
              <a:gd name="adj1" fmla="val 50000"/>
            </a:avLst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1CA26DA6-651D-C5BA-6269-AC514FCDB424}"/>
              </a:ext>
            </a:extLst>
          </p:cNvPr>
          <p:cNvSpPr/>
          <p:nvPr/>
        </p:nvSpPr>
        <p:spPr>
          <a:xfrm>
            <a:off x="9681246" y="3949673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dirty="0">
                <a:solidFill>
                  <a:prstClr val="black"/>
                </a:solidFill>
                <a:latin typeface="Aptos" panose="02110004020202020204"/>
              </a:rPr>
              <a:t>J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A7F1049-4CCF-32A0-84DB-954189696C71}"/>
              </a:ext>
            </a:extLst>
          </p:cNvPr>
          <p:cNvSpPr/>
          <p:nvPr/>
        </p:nvSpPr>
        <p:spPr>
          <a:xfrm>
            <a:off x="10990855" y="3921363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dirty="0">
                <a:solidFill>
                  <a:prstClr val="black"/>
                </a:solidFill>
                <a:latin typeface="Aptos" panose="02110004020202020204"/>
              </a:rPr>
              <a:t>K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42" name="Connector: Curved 41">
            <a:extLst>
              <a:ext uri="{FF2B5EF4-FFF2-40B4-BE49-F238E27FC236}">
                <a16:creationId xmlns:a16="http://schemas.microsoft.com/office/drawing/2014/main" id="{849066A2-9499-233D-7914-77F967E6A729}"/>
              </a:ext>
            </a:extLst>
          </p:cNvPr>
          <p:cNvCxnSpPr>
            <a:cxnSpLocks/>
            <a:stCxn id="23" idx="4"/>
            <a:endCxn id="41" idx="0"/>
          </p:cNvCxnSpPr>
          <p:nvPr/>
        </p:nvCxnSpPr>
        <p:spPr>
          <a:xfrm rot="16200000" flipH="1">
            <a:off x="10729971" y="3316350"/>
            <a:ext cx="446542" cy="763484"/>
          </a:xfrm>
          <a:prstGeom prst="curvedConnector3">
            <a:avLst>
              <a:gd name="adj1" fmla="val 50000"/>
            </a:avLst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3" name="Connector: Curved 42">
            <a:extLst>
              <a:ext uri="{FF2B5EF4-FFF2-40B4-BE49-F238E27FC236}">
                <a16:creationId xmlns:a16="http://schemas.microsoft.com/office/drawing/2014/main" id="{FCB016A9-6C26-55B0-C5B2-FAC725ED6B04}"/>
              </a:ext>
            </a:extLst>
          </p:cNvPr>
          <p:cNvCxnSpPr>
            <a:cxnSpLocks/>
            <a:stCxn id="23" idx="4"/>
            <a:endCxn id="40" idx="0"/>
          </p:cNvCxnSpPr>
          <p:nvPr/>
        </p:nvCxnSpPr>
        <p:spPr>
          <a:xfrm rot="5400000">
            <a:off x="10061012" y="3439185"/>
            <a:ext cx="474852" cy="546125"/>
          </a:xfrm>
          <a:prstGeom prst="curvedConnector3">
            <a:avLst>
              <a:gd name="adj1" fmla="val 50000"/>
            </a:avLst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8A5499EE-B35B-5C52-9F3B-85483A92A1FA}"/>
              </a:ext>
            </a:extLst>
          </p:cNvPr>
          <p:cNvSpPr txBox="1"/>
          <p:nvPr/>
        </p:nvSpPr>
        <p:spPr>
          <a:xfrm>
            <a:off x="8234697" y="1687112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ptos" panose="02110004020202020204"/>
              </a:rPr>
              <a:t>258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9DAF4A1-DA00-8070-E609-18FF1E4BB74D}"/>
              </a:ext>
            </a:extLst>
          </p:cNvPr>
          <p:cNvSpPr txBox="1"/>
          <p:nvPr/>
        </p:nvSpPr>
        <p:spPr>
          <a:xfrm>
            <a:off x="10911700" y="1829223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ptos" panose="02110004020202020204"/>
              </a:rPr>
              <a:t>227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B834E04-32EF-A277-3ACC-E4714820B7CF}"/>
              </a:ext>
            </a:extLst>
          </p:cNvPr>
          <p:cNvSpPr txBox="1"/>
          <p:nvPr/>
        </p:nvSpPr>
        <p:spPr>
          <a:xfrm>
            <a:off x="8857993" y="2711855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ptos" panose="02110004020202020204"/>
              </a:rPr>
              <a:t>285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FB9A077-94D5-C900-94BA-D61FECA5E937}"/>
              </a:ext>
            </a:extLst>
          </p:cNvPr>
          <p:cNvSpPr txBox="1"/>
          <p:nvPr/>
        </p:nvSpPr>
        <p:spPr>
          <a:xfrm>
            <a:off x="11466660" y="2668457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ptos" panose="02110004020202020204"/>
              </a:rPr>
              <a:t>243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C51B64E-FAC0-1261-2292-6AF9FF814EFC}"/>
              </a:ext>
            </a:extLst>
          </p:cNvPr>
          <p:cNvSpPr txBox="1"/>
          <p:nvPr/>
        </p:nvSpPr>
        <p:spPr>
          <a:xfrm>
            <a:off x="9866290" y="2695961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ptos" panose="02110004020202020204"/>
              </a:rPr>
              <a:t>228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AFBB858-0F60-F224-4115-2B3F5C30C773}"/>
              </a:ext>
            </a:extLst>
          </p:cNvPr>
          <p:cNvSpPr txBox="1"/>
          <p:nvPr/>
        </p:nvSpPr>
        <p:spPr>
          <a:xfrm>
            <a:off x="7973960" y="3833137"/>
            <a:ext cx="18949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ptos" panose="02110004020202020204"/>
              </a:rPr>
              <a:t> (61+31+122) +60 =274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7AB2221-3DDC-6B3C-8CC5-316CDC84966F}"/>
              </a:ext>
            </a:extLst>
          </p:cNvPr>
          <p:cNvSpPr txBox="1"/>
          <p:nvPr/>
        </p:nvSpPr>
        <p:spPr>
          <a:xfrm>
            <a:off x="9790745" y="4841986"/>
            <a:ext cx="2433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ptos" panose="02110004020202020204"/>
              </a:rPr>
              <a:t>(61+31+ 112) +32= 236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A9FB01-89C7-D360-8AEE-43E2935985B6}"/>
              </a:ext>
            </a:extLst>
          </p:cNvPr>
          <p:cNvSpPr txBox="1"/>
          <p:nvPr/>
        </p:nvSpPr>
        <p:spPr>
          <a:xfrm>
            <a:off x="9088290" y="1246553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36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762532-306A-9591-E5C1-CFC29493B0FA}"/>
              </a:ext>
            </a:extLst>
          </p:cNvPr>
          <p:cNvSpPr txBox="1"/>
          <p:nvPr/>
        </p:nvSpPr>
        <p:spPr>
          <a:xfrm>
            <a:off x="10137058" y="1220963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61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91FA54-C2E1-A9EA-8BF3-6F3E420C4EA8}"/>
              </a:ext>
            </a:extLst>
          </p:cNvPr>
          <p:cNvSpPr txBox="1"/>
          <p:nvPr/>
        </p:nvSpPr>
        <p:spPr>
          <a:xfrm>
            <a:off x="9636212" y="2301390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32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58B6B6F-1EDA-81DF-4E1E-F7AA3965077E}"/>
              </a:ext>
            </a:extLst>
          </p:cNvPr>
          <p:cNvSpPr txBox="1"/>
          <p:nvPr/>
        </p:nvSpPr>
        <p:spPr>
          <a:xfrm>
            <a:off x="10199400" y="2520208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31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A79A3D-0940-A020-1DDB-05821404903E}"/>
              </a:ext>
            </a:extLst>
          </p:cNvPr>
          <p:cNvSpPr txBox="1"/>
          <p:nvPr/>
        </p:nvSpPr>
        <p:spPr>
          <a:xfrm>
            <a:off x="10761443" y="2330937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80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897D0F5-07E1-C084-8E6A-34833FA7841A}"/>
              </a:ext>
            </a:extLst>
          </p:cNvPr>
          <p:cNvSpPr txBox="1"/>
          <p:nvPr/>
        </p:nvSpPr>
        <p:spPr>
          <a:xfrm>
            <a:off x="9937976" y="3510842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122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49C0D3-C45A-74C8-559E-14F4792BBEFD}"/>
              </a:ext>
            </a:extLst>
          </p:cNvPr>
          <p:cNvSpPr txBox="1"/>
          <p:nvPr/>
        </p:nvSpPr>
        <p:spPr>
          <a:xfrm>
            <a:off x="11007585" y="3540175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112</a:t>
            </a:r>
          </a:p>
        </p:txBody>
      </p:sp>
    </p:spTree>
    <p:extLst>
      <p:ext uri="{BB962C8B-B14F-4D97-AF65-F5344CB8AC3E}">
        <p14:creationId xmlns:p14="http://schemas.microsoft.com/office/powerpoint/2010/main" val="23344485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A154D-31C4-9FE6-B509-BA20B5BFA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E2E9EEA-89AC-7C7A-7BFC-4BD605226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856" y="-47979"/>
            <a:ext cx="10515600" cy="1325563"/>
          </a:xfrm>
        </p:spPr>
        <p:txBody>
          <a:bodyPr/>
          <a:lstStyle/>
          <a:p>
            <a:r>
              <a:rPr lang="en-US" dirty="0"/>
              <a:t>A*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7FE298C-E7FB-DF5A-C96F-9EC5255198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2" y="1578806"/>
            <a:ext cx="5919895" cy="47417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A08339-62AF-0600-8F2B-E73710F1F4D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709"/>
          <a:stretch/>
        </p:blipFill>
        <p:spPr>
          <a:xfrm>
            <a:off x="4771908" y="796087"/>
            <a:ext cx="2887689" cy="11795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BE4E37B-9D58-896F-DE4E-3796D54A05E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883"/>
          <a:stretch/>
        </p:blipFill>
        <p:spPr>
          <a:xfrm>
            <a:off x="5189875" y="2073404"/>
            <a:ext cx="2590657" cy="1179561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9E5AB3C4-9623-E834-5B22-C70F14867CFC}"/>
              </a:ext>
            </a:extLst>
          </p:cNvPr>
          <p:cNvSpPr/>
          <p:nvPr/>
        </p:nvSpPr>
        <p:spPr>
          <a:xfrm>
            <a:off x="9522542" y="718189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9679FD4-7BCB-0980-D3CB-BBED9295F3BD}"/>
              </a:ext>
            </a:extLst>
          </p:cNvPr>
          <p:cNvSpPr/>
          <p:nvPr/>
        </p:nvSpPr>
        <p:spPr>
          <a:xfrm>
            <a:off x="10137058" y="1748688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B5E719D-1FEA-9D76-9FF7-396BBDF53B08}"/>
              </a:ext>
            </a:extLst>
          </p:cNvPr>
          <p:cNvSpPr/>
          <p:nvPr/>
        </p:nvSpPr>
        <p:spPr>
          <a:xfrm>
            <a:off x="8834284" y="1748687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dirty="0">
                <a:solidFill>
                  <a:prstClr val="black"/>
                </a:solidFill>
                <a:latin typeface="Aptos" panose="02110004020202020204"/>
              </a:rPr>
              <a:t>B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6465B4CC-2184-AE37-23BC-25E44552F4EE}"/>
              </a:ext>
            </a:extLst>
          </p:cNvPr>
          <p:cNvCxnSpPr>
            <a:cxnSpLocks/>
            <a:stCxn id="11" idx="4"/>
            <a:endCxn id="13" idx="0"/>
          </p:cNvCxnSpPr>
          <p:nvPr/>
        </p:nvCxnSpPr>
        <p:spPr>
          <a:xfrm rot="5400000">
            <a:off x="9317010" y="1199025"/>
            <a:ext cx="411065" cy="688258"/>
          </a:xfrm>
          <a:prstGeom prst="curvedConnector3">
            <a:avLst>
              <a:gd name="adj1" fmla="val 50000"/>
            </a:avLst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FE82FEB9-1206-90A8-FE32-41CF5F0BFEF0}"/>
              </a:ext>
            </a:extLst>
          </p:cNvPr>
          <p:cNvCxnSpPr>
            <a:cxnSpLocks/>
            <a:stCxn id="11" idx="4"/>
            <a:endCxn id="12" idx="0"/>
          </p:cNvCxnSpPr>
          <p:nvPr/>
        </p:nvCxnSpPr>
        <p:spPr>
          <a:xfrm rot="16200000" flipH="1">
            <a:off x="9968396" y="1235897"/>
            <a:ext cx="411066" cy="614516"/>
          </a:xfrm>
          <a:prstGeom prst="curvedConnector3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BF8375FF-E1B8-7873-8F64-0C98287A987C}"/>
              </a:ext>
            </a:extLst>
          </p:cNvPr>
          <p:cNvSpPr/>
          <p:nvPr/>
        </p:nvSpPr>
        <p:spPr>
          <a:xfrm>
            <a:off x="9178032" y="2906434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dirty="0">
                <a:solidFill>
                  <a:prstClr val="black"/>
                </a:solidFill>
                <a:latin typeface="Aptos" panose="02110004020202020204"/>
              </a:rPr>
              <a:t>D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77C53BA-D897-88E5-A895-283ADA042B2D}"/>
              </a:ext>
            </a:extLst>
          </p:cNvPr>
          <p:cNvSpPr/>
          <p:nvPr/>
        </p:nvSpPr>
        <p:spPr>
          <a:xfrm>
            <a:off x="10227371" y="2855388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dirty="0">
                <a:solidFill>
                  <a:prstClr val="black"/>
                </a:solidFill>
                <a:latin typeface="Aptos" panose="02110004020202020204"/>
              </a:rPr>
              <a:t>F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8FD713D-F203-A5F9-6B96-3CF116750760}"/>
              </a:ext>
            </a:extLst>
          </p:cNvPr>
          <p:cNvSpPr/>
          <p:nvPr/>
        </p:nvSpPr>
        <p:spPr>
          <a:xfrm>
            <a:off x="11009671" y="2852358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dirty="0">
                <a:solidFill>
                  <a:prstClr val="black"/>
                </a:solidFill>
                <a:latin typeface="Aptos" panose="02110004020202020204"/>
              </a:rPr>
              <a:t>L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26" name="Connector: Curved 25">
            <a:extLst>
              <a:ext uri="{FF2B5EF4-FFF2-40B4-BE49-F238E27FC236}">
                <a16:creationId xmlns:a16="http://schemas.microsoft.com/office/drawing/2014/main" id="{655D4398-A8C0-0614-AC93-76869EE4C789}"/>
              </a:ext>
            </a:extLst>
          </p:cNvPr>
          <p:cNvCxnSpPr>
            <a:cxnSpLocks/>
            <a:stCxn id="12" idx="4"/>
            <a:endCxn id="22" idx="0"/>
          </p:cNvCxnSpPr>
          <p:nvPr/>
        </p:nvCxnSpPr>
        <p:spPr>
          <a:xfrm rot="5400000">
            <a:off x="9732518" y="2157764"/>
            <a:ext cx="538313" cy="959026"/>
          </a:xfrm>
          <a:prstGeom prst="curvedConnector3">
            <a:avLst>
              <a:gd name="adj1" fmla="val 50000"/>
            </a:avLst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7" name="Connector: Curved 26">
            <a:extLst>
              <a:ext uri="{FF2B5EF4-FFF2-40B4-BE49-F238E27FC236}">
                <a16:creationId xmlns:a16="http://schemas.microsoft.com/office/drawing/2014/main" id="{8FB82819-ECB0-E666-D03C-6788D247C4B8}"/>
              </a:ext>
            </a:extLst>
          </p:cNvPr>
          <p:cNvCxnSpPr>
            <a:cxnSpLocks/>
            <a:stCxn id="12" idx="4"/>
            <a:endCxn id="23" idx="0"/>
          </p:cNvCxnSpPr>
          <p:nvPr/>
        </p:nvCxnSpPr>
        <p:spPr>
          <a:xfrm rot="16200000" flipH="1">
            <a:off x="10282710" y="2566597"/>
            <a:ext cx="487267" cy="90313"/>
          </a:xfrm>
          <a:prstGeom prst="curvedConnector3">
            <a:avLst>
              <a:gd name="adj1" fmla="val 50000"/>
            </a:avLst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8" name="Connector: Curved 27">
            <a:extLst>
              <a:ext uri="{FF2B5EF4-FFF2-40B4-BE49-F238E27FC236}">
                <a16:creationId xmlns:a16="http://schemas.microsoft.com/office/drawing/2014/main" id="{3E8EC997-D6DC-E6A6-AF95-B8749C3936BC}"/>
              </a:ext>
            </a:extLst>
          </p:cNvPr>
          <p:cNvCxnSpPr>
            <a:cxnSpLocks/>
            <a:stCxn id="12" idx="4"/>
            <a:endCxn id="24" idx="0"/>
          </p:cNvCxnSpPr>
          <p:nvPr/>
        </p:nvCxnSpPr>
        <p:spPr>
          <a:xfrm rot="16200000" flipH="1">
            <a:off x="10675375" y="2173932"/>
            <a:ext cx="484237" cy="872613"/>
          </a:xfrm>
          <a:prstGeom prst="curvedConnector3">
            <a:avLst>
              <a:gd name="adj1" fmla="val 50000"/>
            </a:avLst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F1B9E074-1033-4C51-A42F-2CDC8478B6A2}"/>
              </a:ext>
            </a:extLst>
          </p:cNvPr>
          <p:cNvSpPr/>
          <p:nvPr/>
        </p:nvSpPr>
        <p:spPr>
          <a:xfrm>
            <a:off x="9681246" y="3949673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dirty="0">
                <a:solidFill>
                  <a:prstClr val="black"/>
                </a:solidFill>
                <a:latin typeface="Aptos" panose="02110004020202020204"/>
              </a:rPr>
              <a:t>J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0D4BD39E-68F2-7A78-360D-1CDDEA3D8CA7}"/>
              </a:ext>
            </a:extLst>
          </p:cNvPr>
          <p:cNvSpPr/>
          <p:nvPr/>
        </p:nvSpPr>
        <p:spPr>
          <a:xfrm>
            <a:off x="10990855" y="3921363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dirty="0">
                <a:solidFill>
                  <a:prstClr val="black"/>
                </a:solidFill>
                <a:latin typeface="Aptos" panose="02110004020202020204"/>
              </a:rPr>
              <a:t>K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42" name="Connector: Curved 41">
            <a:extLst>
              <a:ext uri="{FF2B5EF4-FFF2-40B4-BE49-F238E27FC236}">
                <a16:creationId xmlns:a16="http://schemas.microsoft.com/office/drawing/2014/main" id="{3B3FB2BE-581E-01DC-B521-5F0ABE60522E}"/>
              </a:ext>
            </a:extLst>
          </p:cNvPr>
          <p:cNvCxnSpPr>
            <a:cxnSpLocks/>
            <a:stCxn id="23" idx="4"/>
            <a:endCxn id="41" idx="0"/>
          </p:cNvCxnSpPr>
          <p:nvPr/>
        </p:nvCxnSpPr>
        <p:spPr>
          <a:xfrm rot="16200000" flipH="1">
            <a:off x="10729971" y="3316350"/>
            <a:ext cx="446542" cy="763484"/>
          </a:xfrm>
          <a:prstGeom prst="curvedConnector3">
            <a:avLst>
              <a:gd name="adj1" fmla="val 50000"/>
            </a:avLst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3" name="Connector: Curved 42">
            <a:extLst>
              <a:ext uri="{FF2B5EF4-FFF2-40B4-BE49-F238E27FC236}">
                <a16:creationId xmlns:a16="http://schemas.microsoft.com/office/drawing/2014/main" id="{EE440FDC-800D-1117-E59C-5B7CCB1785FC}"/>
              </a:ext>
            </a:extLst>
          </p:cNvPr>
          <p:cNvCxnSpPr>
            <a:cxnSpLocks/>
            <a:stCxn id="23" idx="4"/>
            <a:endCxn id="40" idx="0"/>
          </p:cNvCxnSpPr>
          <p:nvPr/>
        </p:nvCxnSpPr>
        <p:spPr>
          <a:xfrm rot="5400000">
            <a:off x="10061012" y="3439185"/>
            <a:ext cx="474852" cy="546125"/>
          </a:xfrm>
          <a:prstGeom prst="curvedConnector3">
            <a:avLst>
              <a:gd name="adj1" fmla="val 50000"/>
            </a:avLst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9136989E-D329-6645-25EC-6924F519E100}"/>
              </a:ext>
            </a:extLst>
          </p:cNvPr>
          <p:cNvSpPr/>
          <p:nvPr/>
        </p:nvSpPr>
        <p:spPr>
          <a:xfrm>
            <a:off x="11368585" y="5194599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</a:t>
            </a:r>
          </a:p>
        </p:txBody>
      </p:sp>
      <p:cxnSp>
        <p:nvCxnSpPr>
          <p:cNvPr id="56" name="Connector: Curved 55">
            <a:extLst>
              <a:ext uri="{FF2B5EF4-FFF2-40B4-BE49-F238E27FC236}">
                <a16:creationId xmlns:a16="http://schemas.microsoft.com/office/drawing/2014/main" id="{D61814A0-7D0D-AC4A-2E68-FD707C06C105}"/>
              </a:ext>
            </a:extLst>
          </p:cNvPr>
          <p:cNvCxnSpPr>
            <a:cxnSpLocks/>
            <a:stCxn id="41" idx="4"/>
            <a:endCxn id="55" idx="0"/>
          </p:cNvCxnSpPr>
          <p:nvPr/>
        </p:nvCxnSpPr>
        <p:spPr>
          <a:xfrm rot="16200000" flipH="1">
            <a:off x="11196948" y="4678832"/>
            <a:ext cx="653803" cy="377730"/>
          </a:xfrm>
          <a:prstGeom prst="curvedConnector3">
            <a:avLst>
              <a:gd name="adj1" fmla="val 50000"/>
            </a:avLst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57" name="Connector: Curved 56">
            <a:extLst>
              <a:ext uri="{FF2B5EF4-FFF2-40B4-BE49-F238E27FC236}">
                <a16:creationId xmlns:a16="http://schemas.microsoft.com/office/drawing/2014/main" id="{0A081A64-A674-8FA2-4424-FED979A63FAF}"/>
              </a:ext>
            </a:extLst>
          </p:cNvPr>
          <p:cNvCxnSpPr>
            <a:cxnSpLocks/>
            <a:stCxn id="41" idx="4"/>
          </p:cNvCxnSpPr>
          <p:nvPr/>
        </p:nvCxnSpPr>
        <p:spPr>
          <a:xfrm rot="5400000">
            <a:off x="10653814" y="4538438"/>
            <a:ext cx="678813" cy="683528"/>
          </a:xfrm>
          <a:prstGeom prst="curvedConnector3">
            <a:avLst>
              <a:gd name="adj1" fmla="val 50000"/>
            </a:avLst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ED41E80D-9B3D-C0A8-1B7D-EDE73F01FE4B}"/>
              </a:ext>
            </a:extLst>
          </p:cNvPr>
          <p:cNvSpPr txBox="1"/>
          <p:nvPr/>
        </p:nvSpPr>
        <p:spPr>
          <a:xfrm>
            <a:off x="8234697" y="1687112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ptos" panose="02110004020202020204"/>
              </a:rPr>
              <a:t>258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72DE54F-6753-3055-FDAB-509C852CF615}"/>
              </a:ext>
            </a:extLst>
          </p:cNvPr>
          <p:cNvSpPr txBox="1"/>
          <p:nvPr/>
        </p:nvSpPr>
        <p:spPr>
          <a:xfrm>
            <a:off x="10911700" y="1829223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ptos" panose="02110004020202020204"/>
              </a:rPr>
              <a:t>227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7D0614A-A7EF-56A6-53E7-FCA889D91A3A}"/>
              </a:ext>
            </a:extLst>
          </p:cNvPr>
          <p:cNvSpPr txBox="1"/>
          <p:nvPr/>
        </p:nvSpPr>
        <p:spPr>
          <a:xfrm>
            <a:off x="8857993" y="2711855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ptos" panose="02110004020202020204"/>
              </a:rPr>
              <a:t>285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743039A-9FC9-DB41-1BE0-5332918847AC}"/>
              </a:ext>
            </a:extLst>
          </p:cNvPr>
          <p:cNvSpPr txBox="1"/>
          <p:nvPr/>
        </p:nvSpPr>
        <p:spPr>
          <a:xfrm>
            <a:off x="11466660" y="2668457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ptos" panose="02110004020202020204"/>
              </a:rPr>
              <a:t>243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360C1A2-6312-C2C9-D554-BE86CFFBD841}"/>
              </a:ext>
            </a:extLst>
          </p:cNvPr>
          <p:cNvSpPr txBox="1"/>
          <p:nvPr/>
        </p:nvSpPr>
        <p:spPr>
          <a:xfrm>
            <a:off x="9866290" y="2695961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ptos" panose="02110004020202020204"/>
              </a:rPr>
              <a:t>228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0E06102-530B-6C1B-CBFD-A64B4167D21F}"/>
              </a:ext>
            </a:extLst>
          </p:cNvPr>
          <p:cNvSpPr txBox="1"/>
          <p:nvPr/>
        </p:nvSpPr>
        <p:spPr>
          <a:xfrm>
            <a:off x="9313981" y="3833137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ptos" panose="02110004020202020204"/>
              </a:rPr>
              <a:t>274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D27B4F6-14F1-55FD-5962-5761C6FFB2FF}"/>
              </a:ext>
            </a:extLst>
          </p:cNvPr>
          <p:cNvSpPr txBox="1"/>
          <p:nvPr/>
        </p:nvSpPr>
        <p:spPr>
          <a:xfrm>
            <a:off x="10571499" y="3823648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ptos" panose="02110004020202020204"/>
              </a:rPr>
              <a:t>236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610C5E-2884-D95F-0C65-056FF31DDAF5}"/>
              </a:ext>
            </a:extLst>
          </p:cNvPr>
          <p:cNvSpPr txBox="1"/>
          <p:nvPr/>
        </p:nvSpPr>
        <p:spPr>
          <a:xfrm>
            <a:off x="9399593" y="6072112"/>
            <a:ext cx="27735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ptos" panose="02110004020202020204"/>
              </a:rPr>
              <a:t>(61+31+ 112 +32) + 0= 236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24C6CE-7050-9CF3-8361-D08370761CC7}"/>
              </a:ext>
            </a:extLst>
          </p:cNvPr>
          <p:cNvSpPr txBox="1"/>
          <p:nvPr/>
        </p:nvSpPr>
        <p:spPr>
          <a:xfrm>
            <a:off x="9088290" y="1246553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36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B0A46B-D6A7-64AF-C244-6A3993F5D7E0}"/>
              </a:ext>
            </a:extLst>
          </p:cNvPr>
          <p:cNvSpPr txBox="1"/>
          <p:nvPr/>
        </p:nvSpPr>
        <p:spPr>
          <a:xfrm>
            <a:off x="10137058" y="1220963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61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7B0891-73ED-A666-7B69-65169C870582}"/>
              </a:ext>
            </a:extLst>
          </p:cNvPr>
          <p:cNvSpPr txBox="1"/>
          <p:nvPr/>
        </p:nvSpPr>
        <p:spPr>
          <a:xfrm>
            <a:off x="9636212" y="2301390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32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B7FBF9-B396-8C98-BF52-A6125707AA2D}"/>
              </a:ext>
            </a:extLst>
          </p:cNvPr>
          <p:cNvSpPr txBox="1"/>
          <p:nvPr/>
        </p:nvSpPr>
        <p:spPr>
          <a:xfrm>
            <a:off x="10199400" y="2520208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31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EB72220-411D-3719-B6B5-F53163828D0F}"/>
              </a:ext>
            </a:extLst>
          </p:cNvPr>
          <p:cNvSpPr txBox="1"/>
          <p:nvPr/>
        </p:nvSpPr>
        <p:spPr>
          <a:xfrm>
            <a:off x="10761443" y="2330937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80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D8C846-5D0A-F7F5-887B-311554CB70F1}"/>
              </a:ext>
            </a:extLst>
          </p:cNvPr>
          <p:cNvSpPr txBox="1"/>
          <p:nvPr/>
        </p:nvSpPr>
        <p:spPr>
          <a:xfrm>
            <a:off x="9587205" y="3529144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122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F9B4A00-EA4B-2C08-5580-D9F3D936A544}"/>
              </a:ext>
            </a:extLst>
          </p:cNvPr>
          <p:cNvSpPr txBox="1"/>
          <p:nvPr/>
        </p:nvSpPr>
        <p:spPr>
          <a:xfrm>
            <a:off x="11007585" y="3540175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112</a:t>
            </a:r>
          </a:p>
        </p:txBody>
      </p:sp>
      <p:sp>
        <p:nvSpPr>
          <p:cNvPr id="29" name="TextBox 46">
            <a:extLst>
              <a:ext uri="{FF2B5EF4-FFF2-40B4-BE49-F238E27FC236}">
                <a16:creationId xmlns:a16="http://schemas.microsoft.com/office/drawing/2014/main" id="{28B46ED2-590E-1468-DAD8-745F00470309}"/>
              </a:ext>
            </a:extLst>
          </p:cNvPr>
          <p:cNvSpPr txBox="1"/>
          <p:nvPr/>
        </p:nvSpPr>
        <p:spPr>
          <a:xfrm>
            <a:off x="11523849" y="4631929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/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32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EF198FB-ECB8-F0CA-EDA3-2A284D6C9EF6}"/>
              </a:ext>
            </a:extLst>
          </p:cNvPr>
          <p:cNvSpPr/>
          <p:nvPr/>
        </p:nvSpPr>
        <p:spPr>
          <a:xfrm>
            <a:off x="10210800" y="5181062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dirty="0">
                <a:solidFill>
                  <a:prstClr val="black"/>
                </a:solidFill>
                <a:latin typeface="Aptos" panose="02110004020202020204"/>
              </a:rPr>
              <a:t>J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C5AE38-B905-A432-2681-B7D7EBF034D4}"/>
              </a:ext>
            </a:extLst>
          </p:cNvPr>
          <p:cNvSpPr txBox="1"/>
          <p:nvPr/>
        </p:nvSpPr>
        <p:spPr>
          <a:xfrm>
            <a:off x="10290020" y="4665612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srgbClr val="FF0000"/>
                </a:solidFill>
                <a:latin typeface="Aptos" panose="02110004020202020204"/>
              </a:rPr>
              <a:t>36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C0709F-BB9A-E58C-B758-7CDDF8A58476}"/>
              </a:ext>
            </a:extLst>
          </p:cNvPr>
          <p:cNvSpPr txBox="1"/>
          <p:nvPr/>
        </p:nvSpPr>
        <p:spPr>
          <a:xfrm>
            <a:off x="7425884" y="5261953"/>
            <a:ext cx="2943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ptos" panose="02110004020202020204"/>
              </a:rPr>
              <a:t>(61+31+ 112 +36) + 60=  300</a:t>
            </a:r>
          </a:p>
        </p:txBody>
      </p:sp>
    </p:spTree>
    <p:extLst>
      <p:ext uri="{BB962C8B-B14F-4D97-AF65-F5344CB8AC3E}">
        <p14:creationId xmlns:p14="http://schemas.microsoft.com/office/powerpoint/2010/main" val="26462622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B03E9-1956-09A6-7259-C7CEF8B9A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52F4DB-E2D8-E9EC-38EF-708C5A8F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856" y="-47979"/>
            <a:ext cx="10515600" cy="1325563"/>
          </a:xfrm>
        </p:spPr>
        <p:txBody>
          <a:bodyPr/>
          <a:lstStyle/>
          <a:p>
            <a:r>
              <a:rPr lang="en-US" dirty="0"/>
              <a:t>A*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9D22B16-C613-7566-FF4A-A41638306D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2" y="1578806"/>
            <a:ext cx="5919895" cy="47417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9C94B0-F80B-BF74-1E5A-120F84459B2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709"/>
          <a:stretch/>
        </p:blipFill>
        <p:spPr>
          <a:xfrm>
            <a:off x="4771908" y="796087"/>
            <a:ext cx="2887689" cy="11795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CBD32CD-73E4-1541-6FD5-D70A5C547A9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883"/>
          <a:stretch/>
        </p:blipFill>
        <p:spPr>
          <a:xfrm>
            <a:off x="5189875" y="2073404"/>
            <a:ext cx="2590657" cy="117956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FA22CE4-FCF7-F76E-01F8-BBE4A772239D}"/>
              </a:ext>
            </a:extLst>
          </p:cNvPr>
          <p:cNvSpPr txBox="1"/>
          <p:nvPr/>
        </p:nvSpPr>
        <p:spPr>
          <a:xfrm>
            <a:off x="4671794" y="5319044"/>
            <a:ext cx="2273636" cy="4205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G" sz="2133" dirty="0">
                <a:solidFill>
                  <a:srgbClr val="0070C0"/>
                </a:solidFill>
              </a:rPr>
              <a:t>Order: A, C, F, K, 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7DC3E1-8D21-F477-74CD-1D4ADF7A26F5}"/>
              </a:ext>
            </a:extLst>
          </p:cNvPr>
          <p:cNvSpPr txBox="1"/>
          <p:nvPr/>
        </p:nvSpPr>
        <p:spPr>
          <a:xfrm>
            <a:off x="4745501" y="5968386"/>
            <a:ext cx="2126223" cy="4205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G" sz="2133" dirty="0">
                <a:solidFill>
                  <a:srgbClr val="0070C0"/>
                </a:solidFill>
              </a:rPr>
              <a:t>Path: A, C, F, K, M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B41F7D1-A274-B5F7-3CCC-42CF3193753C}"/>
              </a:ext>
            </a:extLst>
          </p:cNvPr>
          <p:cNvSpPr/>
          <p:nvPr/>
        </p:nvSpPr>
        <p:spPr>
          <a:xfrm>
            <a:off x="9522542" y="718189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59B5773-5FAC-8D5F-0E50-E0E29B643F2D}"/>
              </a:ext>
            </a:extLst>
          </p:cNvPr>
          <p:cNvSpPr/>
          <p:nvPr/>
        </p:nvSpPr>
        <p:spPr>
          <a:xfrm>
            <a:off x="10137058" y="1748688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CC5D2B2-A770-26D3-DEE6-1660AAAC6909}"/>
              </a:ext>
            </a:extLst>
          </p:cNvPr>
          <p:cNvSpPr/>
          <p:nvPr/>
        </p:nvSpPr>
        <p:spPr>
          <a:xfrm>
            <a:off x="8834284" y="1748687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dirty="0">
                <a:solidFill>
                  <a:prstClr val="black"/>
                </a:solidFill>
                <a:latin typeface="Aptos" panose="02110004020202020204"/>
              </a:rPr>
              <a:t>B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618E7935-D5CE-47F8-035A-9A0200D65F36}"/>
              </a:ext>
            </a:extLst>
          </p:cNvPr>
          <p:cNvCxnSpPr>
            <a:cxnSpLocks/>
            <a:stCxn id="11" idx="4"/>
            <a:endCxn id="13" idx="0"/>
          </p:cNvCxnSpPr>
          <p:nvPr/>
        </p:nvCxnSpPr>
        <p:spPr>
          <a:xfrm rot="5400000">
            <a:off x="9317010" y="1199025"/>
            <a:ext cx="411065" cy="688258"/>
          </a:xfrm>
          <a:prstGeom prst="curvedConnector3">
            <a:avLst>
              <a:gd name="adj1" fmla="val 50000"/>
            </a:avLst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97B593FD-887F-DDC0-C978-A6A315C62E5E}"/>
              </a:ext>
            </a:extLst>
          </p:cNvPr>
          <p:cNvCxnSpPr>
            <a:cxnSpLocks/>
            <a:stCxn id="11" idx="4"/>
            <a:endCxn id="12" idx="0"/>
          </p:cNvCxnSpPr>
          <p:nvPr/>
        </p:nvCxnSpPr>
        <p:spPr>
          <a:xfrm rot="16200000" flipH="1">
            <a:off x="9968396" y="1235897"/>
            <a:ext cx="411066" cy="614516"/>
          </a:xfrm>
          <a:prstGeom prst="curvedConnector3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087CAD48-6A56-4B86-8FF9-122DB7A1A8A6}"/>
              </a:ext>
            </a:extLst>
          </p:cNvPr>
          <p:cNvSpPr/>
          <p:nvPr/>
        </p:nvSpPr>
        <p:spPr>
          <a:xfrm>
            <a:off x="9178032" y="2906434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dirty="0">
                <a:solidFill>
                  <a:prstClr val="black"/>
                </a:solidFill>
                <a:latin typeface="Aptos" panose="02110004020202020204"/>
              </a:rPr>
              <a:t>D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39169E1-E40A-FBDE-F669-5C4ACC1C6154}"/>
              </a:ext>
            </a:extLst>
          </p:cNvPr>
          <p:cNvSpPr/>
          <p:nvPr/>
        </p:nvSpPr>
        <p:spPr>
          <a:xfrm>
            <a:off x="10227371" y="2855388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dirty="0">
                <a:solidFill>
                  <a:prstClr val="black"/>
                </a:solidFill>
                <a:latin typeface="Aptos" panose="02110004020202020204"/>
              </a:rPr>
              <a:t>F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D2C7144-21A9-36A0-126B-2BC51E52844E}"/>
              </a:ext>
            </a:extLst>
          </p:cNvPr>
          <p:cNvSpPr/>
          <p:nvPr/>
        </p:nvSpPr>
        <p:spPr>
          <a:xfrm>
            <a:off x="11009671" y="2852358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dirty="0">
                <a:solidFill>
                  <a:prstClr val="black"/>
                </a:solidFill>
                <a:latin typeface="Aptos" panose="02110004020202020204"/>
              </a:rPr>
              <a:t>L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26" name="Connector: Curved 25">
            <a:extLst>
              <a:ext uri="{FF2B5EF4-FFF2-40B4-BE49-F238E27FC236}">
                <a16:creationId xmlns:a16="http://schemas.microsoft.com/office/drawing/2014/main" id="{C592DA7A-B330-D2A7-111B-F15B251837D4}"/>
              </a:ext>
            </a:extLst>
          </p:cNvPr>
          <p:cNvCxnSpPr>
            <a:cxnSpLocks/>
            <a:stCxn id="12" idx="4"/>
            <a:endCxn id="22" idx="0"/>
          </p:cNvCxnSpPr>
          <p:nvPr/>
        </p:nvCxnSpPr>
        <p:spPr>
          <a:xfrm rot="5400000">
            <a:off x="9732518" y="2157764"/>
            <a:ext cx="538313" cy="959026"/>
          </a:xfrm>
          <a:prstGeom prst="curvedConnector3">
            <a:avLst>
              <a:gd name="adj1" fmla="val 50000"/>
            </a:avLst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7" name="Connector: Curved 26">
            <a:extLst>
              <a:ext uri="{FF2B5EF4-FFF2-40B4-BE49-F238E27FC236}">
                <a16:creationId xmlns:a16="http://schemas.microsoft.com/office/drawing/2014/main" id="{B4BD7DFB-3592-0152-D4B2-1A81676ACD3D}"/>
              </a:ext>
            </a:extLst>
          </p:cNvPr>
          <p:cNvCxnSpPr>
            <a:cxnSpLocks/>
            <a:stCxn id="12" idx="4"/>
            <a:endCxn id="23" idx="0"/>
          </p:cNvCxnSpPr>
          <p:nvPr/>
        </p:nvCxnSpPr>
        <p:spPr>
          <a:xfrm rot="16200000" flipH="1">
            <a:off x="10282710" y="2566597"/>
            <a:ext cx="487267" cy="90313"/>
          </a:xfrm>
          <a:prstGeom prst="curvedConnector3">
            <a:avLst>
              <a:gd name="adj1" fmla="val 50000"/>
            </a:avLst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8" name="Connector: Curved 27">
            <a:extLst>
              <a:ext uri="{FF2B5EF4-FFF2-40B4-BE49-F238E27FC236}">
                <a16:creationId xmlns:a16="http://schemas.microsoft.com/office/drawing/2014/main" id="{7A268E9D-985A-89CB-711B-58774069AE3C}"/>
              </a:ext>
            </a:extLst>
          </p:cNvPr>
          <p:cNvCxnSpPr>
            <a:cxnSpLocks/>
            <a:stCxn id="12" idx="4"/>
            <a:endCxn id="24" idx="0"/>
          </p:cNvCxnSpPr>
          <p:nvPr/>
        </p:nvCxnSpPr>
        <p:spPr>
          <a:xfrm rot="16200000" flipH="1">
            <a:off x="10675375" y="2173932"/>
            <a:ext cx="484237" cy="872613"/>
          </a:xfrm>
          <a:prstGeom prst="curvedConnector3">
            <a:avLst>
              <a:gd name="adj1" fmla="val 50000"/>
            </a:avLst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6B243AB5-40F8-DAB9-863B-19CEE1538E1D}"/>
              </a:ext>
            </a:extLst>
          </p:cNvPr>
          <p:cNvSpPr/>
          <p:nvPr/>
        </p:nvSpPr>
        <p:spPr>
          <a:xfrm>
            <a:off x="9681246" y="3949673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dirty="0">
                <a:solidFill>
                  <a:prstClr val="black"/>
                </a:solidFill>
                <a:latin typeface="Aptos" panose="02110004020202020204"/>
              </a:rPr>
              <a:t>J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05BB312-96FE-3DF1-3D18-74BFBB660B8E}"/>
              </a:ext>
            </a:extLst>
          </p:cNvPr>
          <p:cNvSpPr/>
          <p:nvPr/>
        </p:nvSpPr>
        <p:spPr>
          <a:xfrm>
            <a:off x="10990855" y="3921363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dirty="0">
                <a:solidFill>
                  <a:prstClr val="black"/>
                </a:solidFill>
                <a:latin typeface="Aptos" panose="02110004020202020204"/>
              </a:rPr>
              <a:t>K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42" name="Connector: Curved 41">
            <a:extLst>
              <a:ext uri="{FF2B5EF4-FFF2-40B4-BE49-F238E27FC236}">
                <a16:creationId xmlns:a16="http://schemas.microsoft.com/office/drawing/2014/main" id="{55DD581C-F46C-F1A2-2375-570156A5C7AE}"/>
              </a:ext>
            </a:extLst>
          </p:cNvPr>
          <p:cNvCxnSpPr>
            <a:cxnSpLocks/>
            <a:stCxn id="23" idx="4"/>
            <a:endCxn id="41" idx="0"/>
          </p:cNvCxnSpPr>
          <p:nvPr/>
        </p:nvCxnSpPr>
        <p:spPr>
          <a:xfrm rot="16200000" flipH="1">
            <a:off x="10729971" y="3316350"/>
            <a:ext cx="446542" cy="763484"/>
          </a:xfrm>
          <a:prstGeom prst="curvedConnector3">
            <a:avLst>
              <a:gd name="adj1" fmla="val 50000"/>
            </a:avLst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3" name="Connector: Curved 42">
            <a:extLst>
              <a:ext uri="{FF2B5EF4-FFF2-40B4-BE49-F238E27FC236}">
                <a16:creationId xmlns:a16="http://schemas.microsoft.com/office/drawing/2014/main" id="{7AD7E833-CDC4-950E-AD5B-0C51ED6859A2}"/>
              </a:ext>
            </a:extLst>
          </p:cNvPr>
          <p:cNvCxnSpPr>
            <a:cxnSpLocks/>
            <a:stCxn id="23" idx="4"/>
            <a:endCxn id="40" idx="0"/>
          </p:cNvCxnSpPr>
          <p:nvPr/>
        </p:nvCxnSpPr>
        <p:spPr>
          <a:xfrm rot="5400000">
            <a:off x="10061012" y="3439185"/>
            <a:ext cx="474852" cy="546125"/>
          </a:xfrm>
          <a:prstGeom prst="curvedConnector3">
            <a:avLst>
              <a:gd name="adj1" fmla="val 50000"/>
            </a:avLst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171E2D5B-49D3-5C8A-66CA-C8B944034619}"/>
              </a:ext>
            </a:extLst>
          </p:cNvPr>
          <p:cNvSpPr/>
          <p:nvPr/>
        </p:nvSpPr>
        <p:spPr>
          <a:xfrm>
            <a:off x="11368585" y="5194599"/>
            <a:ext cx="688258" cy="619433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</a:t>
            </a:r>
          </a:p>
        </p:txBody>
      </p:sp>
      <p:cxnSp>
        <p:nvCxnSpPr>
          <p:cNvPr id="56" name="Connector: Curved 55">
            <a:extLst>
              <a:ext uri="{FF2B5EF4-FFF2-40B4-BE49-F238E27FC236}">
                <a16:creationId xmlns:a16="http://schemas.microsoft.com/office/drawing/2014/main" id="{0BFF9AD6-2699-9AC0-2A98-3CA67D052E3F}"/>
              </a:ext>
            </a:extLst>
          </p:cNvPr>
          <p:cNvCxnSpPr>
            <a:cxnSpLocks/>
            <a:stCxn id="41" idx="4"/>
            <a:endCxn id="55" idx="0"/>
          </p:cNvCxnSpPr>
          <p:nvPr/>
        </p:nvCxnSpPr>
        <p:spPr>
          <a:xfrm rot="16200000" flipH="1">
            <a:off x="11196948" y="4678832"/>
            <a:ext cx="653803" cy="377730"/>
          </a:xfrm>
          <a:prstGeom prst="curvedConnector3">
            <a:avLst>
              <a:gd name="adj1" fmla="val 50000"/>
            </a:avLst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57" name="Connector: Curved 56">
            <a:extLst>
              <a:ext uri="{FF2B5EF4-FFF2-40B4-BE49-F238E27FC236}">
                <a16:creationId xmlns:a16="http://schemas.microsoft.com/office/drawing/2014/main" id="{686EF315-4ABA-F2EC-F5CC-A3D2FFEED328}"/>
              </a:ext>
            </a:extLst>
          </p:cNvPr>
          <p:cNvCxnSpPr>
            <a:cxnSpLocks/>
            <a:stCxn id="41" idx="4"/>
          </p:cNvCxnSpPr>
          <p:nvPr/>
        </p:nvCxnSpPr>
        <p:spPr>
          <a:xfrm rot="5400000">
            <a:off x="10653814" y="4538438"/>
            <a:ext cx="678813" cy="683528"/>
          </a:xfrm>
          <a:prstGeom prst="curvedConnector3">
            <a:avLst>
              <a:gd name="adj1" fmla="val 50000"/>
            </a:avLst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B52CA6D7-1C20-92D7-02BC-BE30D882816D}"/>
              </a:ext>
            </a:extLst>
          </p:cNvPr>
          <p:cNvSpPr txBox="1"/>
          <p:nvPr/>
        </p:nvSpPr>
        <p:spPr>
          <a:xfrm>
            <a:off x="8234697" y="1687112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ptos" panose="02110004020202020204"/>
              </a:rPr>
              <a:t>258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AFD6A97-2493-F511-A6EC-6EECD5B81663}"/>
              </a:ext>
            </a:extLst>
          </p:cNvPr>
          <p:cNvSpPr txBox="1"/>
          <p:nvPr/>
        </p:nvSpPr>
        <p:spPr>
          <a:xfrm>
            <a:off x="10911700" y="1829223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ptos" panose="02110004020202020204"/>
              </a:rPr>
              <a:t>227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A4081EA-58CD-E053-4BC4-B1239E7A0723}"/>
              </a:ext>
            </a:extLst>
          </p:cNvPr>
          <p:cNvSpPr txBox="1"/>
          <p:nvPr/>
        </p:nvSpPr>
        <p:spPr>
          <a:xfrm>
            <a:off x="8857993" y="2711855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ptos" panose="02110004020202020204"/>
              </a:rPr>
              <a:t>285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12302EA-660C-3C50-E3BD-B6F524E98DDD}"/>
              </a:ext>
            </a:extLst>
          </p:cNvPr>
          <p:cNvSpPr txBox="1"/>
          <p:nvPr/>
        </p:nvSpPr>
        <p:spPr>
          <a:xfrm>
            <a:off x="11466660" y="2668457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ptos" panose="02110004020202020204"/>
              </a:rPr>
              <a:t>243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D79ED3F-1E9D-93BB-32FF-BBF8FF0F5B92}"/>
              </a:ext>
            </a:extLst>
          </p:cNvPr>
          <p:cNvSpPr txBox="1"/>
          <p:nvPr/>
        </p:nvSpPr>
        <p:spPr>
          <a:xfrm>
            <a:off x="9866290" y="2695961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ptos" panose="02110004020202020204"/>
              </a:rPr>
              <a:t>228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48BC3DA-4010-7641-51D0-CBD5D78D828F}"/>
              </a:ext>
            </a:extLst>
          </p:cNvPr>
          <p:cNvSpPr txBox="1"/>
          <p:nvPr/>
        </p:nvSpPr>
        <p:spPr>
          <a:xfrm>
            <a:off x="9313981" y="3833137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ptos" panose="02110004020202020204"/>
              </a:rPr>
              <a:t>274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7AB70EE-0A31-DC25-859B-E37C84665F01}"/>
              </a:ext>
            </a:extLst>
          </p:cNvPr>
          <p:cNvSpPr txBox="1"/>
          <p:nvPr/>
        </p:nvSpPr>
        <p:spPr>
          <a:xfrm>
            <a:off x="11028392" y="5660701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ptos" panose="02110004020202020204"/>
              </a:rPr>
              <a:t>236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E4B4288-F28E-EC26-120B-3DB788621C40}"/>
              </a:ext>
            </a:extLst>
          </p:cNvPr>
          <p:cNvSpPr txBox="1"/>
          <p:nvPr/>
        </p:nvSpPr>
        <p:spPr>
          <a:xfrm>
            <a:off x="10571499" y="3823648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ptos" panose="02110004020202020204"/>
              </a:rPr>
              <a:t>236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45ADCC2-70C5-BEAB-9DE3-8940703891F6}"/>
              </a:ext>
            </a:extLst>
          </p:cNvPr>
          <p:cNvSpPr/>
          <p:nvPr/>
        </p:nvSpPr>
        <p:spPr>
          <a:xfrm>
            <a:off x="10227370" y="5194598"/>
            <a:ext cx="688258" cy="619433"/>
          </a:xfrm>
          <a:prstGeom prst="ellipse">
            <a:avLst/>
          </a:prstGeom>
          <a:gradFill rotWithShape="1">
            <a:gsLst>
              <a:gs pos="0">
                <a:srgbClr val="0F9ED5">
                  <a:lumMod val="110000"/>
                  <a:satMod val="105000"/>
                  <a:tint val="67000"/>
                </a:srgbClr>
              </a:gs>
              <a:gs pos="50000">
                <a:srgbClr val="0F9ED5">
                  <a:lumMod val="105000"/>
                  <a:satMod val="103000"/>
                  <a:tint val="73000"/>
                </a:srgbClr>
              </a:gs>
              <a:gs pos="100000">
                <a:srgbClr val="0F9E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270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dirty="0">
                <a:solidFill>
                  <a:prstClr val="black"/>
                </a:solidFill>
                <a:latin typeface="Aptos" panose="02110004020202020204"/>
              </a:rPr>
              <a:t>J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3566A6-1311-04FC-1F4B-4C0AB8308EAD}"/>
              </a:ext>
            </a:extLst>
          </p:cNvPr>
          <p:cNvSpPr txBox="1"/>
          <p:nvPr/>
        </p:nvSpPr>
        <p:spPr>
          <a:xfrm>
            <a:off x="9655840" y="5418369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ptos" panose="02110004020202020204"/>
              </a:rPr>
              <a:t>300</a:t>
            </a:r>
          </a:p>
        </p:txBody>
      </p:sp>
    </p:spTree>
    <p:extLst>
      <p:ext uri="{BB962C8B-B14F-4D97-AF65-F5344CB8AC3E}">
        <p14:creationId xmlns:p14="http://schemas.microsoft.com/office/powerpoint/2010/main" val="2012996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5446</TotalTime>
  <Words>1501</Words>
  <Application>Microsoft Office PowerPoint</Application>
  <PresentationFormat>Widescreen</PresentationFormat>
  <Paragraphs>642</Paragraphs>
  <Slides>43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43</vt:i4>
      </vt:variant>
    </vt:vector>
  </HeadingPairs>
  <TitlesOfParts>
    <vt:vector size="51" baseType="lpstr">
      <vt:lpstr>Aptos</vt:lpstr>
      <vt:lpstr>Aptos Display</vt:lpstr>
      <vt:lpstr>Arial</vt:lpstr>
      <vt:lpstr>Calibri</vt:lpstr>
      <vt:lpstr>Calibri Light</vt:lpstr>
      <vt:lpstr>Twentieth Century</vt:lpstr>
      <vt:lpstr>Office Theme</vt:lpstr>
      <vt:lpstr>Office 2013 - 2022 Theme</vt:lpstr>
      <vt:lpstr>Sheet2 : Search A*</vt:lpstr>
      <vt:lpstr>PowerPoint Presentation</vt:lpstr>
      <vt:lpstr>PowerPoint Presentation</vt:lpstr>
      <vt:lpstr>f) A* using misplaced tiles as heuristic function </vt:lpstr>
      <vt:lpstr>A* using misplaced tiles as heuristic function</vt:lpstr>
      <vt:lpstr>PowerPoint Presentation</vt:lpstr>
      <vt:lpstr>Then , Add the number of steps to the heuristic </vt:lpstr>
      <vt:lpstr>PowerPoint Presentation</vt:lpstr>
      <vt:lpstr>D</vt:lpstr>
      <vt:lpstr>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g) A* using Manhattan Distance as heuristic function </vt:lpstr>
      <vt:lpstr>PowerPoint Presentation</vt:lpstr>
      <vt:lpstr>Then , Add the number of steps to the heuristic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 2 </vt:lpstr>
      <vt:lpstr>In this question the heuristic value is given in the table and the cost values are in the map  f(n)= H(n) + g(n)</vt:lpstr>
      <vt:lpstr>1. Given the Arad/Bucharest route finding problem and the heuristics table below, show the list n of visited nodes using the following search techniques:</vt:lpstr>
      <vt:lpstr>1. Given the Arad/Bucharest route finding problem and the heuristics table below, show the list n of visited nodes using the following search techniques:</vt:lpstr>
      <vt:lpstr>1. Given the Arad/Bucharest route finding problem and the heuristics table below, show the list n of visited nodes using the following search techniques:</vt:lpstr>
      <vt:lpstr>1. Given the Arad/Bucharest route finding problem and the heuristics table below, show the list n of visited nodes using the following search techniques:</vt:lpstr>
      <vt:lpstr>1. Given the Arad/Bucharest route finding problem and the heuristics table below, show the list n of visited nodes using the following search techniques:</vt:lpstr>
      <vt:lpstr>1. Given the Arad/Bucharest route finding problem and the heuristics table below, show the list n of visited nodes using the following search techniques:</vt:lpstr>
      <vt:lpstr>1. Given the Arad/Bucharest route finding problem and the heuristics table below, show the list n of visited nodes using the following search techniques:</vt:lpstr>
      <vt:lpstr>Using the A* algorithm work out a route from town A to town M. Use the following cost functions.</vt:lpstr>
      <vt:lpstr>A*</vt:lpstr>
      <vt:lpstr>A*</vt:lpstr>
      <vt:lpstr>A*</vt:lpstr>
      <vt:lpstr>A*</vt:lpstr>
      <vt:lpstr>A*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Basnat Aboshanb</dc:creator>
  <cp:lastModifiedBy>Abdulrahman Elmadkhoum</cp:lastModifiedBy>
  <cp:revision>38</cp:revision>
  <dcterms:created xsi:type="dcterms:W3CDTF">2024-10-25T22:03:39Z</dcterms:created>
  <dcterms:modified xsi:type="dcterms:W3CDTF">2026-07-27T02:32:03Z</dcterms:modified>
</cp:coreProperties>
</file>