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Segmentation  •  Intro to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Eslam Hussein   |   231000070   |   9/10/2026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K-Means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unsupervised machine-learning technique that groups data points into K distinct clusters based on similarity — no labeled training data required.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it becomes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cluster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pixels with similar spectral values are grouped into land-cover classes — water, vegetation, urban areas, bare soil.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9037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4380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14447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 and place initial centroids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23591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2313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261518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 from every pixel to each centroid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3529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3483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Update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37856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centroid's position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47000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4654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Check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49560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once centroids stop moving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applying K-Means to pixels, here's what it looks like on plain 2D points — the same logic scales up to satellite imagery.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5328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colored dot is a data point (x, y)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358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X marks are the final centroids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were assigned to the nearest centroid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converged after a few iterations</a:t>
            </a:r>
            <a:endParaRPr lang="en-US" sz="1350" dirty="0"/>
          </a:p>
        </p:txBody>
      </p:sp>
      <p:pic>
        <p:nvPicPr>
          <p:cNvPr id="12" name="Image 0" descr="/home/claude/pdf_images/p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5212080" cy="52395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Concept: Pixels as Data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becomes a data point in color space. K-Means assigns every pixel to the nearest cluster center, then updates the centers — repeating until the groupings stop changing.</a:t>
            </a:r>
            <a:endParaRPr lang="en-US" sz="1400" dirty="0"/>
          </a:p>
        </p:txBody>
      </p:sp>
      <p:pic>
        <p:nvPicPr>
          <p:cNvPr id="4" name="Image 0" descr="/home/claude/pdf_images/p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874520"/>
            <a:ext cx="802843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the 'K'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the hyperparameter that dictates how many segments the image is split into.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2907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Macro-level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algorithm to classify the image into its three most dominant features — e.g. deep water, shallow water / vegetation, and desert / land.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3317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907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segmentation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342900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subtler variation — different soil types, varying water depth or sediment levels, and dense vs. sparse vegetation.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Metrics: Euclidean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</a:t>
            </a:r>
            <a:endParaRPr lang="en-US" sz="1400" dirty="0"/>
          </a:p>
        </p:txBody>
      </p:sp>
      <p:pic>
        <p:nvPicPr>
          <p:cNvPr id="4" name="Image 0" descr="/home/claude/pdf_images/p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68680"/>
            <a:ext cx="5486400" cy="30889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0992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image into a 2D array — one row per pixel, columns are R, G, B (or spectral bands).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4963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and place initial centroids in color space.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57530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867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d(p, c) = √Σ(pᵢ − cᵢ)²  —  straight-line distance between a pixel and a centroid.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6542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94690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pixel to its nearest centroid, then recompute centroids as the mean of assigned pixels.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17920" y="5806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form spherical clusters; heavily penalizes large single-channel differences due to squaring.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Metrics: Manhattan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Norm</a:t>
            </a:r>
            <a:endParaRPr lang="en-US" sz="1400" dirty="0"/>
          </a:p>
        </p:txBody>
      </p:sp>
      <p:pic>
        <p:nvPicPr>
          <p:cNvPr id="4" name="Image 0" descr="/home/claude/pdf_images/p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68680"/>
            <a:ext cx="5486400" cy="30889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Representation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0992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a vector in a multi-dimensional space (R, G, B, or NIR bands).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4963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Formula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Σ|xᵢ − yᵢ|  —  sum of absolute differences, a.k.a. taxicab / city-block distance.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57530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Update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867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median (not the mean) to strictly minimize the Manhattan objective.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6542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94690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outliers than Euclidean; tends to form diamond-shaped clusters.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Pseudocode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 from earlier, written as algorithmic pseudocode.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4892040"/>
          </a:xfrm>
          <a:prstGeom prst="roundRect">
            <a:avLst>
              <a:gd name="adj" fmla="val 1495"/>
            </a:avLst>
          </a:prstGeom>
          <a:solidFill>
            <a:srgbClr val="16213E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kmeans(data, K, metric, max_iters):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3395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centroids &lt;- first K points of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8201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iteration in 1 .. max_iters: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1. Assignment step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300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point p in data: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05409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each centroid c in centroids: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2781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distance[p][c] &lt;- DIST(p, c, metric)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50215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cluster[p] &lt;- argmin distance[p][*]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7261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2. Update step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1742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cluster k in 1 .. K: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39826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points_k &lt;- all p where cluster[p] = 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6222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new_centroids[k] &lt;- MEAN(points_k)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0703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3. Convergence check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29437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new_centroids ~= centroids: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5184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74243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centroids &lt;- new_centroids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9664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619048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1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cluster, centroids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150876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7373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DIST(p, c, "euclidean")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0" y="2103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sqrt( SUM( (p[i] - c[i])^2 ) 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0" y="26060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rule: new centroid = MEAN of assigned points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397764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206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DIST(p, c, "manhattan")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0" y="4572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SUM( |p[i] - c[i]| 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0" y="50749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rule: new centroid = MEDIAN of assigned points (minimizes L1 exactly)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K-Means Converge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toy example as before, now animated — centroids start in the wrong place and walk toward the true cluster centers over several iterations. In PowerPoint, press Slide Show to see it play.</a:t>
            </a:r>
            <a:endParaRPr lang="en-US" sz="1350" dirty="0"/>
          </a:p>
        </p:txBody>
      </p:sp>
      <p:pic>
        <p:nvPicPr>
          <p:cNvPr id="4" name="Image 0" descr="/home/claude/kmeans_anim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1645920"/>
            <a:ext cx="5550408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Iterations, Frame by Frame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breakdown of the animation, for print or if GIF playback isn't available.</a:t>
            </a:r>
            <a:endParaRPr lang="en-US" sz="1300" dirty="0"/>
          </a:p>
        </p:txBody>
      </p:sp>
      <p:pic>
        <p:nvPicPr>
          <p:cNvPr id="4" name="Image 0" descr="/home/claude/kmeans_film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11247120" cy="22083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(white X) start in bad positions. Each iteration, every point joins its nearest centroid's color, then centroids jump to the average of their new group — the whole system settles once no point changes color.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Structure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83464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/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AI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kmeans()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K-Means from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Vectorized distance • Euclidean &amp; Manhattan • Convergence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generate_slide_figure()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Preprocesses images, runs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BGR→RGB • Resize • Reshape to (N,3) • Multi-plot figure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fig_to_photoimage()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plots for the GUI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 backend • RGBA buffer • LANCZOS downscale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SlideshowApp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dark-themed slideshow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 Tkinter layout • Keyboard bindings • Responsive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threading.Thread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GUI 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daemon thread • root.after() thread-safe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writing K-Means from scratch with pure NumPy matrix operations, this project applies theoretical ML concepts to real remote-sensing data. The vectorized implementation stays efficient even while computing distances for hundreds of thousands of pixels across every iteration.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Intro to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2026-08-11T09:46:26Z</dcterms:created>
  <dcterms:modified xsi:type="dcterms:W3CDTF">2026-08-11T09:46:26Z</dcterms:modified>
</cp:coreProperties>
</file>